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Lst>
  <p:notesMasterIdLst>
    <p:notesMasterId r:id="rId79"/>
  </p:notesMasterIdLst>
  <p:handoutMasterIdLst>
    <p:handoutMasterId r:id="rId80"/>
  </p:handoutMasterIdLst>
  <p:sldIdLst>
    <p:sldId id="485" r:id="rId5"/>
    <p:sldId id="561" r:id="rId6"/>
    <p:sldId id="559" r:id="rId7"/>
    <p:sldId id="486" r:id="rId8"/>
    <p:sldId id="560" r:id="rId9"/>
    <p:sldId id="497" r:id="rId10"/>
    <p:sldId id="562" r:id="rId11"/>
    <p:sldId id="496" r:id="rId12"/>
    <p:sldId id="491" r:id="rId13"/>
    <p:sldId id="487" r:id="rId14"/>
    <p:sldId id="488" r:id="rId15"/>
    <p:sldId id="509" r:id="rId16"/>
    <p:sldId id="510" r:id="rId17"/>
    <p:sldId id="563" r:id="rId18"/>
    <p:sldId id="564" r:id="rId19"/>
    <p:sldId id="507" r:id="rId20"/>
    <p:sldId id="508" r:id="rId21"/>
    <p:sldId id="511" r:id="rId22"/>
    <p:sldId id="512" r:id="rId23"/>
    <p:sldId id="500" r:id="rId24"/>
    <p:sldId id="519" r:id="rId25"/>
    <p:sldId id="539" r:id="rId26"/>
    <p:sldId id="501" r:id="rId27"/>
    <p:sldId id="503" r:id="rId28"/>
    <p:sldId id="504" r:id="rId29"/>
    <p:sldId id="513" r:id="rId30"/>
    <p:sldId id="490" r:id="rId31"/>
    <p:sldId id="549" r:id="rId32"/>
    <p:sldId id="554" r:id="rId33"/>
    <p:sldId id="555" r:id="rId34"/>
    <p:sldId id="556" r:id="rId35"/>
    <p:sldId id="557" r:id="rId36"/>
    <p:sldId id="552" r:id="rId37"/>
    <p:sldId id="551" r:id="rId38"/>
    <p:sldId id="548" r:id="rId39"/>
    <p:sldId id="493" r:id="rId40"/>
    <p:sldId id="538" r:id="rId41"/>
    <p:sldId id="527" r:id="rId42"/>
    <p:sldId id="558" r:id="rId43"/>
    <p:sldId id="494" r:id="rId44"/>
    <p:sldId id="536" r:id="rId45"/>
    <p:sldId id="537" r:id="rId46"/>
    <p:sldId id="495" r:id="rId47"/>
    <p:sldId id="518" r:id="rId48"/>
    <p:sldId id="506" r:id="rId49"/>
    <p:sldId id="525" r:id="rId50"/>
    <p:sldId id="523" r:id="rId51"/>
    <p:sldId id="520" r:id="rId52"/>
    <p:sldId id="540" r:id="rId53"/>
    <p:sldId id="541" r:id="rId54"/>
    <p:sldId id="524" r:id="rId55"/>
    <p:sldId id="515" r:id="rId56"/>
    <p:sldId id="530" r:id="rId57"/>
    <p:sldId id="516" r:id="rId58"/>
    <p:sldId id="532" r:id="rId59"/>
    <p:sldId id="526" r:id="rId60"/>
    <p:sldId id="543" r:id="rId61"/>
    <p:sldId id="499" r:id="rId62"/>
    <p:sldId id="542" r:id="rId63"/>
    <p:sldId id="535" r:id="rId64"/>
    <p:sldId id="544" r:id="rId65"/>
    <p:sldId id="545" r:id="rId66"/>
    <p:sldId id="517" r:id="rId67"/>
    <p:sldId id="546" r:id="rId68"/>
    <p:sldId id="505" r:id="rId69"/>
    <p:sldId id="514" r:id="rId70"/>
    <p:sldId id="547" r:id="rId71"/>
    <p:sldId id="534" r:id="rId72"/>
    <p:sldId id="533" r:id="rId73"/>
    <p:sldId id="529" r:id="rId74"/>
    <p:sldId id="553" r:id="rId75"/>
    <p:sldId id="528" r:id="rId76"/>
    <p:sldId id="531" r:id="rId77"/>
    <p:sldId id="550" r:id="rId78"/>
  </p:sldIdLst>
  <p:sldSz cx="12188825" cy="6858000"/>
  <p:notesSz cx="6858000" cy="9144000"/>
  <p:defaultTextStyle>
    <a:defPPr>
      <a:defRPr lang="da-DK"/>
    </a:defPPr>
    <a:lvl1pPr algn="l"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78596" algn="l"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57190" algn="l"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435784" algn="l"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914379" algn="l"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392971" algn="l" defTabSz="478596" rtl="0" eaLnBrk="1" latinLnBrk="0" hangingPunct="1">
      <a:defRPr kern="1200">
        <a:solidFill>
          <a:schemeClr val="tx1"/>
        </a:solidFill>
        <a:latin typeface="Arial" charset="0"/>
        <a:ea typeface="ＭＳ Ｐゴシック" charset="-128"/>
        <a:cs typeface="ＭＳ Ｐゴシック" charset="-128"/>
      </a:defRPr>
    </a:lvl6pPr>
    <a:lvl7pPr marL="2871566" algn="l" defTabSz="478596" rtl="0" eaLnBrk="1" latinLnBrk="0" hangingPunct="1">
      <a:defRPr kern="1200">
        <a:solidFill>
          <a:schemeClr val="tx1"/>
        </a:solidFill>
        <a:latin typeface="Arial" charset="0"/>
        <a:ea typeface="ＭＳ Ｐゴシック" charset="-128"/>
        <a:cs typeface="ＭＳ Ｐゴシック" charset="-128"/>
      </a:defRPr>
    </a:lvl7pPr>
    <a:lvl8pPr marL="3350160" algn="l" defTabSz="478596" rtl="0" eaLnBrk="1" latinLnBrk="0" hangingPunct="1">
      <a:defRPr kern="1200">
        <a:solidFill>
          <a:schemeClr val="tx1"/>
        </a:solidFill>
        <a:latin typeface="Arial" charset="0"/>
        <a:ea typeface="ＭＳ Ｐゴシック" charset="-128"/>
        <a:cs typeface="ＭＳ Ｐゴシック" charset="-128"/>
      </a:defRPr>
    </a:lvl8pPr>
    <a:lvl9pPr marL="3828755" algn="l" defTabSz="478596"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221C38"/>
    <a:srgbClr val="636363"/>
    <a:srgbClr val="000000"/>
    <a:srgbClr val="7F7F7F"/>
    <a:srgbClr val="FFE163"/>
    <a:srgbClr val="3B3B3B"/>
    <a:srgbClr val="0F0F0F"/>
    <a:srgbClr val="FFF100"/>
    <a:srgbClr val="8787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llemlayou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Mørkt layou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Mørkt layou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Mørkt layout 1 - markeringsfarve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Mørkt layout 1 - markeringsfarve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06799F8-075E-4A3A-A7F6-7FBC6576F1A4}" styleName="Tema til typografi 2 - markeringsfarve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ema til typografi 2 - markeringsfarve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ema til typografi 2 - markeringsfarve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Ingen typografi, intet git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llemlayout 1 - markeringsfarv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llemlayout 1 - markeringsfarve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llemlayout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yst layout 2 - markeringsfarv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yst layout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35"/>
    <p:restoredTop sz="96301"/>
  </p:normalViewPr>
  <p:slideViewPr>
    <p:cSldViewPr snapToGrid="0">
      <p:cViewPr varScale="1">
        <p:scale>
          <a:sx n="123" d="100"/>
          <a:sy n="123" d="100"/>
        </p:scale>
        <p:origin x="488" y="18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regneark.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regneark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a-DK"/>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'Ark1'!$B$1</c:f>
              <c:strCache>
                <c:ptCount val="1"/>
                <c:pt idx="0">
                  <c:v>Serie 1</c:v>
                </c:pt>
              </c:strCache>
            </c:strRef>
          </c:tx>
          <c:spPr>
            <a:solidFill>
              <a:schemeClr val="accent1"/>
            </a:solidFill>
            <a:ln>
              <a:noFill/>
            </a:ln>
            <a:effectLst/>
          </c:spPr>
          <c:invertIfNegative val="0"/>
          <c:cat>
            <c:strRef>
              <c:f>'Ark1'!$A$2:$A$5</c:f>
              <c:strCache>
                <c:ptCount val="4"/>
                <c:pt idx="0">
                  <c:v>Kategori 1</c:v>
                </c:pt>
                <c:pt idx="1">
                  <c:v>Kategori 2</c:v>
                </c:pt>
                <c:pt idx="2">
                  <c:v>Kategori 3</c:v>
                </c:pt>
                <c:pt idx="3">
                  <c:v>Kategori 4</c:v>
                </c:pt>
              </c:strCache>
            </c:strRef>
          </c:cat>
          <c:val>
            <c:numRef>
              <c:f>'Ark1'!$B$2:$B$5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15C-B949-AA5D-169480C441BD}"/>
            </c:ext>
          </c:extLst>
        </c:ser>
        <c:ser>
          <c:idx val="1"/>
          <c:order val="1"/>
          <c:tx>
            <c:strRef>
              <c:f>'Ark1'!$C$1</c:f>
              <c:strCache>
                <c:ptCount val="1"/>
                <c:pt idx="0">
                  <c:v>Serie 2</c:v>
                </c:pt>
              </c:strCache>
            </c:strRef>
          </c:tx>
          <c:spPr>
            <a:solidFill>
              <a:schemeClr val="accent5"/>
            </a:solidFill>
            <a:ln>
              <a:noFill/>
            </a:ln>
            <a:effectLst/>
          </c:spPr>
          <c:invertIfNegative val="0"/>
          <c:cat>
            <c:strRef>
              <c:f>'Ark1'!$A$2:$A$5</c:f>
              <c:strCache>
                <c:ptCount val="4"/>
                <c:pt idx="0">
                  <c:v>Kategori 1</c:v>
                </c:pt>
                <c:pt idx="1">
                  <c:v>Kategori 2</c:v>
                </c:pt>
                <c:pt idx="2">
                  <c:v>Kategori 3</c:v>
                </c:pt>
                <c:pt idx="3">
                  <c:v>Kategori 4</c:v>
                </c:pt>
              </c:strCache>
            </c:strRef>
          </c:cat>
          <c:val>
            <c:numRef>
              <c:f>'Ark1'!$C$2:$C$5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15C-B949-AA5D-169480C441BD}"/>
            </c:ext>
          </c:extLst>
        </c:ser>
        <c:ser>
          <c:idx val="2"/>
          <c:order val="2"/>
          <c:tx>
            <c:strRef>
              <c:f>'Ark1'!$D$1</c:f>
              <c:strCache>
                <c:ptCount val="1"/>
                <c:pt idx="0">
                  <c:v>Serie 3</c:v>
                </c:pt>
              </c:strCache>
            </c:strRef>
          </c:tx>
          <c:spPr>
            <a:solidFill>
              <a:schemeClr val="accent4"/>
            </a:solidFill>
            <a:ln>
              <a:noFill/>
            </a:ln>
            <a:effectLst/>
          </c:spPr>
          <c:invertIfNegative val="0"/>
          <c:cat>
            <c:strRef>
              <c:f>'Ark1'!$A$2:$A$5</c:f>
              <c:strCache>
                <c:ptCount val="4"/>
                <c:pt idx="0">
                  <c:v>Kategori 1</c:v>
                </c:pt>
                <c:pt idx="1">
                  <c:v>Kategori 2</c:v>
                </c:pt>
                <c:pt idx="2">
                  <c:v>Kategori 3</c:v>
                </c:pt>
                <c:pt idx="3">
                  <c:v>Kategori 4</c:v>
                </c:pt>
              </c:strCache>
            </c:strRef>
          </c:cat>
          <c:val>
            <c:numRef>
              <c:f>'Ark1'!$D$2:$D$5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15C-B949-AA5D-169480C441BD}"/>
            </c:ext>
          </c:extLst>
        </c:ser>
        <c:dLbls>
          <c:showLegendKey val="0"/>
          <c:showVal val="0"/>
          <c:showCatName val="0"/>
          <c:showSerName val="0"/>
          <c:showPercent val="0"/>
          <c:showBubbleSize val="0"/>
        </c:dLbls>
        <c:gapWidth val="219"/>
        <c:overlap val="-27"/>
        <c:axId val="1708080815"/>
        <c:axId val="382355952"/>
      </c:barChart>
      <c:catAx>
        <c:axId val="1708080815"/>
        <c:scaling>
          <c:orientation val="minMax"/>
        </c:scaling>
        <c:delete val="0"/>
        <c:axPos val="b"/>
        <c:numFmt formatCode="General" sourceLinked="1"/>
        <c:majorTickMark val="none"/>
        <c:minorTickMark val="none"/>
        <c:tickLblPos val="nextTo"/>
        <c:spPr>
          <a:noFill/>
          <a:ln w="19050" cap="flat" cmpd="sng" algn="ctr">
            <a:solidFill>
              <a:schemeClr val="bg1"/>
            </a:solidFill>
            <a:round/>
          </a:ln>
          <a:effectLst/>
        </c:spPr>
        <c:txPr>
          <a:bodyPr rot="-600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da-DK"/>
          </a:p>
        </c:txPr>
        <c:crossAx val="382355952"/>
        <c:crosses val="autoZero"/>
        <c:auto val="1"/>
        <c:lblAlgn val="ctr"/>
        <c:lblOffset val="100"/>
        <c:noMultiLvlLbl val="0"/>
      </c:catAx>
      <c:valAx>
        <c:axId val="382355952"/>
        <c:scaling>
          <c:orientation val="minMax"/>
          <c:max val="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da-DK"/>
          </a:p>
        </c:txPr>
        <c:crossAx val="1708080815"/>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a-DK"/>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a-DK"/>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'Ark1'!$B$1</c:f>
              <c:strCache>
                <c:ptCount val="1"/>
                <c:pt idx="0">
                  <c:v>Serie 1</c:v>
                </c:pt>
              </c:strCache>
            </c:strRef>
          </c:tx>
          <c:dPt>
            <c:idx val="0"/>
            <c:bubble3D val="0"/>
            <c:spPr>
              <a:solidFill>
                <a:schemeClr val="accent1"/>
              </a:solidFill>
              <a:ln>
                <a:noFill/>
              </a:ln>
              <a:effectLst/>
            </c:spPr>
            <c:extLst>
              <c:ext xmlns:c16="http://schemas.microsoft.com/office/drawing/2014/chart" uri="{C3380CC4-5D6E-409C-BE32-E72D297353CC}">
                <c16:uniqueId val="{00000001-9D6A-4C44-A66A-7DB4B13D4B45}"/>
              </c:ext>
            </c:extLst>
          </c:dPt>
          <c:dPt>
            <c:idx val="1"/>
            <c:bubble3D val="0"/>
            <c:spPr>
              <a:solidFill>
                <a:schemeClr val="accent2"/>
              </a:solidFill>
              <a:ln>
                <a:noFill/>
              </a:ln>
              <a:effectLst/>
            </c:spPr>
            <c:extLst>
              <c:ext xmlns:c16="http://schemas.microsoft.com/office/drawing/2014/chart" uri="{C3380CC4-5D6E-409C-BE32-E72D297353CC}">
                <c16:uniqueId val="{00000003-9D6A-4C44-A66A-7DB4B13D4B45}"/>
              </c:ext>
            </c:extLst>
          </c:dPt>
          <c:dPt>
            <c:idx val="2"/>
            <c:bubble3D val="0"/>
            <c:spPr>
              <a:solidFill>
                <a:schemeClr val="accent3"/>
              </a:solidFill>
              <a:ln>
                <a:noFill/>
              </a:ln>
              <a:effectLst/>
            </c:spPr>
            <c:extLst>
              <c:ext xmlns:c16="http://schemas.microsoft.com/office/drawing/2014/chart" uri="{C3380CC4-5D6E-409C-BE32-E72D297353CC}">
                <c16:uniqueId val="{00000005-9D6A-4C44-A66A-7DB4B13D4B45}"/>
              </c:ext>
            </c:extLst>
          </c:dPt>
          <c:dPt>
            <c:idx val="3"/>
            <c:bubble3D val="0"/>
            <c:spPr>
              <a:solidFill>
                <a:schemeClr val="accent4"/>
              </a:solidFill>
              <a:ln>
                <a:noFill/>
              </a:ln>
              <a:effectLst/>
            </c:spPr>
            <c:extLst>
              <c:ext xmlns:c16="http://schemas.microsoft.com/office/drawing/2014/chart" uri="{C3380CC4-5D6E-409C-BE32-E72D297353CC}">
                <c16:uniqueId val="{00000007-9D6A-4C44-A66A-7DB4B13D4B45}"/>
              </c:ext>
            </c:extLst>
          </c:dPt>
          <c:cat>
            <c:strRef>
              <c:f>'Ark1'!$A$2:$A$5</c:f>
              <c:strCache>
                <c:ptCount val="4"/>
                <c:pt idx="0">
                  <c:v>Kategori 1</c:v>
                </c:pt>
                <c:pt idx="1">
                  <c:v>Kategori 2</c:v>
                </c:pt>
                <c:pt idx="2">
                  <c:v>Kategori 3</c:v>
                </c:pt>
                <c:pt idx="3">
                  <c:v>Kategori 4</c:v>
                </c:pt>
              </c:strCache>
            </c:strRef>
          </c:cat>
          <c:val>
            <c:numRef>
              <c:f>'Ark1'!$B$2:$B$5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15C-B949-AA5D-169480C441BD}"/>
            </c:ext>
          </c:extLst>
        </c:ser>
        <c:ser>
          <c:idx val="1"/>
          <c:order val="1"/>
          <c:tx>
            <c:strRef>
              <c:f>'Ark1'!$C$1</c:f>
              <c:strCache>
                <c:ptCount val="1"/>
                <c:pt idx="0">
                  <c:v>Serie 2</c:v>
                </c:pt>
              </c:strCache>
            </c:strRef>
          </c:tx>
          <c:spPr>
            <a:solidFill>
              <a:schemeClr val="accent5"/>
            </a:solidFill>
          </c:spPr>
          <c:dPt>
            <c:idx val="0"/>
            <c:bubble3D val="0"/>
            <c:spPr>
              <a:solidFill>
                <a:schemeClr val="accent5"/>
              </a:solidFill>
              <a:ln>
                <a:noFill/>
              </a:ln>
              <a:effectLst/>
            </c:spPr>
            <c:extLst>
              <c:ext xmlns:c16="http://schemas.microsoft.com/office/drawing/2014/chart" uri="{C3380CC4-5D6E-409C-BE32-E72D297353CC}">
                <c16:uniqueId val="{00000009-9D6A-4C44-A66A-7DB4B13D4B45}"/>
              </c:ext>
            </c:extLst>
          </c:dPt>
          <c:dPt>
            <c:idx val="1"/>
            <c:bubble3D val="0"/>
            <c:spPr>
              <a:solidFill>
                <a:schemeClr val="accent5"/>
              </a:solidFill>
              <a:ln>
                <a:noFill/>
              </a:ln>
              <a:effectLst/>
            </c:spPr>
            <c:extLst>
              <c:ext xmlns:c16="http://schemas.microsoft.com/office/drawing/2014/chart" uri="{C3380CC4-5D6E-409C-BE32-E72D297353CC}">
                <c16:uniqueId val="{0000000B-9D6A-4C44-A66A-7DB4B13D4B45}"/>
              </c:ext>
            </c:extLst>
          </c:dPt>
          <c:dPt>
            <c:idx val="2"/>
            <c:bubble3D val="0"/>
            <c:spPr>
              <a:solidFill>
                <a:schemeClr val="accent5"/>
              </a:solidFill>
              <a:ln>
                <a:noFill/>
              </a:ln>
              <a:effectLst/>
            </c:spPr>
            <c:extLst>
              <c:ext xmlns:c16="http://schemas.microsoft.com/office/drawing/2014/chart" uri="{C3380CC4-5D6E-409C-BE32-E72D297353CC}">
                <c16:uniqueId val="{0000000D-9D6A-4C44-A66A-7DB4B13D4B45}"/>
              </c:ext>
            </c:extLst>
          </c:dPt>
          <c:dPt>
            <c:idx val="3"/>
            <c:bubble3D val="0"/>
            <c:spPr>
              <a:solidFill>
                <a:schemeClr val="accent5"/>
              </a:solidFill>
              <a:ln>
                <a:noFill/>
              </a:ln>
              <a:effectLst/>
            </c:spPr>
            <c:extLst>
              <c:ext xmlns:c16="http://schemas.microsoft.com/office/drawing/2014/chart" uri="{C3380CC4-5D6E-409C-BE32-E72D297353CC}">
                <c16:uniqueId val="{0000000F-9D6A-4C44-A66A-7DB4B13D4B45}"/>
              </c:ext>
            </c:extLst>
          </c:dPt>
          <c:cat>
            <c:strRef>
              <c:f>'Ark1'!$A$2:$A$5</c:f>
              <c:strCache>
                <c:ptCount val="4"/>
                <c:pt idx="0">
                  <c:v>Kategori 1</c:v>
                </c:pt>
                <c:pt idx="1">
                  <c:v>Kategori 2</c:v>
                </c:pt>
                <c:pt idx="2">
                  <c:v>Kategori 3</c:v>
                </c:pt>
                <c:pt idx="3">
                  <c:v>Kategori 4</c:v>
                </c:pt>
              </c:strCache>
            </c:strRef>
          </c:cat>
          <c:val>
            <c:numRef>
              <c:f>'Ark1'!$C$2:$C$5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15C-B949-AA5D-169480C441BD}"/>
            </c:ext>
          </c:extLst>
        </c:ser>
        <c:ser>
          <c:idx val="2"/>
          <c:order val="2"/>
          <c:tx>
            <c:strRef>
              <c:f>'Ark1'!$D$1</c:f>
              <c:strCache>
                <c:ptCount val="1"/>
                <c:pt idx="0">
                  <c:v>Serie 3</c:v>
                </c:pt>
              </c:strCache>
            </c:strRef>
          </c:tx>
          <c:spPr>
            <a:solidFill>
              <a:schemeClr val="accent4"/>
            </a:solidFill>
          </c:spPr>
          <c:dPt>
            <c:idx val="0"/>
            <c:bubble3D val="0"/>
            <c:spPr>
              <a:solidFill>
                <a:schemeClr val="accent4"/>
              </a:solidFill>
              <a:ln>
                <a:noFill/>
              </a:ln>
              <a:effectLst/>
            </c:spPr>
            <c:extLst>
              <c:ext xmlns:c16="http://schemas.microsoft.com/office/drawing/2014/chart" uri="{C3380CC4-5D6E-409C-BE32-E72D297353CC}">
                <c16:uniqueId val="{00000011-9D6A-4C44-A66A-7DB4B13D4B45}"/>
              </c:ext>
            </c:extLst>
          </c:dPt>
          <c:dPt>
            <c:idx val="1"/>
            <c:bubble3D val="0"/>
            <c:spPr>
              <a:solidFill>
                <a:schemeClr val="accent4"/>
              </a:solidFill>
              <a:ln>
                <a:noFill/>
              </a:ln>
              <a:effectLst/>
            </c:spPr>
            <c:extLst>
              <c:ext xmlns:c16="http://schemas.microsoft.com/office/drawing/2014/chart" uri="{C3380CC4-5D6E-409C-BE32-E72D297353CC}">
                <c16:uniqueId val="{00000013-9D6A-4C44-A66A-7DB4B13D4B45}"/>
              </c:ext>
            </c:extLst>
          </c:dPt>
          <c:dPt>
            <c:idx val="2"/>
            <c:bubble3D val="0"/>
            <c:spPr>
              <a:solidFill>
                <a:schemeClr val="accent4"/>
              </a:solidFill>
              <a:ln>
                <a:noFill/>
              </a:ln>
              <a:effectLst/>
            </c:spPr>
            <c:extLst>
              <c:ext xmlns:c16="http://schemas.microsoft.com/office/drawing/2014/chart" uri="{C3380CC4-5D6E-409C-BE32-E72D297353CC}">
                <c16:uniqueId val="{00000015-9D6A-4C44-A66A-7DB4B13D4B45}"/>
              </c:ext>
            </c:extLst>
          </c:dPt>
          <c:dPt>
            <c:idx val="3"/>
            <c:bubble3D val="0"/>
            <c:spPr>
              <a:solidFill>
                <a:schemeClr val="accent4"/>
              </a:solidFill>
              <a:ln>
                <a:noFill/>
              </a:ln>
              <a:effectLst/>
            </c:spPr>
            <c:extLst>
              <c:ext xmlns:c16="http://schemas.microsoft.com/office/drawing/2014/chart" uri="{C3380CC4-5D6E-409C-BE32-E72D297353CC}">
                <c16:uniqueId val="{00000017-9D6A-4C44-A66A-7DB4B13D4B45}"/>
              </c:ext>
            </c:extLst>
          </c:dPt>
          <c:cat>
            <c:strRef>
              <c:f>'Ark1'!$A$2:$A$5</c:f>
              <c:strCache>
                <c:ptCount val="4"/>
                <c:pt idx="0">
                  <c:v>Kategori 1</c:v>
                </c:pt>
                <c:pt idx="1">
                  <c:v>Kategori 2</c:v>
                </c:pt>
                <c:pt idx="2">
                  <c:v>Kategori 3</c:v>
                </c:pt>
                <c:pt idx="3">
                  <c:v>Kategori 4</c:v>
                </c:pt>
              </c:strCache>
            </c:strRef>
          </c:cat>
          <c:val>
            <c:numRef>
              <c:f>'Ark1'!$D$2:$D$5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15C-B949-AA5D-169480C441BD}"/>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a-DK"/>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da-DK"/>
          </a:p>
        </p:txBody>
      </p:sp>
      <p:sp>
        <p:nvSpPr>
          <p:cNvPr id="3" name="Pladsholder til dato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fld id="{D89A4001-4DA2-DE45-8683-84D652A763E1}" type="datetime5">
              <a:t>maj 2026</a:t>
            </a:fld>
            <a:endParaRPr lang="da-DK"/>
          </a:p>
        </p:txBody>
      </p:sp>
      <p:sp>
        <p:nvSpPr>
          <p:cNvPr id="4" name="Pladsholder til sidefod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r>
              <a:rPr lang="da-DK"/>
              <a:t>Projektnavn</a:t>
            </a:r>
          </a:p>
        </p:txBody>
      </p:sp>
      <p:sp>
        <p:nvSpPr>
          <p:cNvPr id="5" name="Pladsholder til diasnumm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523E87F8-4FEA-3441-A4A0-56ACFEA11099}" type="slidenum">
              <a:rPr lang="da-DK"/>
              <a:pPr>
                <a:defRPr/>
              </a:pPr>
              <a:t>‹nr.›</a:t>
            </a:fld>
            <a:endParaRPr lang="da-DK"/>
          </a:p>
        </p:txBody>
      </p:sp>
    </p:spTree>
    <p:extLst>
      <p:ext uri="{BB962C8B-B14F-4D97-AF65-F5344CB8AC3E}">
        <p14:creationId xmlns:p14="http://schemas.microsoft.com/office/powerpoint/2010/main" val="580350936"/>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a-DK"/>
          </a:p>
        </p:txBody>
      </p:sp>
      <p:sp>
        <p:nvSpPr>
          <p:cNvPr id="3" name="Pladsholder til dato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E0243E54-18E7-9948-B039-7799D99594CE}" type="datetime5">
              <a:t>maj 2026</a:t>
            </a:fld>
            <a:endParaRPr lang="da-DK"/>
          </a:p>
        </p:txBody>
      </p:sp>
      <p:sp>
        <p:nvSpPr>
          <p:cNvPr id="4" name="Pladsholder til diasbillede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da-DK" noProof="0"/>
          </a:p>
        </p:txBody>
      </p:sp>
      <p:sp>
        <p:nvSpPr>
          <p:cNvPr id="5" name="Pladsholder til not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da-DK" noProof="0"/>
              <a:t>Klik for at redigere typografi i masteren</a:t>
            </a:r>
          </a:p>
          <a:p>
            <a:pPr lvl="1"/>
            <a:r>
              <a:rPr lang="da-DK" noProof="0"/>
              <a:t>Andet niveau</a:t>
            </a:r>
          </a:p>
          <a:p>
            <a:pPr lvl="2"/>
            <a:r>
              <a:rPr lang="da-DK" noProof="0"/>
              <a:t>Tredje niveau</a:t>
            </a:r>
          </a:p>
          <a:p>
            <a:pPr lvl="3"/>
            <a:r>
              <a:rPr lang="da-DK" noProof="0"/>
              <a:t>Fjerde niveau</a:t>
            </a:r>
          </a:p>
          <a:p>
            <a:pPr lvl="4"/>
            <a:r>
              <a:rPr lang="da-DK" noProof="0"/>
              <a:t>Femte niveau</a:t>
            </a:r>
          </a:p>
        </p:txBody>
      </p:sp>
      <p:sp>
        <p:nvSpPr>
          <p:cNvPr id="6" name="Pladsholder til sidefod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dirty="0">
                <a:latin typeface="Arial"/>
                <a:cs typeface="Arial"/>
              </a:defRPr>
            </a:lvl1pPr>
          </a:lstStyle>
          <a:p>
            <a:pPr>
              <a:defRPr/>
            </a:pPr>
            <a:r>
              <a:rPr lang="da-DK"/>
              <a:t>Projektnavn</a:t>
            </a:r>
          </a:p>
        </p:txBody>
      </p:sp>
      <p:sp>
        <p:nvSpPr>
          <p:cNvPr id="7" name="Pladsholder til diasnumm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Arial" charset="0"/>
                <a:ea typeface="Arial" charset="0"/>
                <a:cs typeface="Arial" charset="0"/>
              </a:defRPr>
            </a:lvl1pPr>
          </a:lstStyle>
          <a:p>
            <a:fld id="{50EBFF8D-63AC-9949-AABB-8E6FA0FBCE31}" type="slidenum">
              <a:rPr lang="da-DK"/>
              <a:pPr/>
              <a:t>‹nr.›</a:t>
            </a:fld>
            <a:endParaRPr lang="da-DK"/>
          </a:p>
        </p:txBody>
      </p:sp>
    </p:spTree>
    <p:extLst>
      <p:ext uri="{BB962C8B-B14F-4D97-AF65-F5344CB8AC3E}">
        <p14:creationId xmlns:p14="http://schemas.microsoft.com/office/powerpoint/2010/main" val="4267637908"/>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300" kern="1200">
        <a:solidFill>
          <a:schemeClr val="tx1"/>
        </a:solidFill>
        <a:latin typeface="Arial"/>
        <a:ea typeface="Arial" pitchFamily="34" charset="0"/>
        <a:cs typeface="Arial"/>
      </a:defRPr>
    </a:lvl1pPr>
    <a:lvl2pPr marL="478596" algn="l" rtl="0" eaLnBrk="0" fontAlgn="base" hangingPunct="0">
      <a:spcBef>
        <a:spcPct val="30000"/>
      </a:spcBef>
      <a:spcAft>
        <a:spcPct val="0"/>
      </a:spcAft>
      <a:defRPr sz="1300" kern="1200">
        <a:solidFill>
          <a:schemeClr val="tx1"/>
        </a:solidFill>
        <a:latin typeface="Arial"/>
        <a:ea typeface="Arial" pitchFamily="34" charset="0"/>
        <a:cs typeface="Arial"/>
      </a:defRPr>
    </a:lvl2pPr>
    <a:lvl3pPr marL="957190" algn="l" rtl="0" eaLnBrk="0" fontAlgn="base" hangingPunct="0">
      <a:spcBef>
        <a:spcPct val="30000"/>
      </a:spcBef>
      <a:spcAft>
        <a:spcPct val="0"/>
      </a:spcAft>
      <a:defRPr sz="1300" kern="1200">
        <a:solidFill>
          <a:schemeClr val="tx1"/>
        </a:solidFill>
        <a:latin typeface="Arial"/>
        <a:ea typeface="Arial" pitchFamily="34" charset="0"/>
        <a:cs typeface="Arial"/>
      </a:defRPr>
    </a:lvl3pPr>
    <a:lvl4pPr marL="1435784" algn="l" rtl="0" eaLnBrk="0" fontAlgn="base" hangingPunct="0">
      <a:spcBef>
        <a:spcPct val="30000"/>
      </a:spcBef>
      <a:spcAft>
        <a:spcPct val="0"/>
      </a:spcAft>
      <a:defRPr sz="1300" kern="1200">
        <a:solidFill>
          <a:schemeClr val="tx1"/>
        </a:solidFill>
        <a:latin typeface="Arial"/>
        <a:ea typeface="Arial" pitchFamily="34" charset="0"/>
        <a:cs typeface="Arial"/>
      </a:defRPr>
    </a:lvl4pPr>
    <a:lvl5pPr marL="1914379" algn="l" rtl="0" eaLnBrk="0" fontAlgn="base" hangingPunct="0">
      <a:spcBef>
        <a:spcPct val="30000"/>
      </a:spcBef>
      <a:spcAft>
        <a:spcPct val="0"/>
      </a:spcAft>
      <a:defRPr sz="1300" kern="1200">
        <a:solidFill>
          <a:schemeClr val="tx1"/>
        </a:solidFill>
        <a:latin typeface="Arial"/>
        <a:ea typeface="Arial" pitchFamily="34" charset="0"/>
        <a:cs typeface="Arial"/>
      </a:defRPr>
    </a:lvl5pPr>
    <a:lvl6pPr marL="2392971" algn="l" defTabSz="957190" rtl="0" eaLnBrk="1" latinLnBrk="0" hangingPunct="1">
      <a:defRPr sz="1300" kern="1200">
        <a:solidFill>
          <a:schemeClr val="tx1"/>
        </a:solidFill>
        <a:latin typeface="+mn-lt"/>
        <a:ea typeface="+mn-ea"/>
        <a:cs typeface="+mn-cs"/>
      </a:defRPr>
    </a:lvl6pPr>
    <a:lvl7pPr marL="2871566" algn="l" defTabSz="957190" rtl="0" eaLnBrk="1" latinLnBrk="0" hangingPunct="1">
      <a:defRPr sz="1300" kern="1200">
        <a:solidFill>
          <a:schemeClr val="tx1"/>
        </a:solidFill>
        <a:latin typeface="+mn-lt"/>
        <a:ea typeface="+mn-ea"/>
        <a:cs typeface="+mn-cs"/>
      </a:defRPr>
    </a:lvl7pPr>
    <a:lvl8pPr marL="3350160" algn="l" defTabSz="957190" rtl="0" eaLnBrk="1" latinLnBrk="0" hangingPunct="1">
      <a:defRPr sz="1300" kern="1200">
        <a:solidFill>
          <a:schemeClr val="tx1"/>
        </a:solidFill>
        <a:latin typeface="+mn-lt"/>
        <a:ea typeface="+mn-ea"/>
        <a:cs typeface="+mn-cs"/>
      </a:defRPr>
    </a:lvl8pPr>
    <a:lvl9pPr marL="3828755" algn="l" defTabSz="957190"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US"/>
          </a:p>
        </p:txBody>
      </p:sp>
      <p:sp>
        <p:nvSpPr>
          <p:cNvPr id="4" name="Pladsholder til dato 3"/>
          <p:cNvSpPr>
            <a:spLocks noGrp="1"/>
          </p:cNvSpPr>
          <p:nvPr>
            <p:ph type="dt" idx="1"/>
          </p:nvPr>
        </p:nvSpPr>
        <p:spPr/>
        <p:txBody>
          <a:bodyPr/>
          <a:lstStyle/>
          <a:p>
            <a:pPr>
              <a:defRPr/>
            </a:pPr>
            <a:fld id="{49B4F2D7-AAA9-EA44-80E3-0756306300AD}" type="datetime5">
              <a:t>maj 2026</a:t>
            </a:fld>
            <a:endParaRPr lang="da-DK"/>
          </a:p>
        </p:txBody>
      </p:sp>
      <p:sp>
        <p:nvSpPr>
          <p:cNvPr id="5" name="Pladsholder til sidefod 4"/>
          <p:cNvSpPr>
            <a:spLocks noGrp="1"/>
          </p:cNvSpPr>
          <p:nvPr>
            <p:ph type="ftr" sz="quarter" idx="4"/>
          </p:nvPr>
        </p:nvSpPr>
        <p:spPr/>
        <p:txBody>
          <a:bodyPr/>
          <a:lstStyle/>
          <a:p>
            <a:pPr>
              <a:defRPr/>
            </a:pPr>
            <a:r>
              <a:rPr lang="da-DK"/>
              <a:t>Projektnavn</a:t>
            </a:r>
          </a:p>
        </p:txBody>
      </p:sp>
      <p:sp>
        <p:nvSpPr>
          <p:cNvPr id="6" name="Pladsholder til slidenummer 5"/>
          <p:cNvSpPr>
            <a:spLocks noGrp="1"/>
          </p:cNvSpPr>
          <p:nvPr>
            <p:ph type="sldNum" sz="quarter" idx="5"/>
          </p:nvPr>
        </p:nvSpPr>
        <p:spPr/>
        <p:txBody>
          <a:bodyPr/>
          <a:lstStyle/>
          <a:p>
            <a:fld id="{50EBFF8D-63AC-9949-AABB-8E6FA0FBCE31}" type="slidenum">
              <a:rPr lang="da-DK"/>
              <a:pPr/>
              <a:t>60</a:t>
            </a:fld>
            <a:endParaRPr lang="da-DK"/>
          </a:p>
        </p:txBody>
      </p:sp>
    </p:spTree>
    <p:extLst>
      <p:ext uri="{BB962C8B-B14F-4D97-AF65-F5344CB8AC3E}">
        <p14:creationId xmlns:p14="http://schemas.microsoft.com/office/powerpoint/2010/main" val="32297880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7.sv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2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2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4.sv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5.sv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6.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7.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3.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2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3.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9.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3.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3.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Light image">
    <p:bg>
      <p:bgPr>
        <a:solidFill>
          <a:schemeClr val="bg1"/>
        </a:solid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DC5E1181-A109-AE63-DA1D-E61B865C40E0}"/>
              </a:ext>
            </a:extLst>
          </p:cNvPr>
          <p:cNvSpPr>
            <a:spLocks noGrp="1"/>
          </p:cNvSpPr>
          <p:nvPr>
            <p:ph type="pic" sz="quarter" idx="14" hasCustomPrompt="1"/>
          </p:nvPr>
        </p:nvSpPr>
        <p:spPr>
          <a:xfrm>
            <a:off x="-1" y="0"/>
            <a:ext cx="12188825" cy="6858000"/>
          </a:xfrm>
          <a:prstGeom prst="rect">
            <a:avLst/>
          </a:prstGeom>
          <a:solidFill>
            <a:srgbClr val="DDDDDD"/>
          </a:solidFill>
        </p:spPr>
        <p:txBody>
          <a:bodyPr lIns="216000" tIns="216000" rIns="216000" bIns="216000" anchor="b" anchorCtr="0"/>
          <a:lstStyle>
            <a:lvl1pPr algn="ctr">
              <a:defRPr sz="1000" b="0">
                <a:solidFill>
                  <a:schemeClr val="bg1">
                    <a:lumMod val="65000"/>
                  </a:schemeClr>
                </a:solidFill>
              </a:defRPr>
            </a:lvl1pPr>
          </a:lstStyle>
          <a:p>
            <a:r>
              <a:rPr lang="da-DK"/>
              <a:t>Indsæt billede</a:t>
            </a:r>
          </a:p>
        </p:txBody>
      </p:sp>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1" y="288000"/>
            <a:ext cx="11621502" cy="2181706"/>
          </a:xfrm>
        </p:spPr>
        <p:txBody>
          <a:bodyPr/>
          <a:lstStyle>
            <a:lvl1pPr marL="0" marR="0" indent="0" algn="l" defTabSz="914400" rtl="0" eaLnBrk="1" fontAlgn="base" latinLnBrk="0" hangingPunct="1">
              <a:lnSpc>
                <a:spcPct val="73000"/>
              </a:lnSpc>
              <a:spcBef>
                <a:spcPct val="0"/>
              </a:spcBef>
              <a:spcAft>
                <a:spcPct val="0"/>
              </a:spcAft>
              <a:buClrTx/>
              <a:buSzTx/>
              <a:buFontTx/>
              <a:buNone/>
              <a:tabLst/>
              <a:defRPr sz="9400">
                <a:solidFill>
                  <a:schemeClr val="tx2"/>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Enter two-line headline here</a:t>
            </a:r>
            <a:endParaRPr lang="en-US"/>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2484000"/>
            <a:ext cx="9936213" cy="384465"/>
          </a:xfrm>
        </p:spPr>
        <p:txBody>
          <a:bodyPr/>
          <a:lstStyle>
            <a:lvl1pPr>
              <a:defRPr sz="2100">
                <a:solidFill>
                  <a:schemeClr val="tx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Enter sub headline here</a:t>
            </a:r>
          </a:p>
        </p:txBody>
      </p:sp>
      <p:sp>
        <p:nvSpPr>
          <p:cNvPr id="4" name="Pladsholder til billede 6">
            <a:extLst>
              <a:ext uri="{FF2B5EF4-FFF2-40B4-BE49-F238E27FC236}">
                <a16:creationId xmlns:a16="http://schemas.microsoft.com/office/drawing/2014/main" id="{05C655AD-1715-6B97-857A-37331017D0D6}"/>
              </a:ext>
            </a:extLst>
          </p:cNvPr>
          <p:cNvSpPr>
            <a:spLocks noGrp="1"/>
          </p:cNvSpPr>
          <p:nvPr>
            <p:ph type="pic" sz="quarter" idx="15"/>
          </p:nvPr>
        </p:nvSpPr>
        <p:spPr>
          <a:xfrm>
            <a:off x="11271600" y="6444000"/>
            <a:ext cx="630000" cy="165600"/>
          </a:xfrm>
          <a:blipFill>
            <a:blip>
              <a:extLst>
                <a:ext uri="{96DAC541-7B7A-43D3-8B79-37D633B846F1}">
                  <asvg:svgBlip xmlns:asvg="http://schemas.microsoft.com/office/drawing/2016/SVG/main" r:embed="rId2"/>
                </a:ext>
              </a:extLst>
            </a:blip>
            <a:stretch>
              <a:fillRect/>
            </a:stretch>
          </a:blipFill>
        </p:spPr>
        <p:txBody>
          <a:bodyPr/>
          <a:lstStyle/>
          <a:p>
            <a:r>
              <a:rPr lang="da-DK"/>
              <a:t>Klik på ikonet for at tilføje et billede</a:t>
            </a:r>
            <a:endParaRPr lang="en-US"/>
          </a:p>
        </p:txBody>
      </p:sp>
      <p:sp>
        <p:nvSpPr>
          <p:cNvPr id="3" name="Pladsholder til billede 6">
            <a:extLst>
              <a:ext uri="{FF2B5EF4-FFF2-40B4-BE49-F238E27FC236}">
                <a16:creationId xmlns:a16="http://schemas.microsoft.com/office/drawing/2014/main" id="{2E20E540-4428-0061-9333-F6FC8A83C8F0}"/>
              </a:ext>
            </a:extLst>
          </p:cNvPr>
          <p:cNvSpPr>
            <a:spLocks noGrp="1"/>
          </p:cNvSpPr>
          <p:nvPr>
            <p:ph type="pic" sz="quarter" idx="16"/>
          </p:nvPr>
        </p:nvSpPr>
        <p:spPr>
          <a:xfrm>
            <a:off x="288000" y="6476852"/>
            <a:ext cx="471600" cy="165600"/>
          </a:xfrm>
          <a:blipFill>
            <a:blip>
              <a:extLst>
                <a:ext uri="{96DAC541-7B7A-43D3-8B79-37D633B846F1}">
                  <asvg:svgBlip xmlns:asvg="http://schemas.microsoft.com/office/drawing/2016/SVG/main" r:embed="rId3"/>
                </a:ext>
              </a:extLst>
            </a:blip>
            <a:stretch>
              <a:fillRect/>
            </a:stretch>
          </a:blipFill>
        </p:spPr>
        <p:txBody>
          <a:bodyPr/>
          <a:lstStyle/>
          <a:p>
            <a:r>
              <a:rPr lang="da-DK"/>
              <a:t>Klik på ikonet for at tilføje et billede</a:t>
            </a:r>
            <a:endParaRPr lang="en-US"/>
          </a:p>
        </p:txBody>
      </p:sp>
    </p:spTree>
    <p:extLst>
      <p:ext uri="{BB962C8B-B14F-4D97-AF65-F5344CB8AC3E}">
        <p14:creationId xmlns:p14="http://schemas.microsoft.com/office/powerpoint/2010/main" val="330343529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Dark image">
    <p:bg>
      <p:bgPr>
        <a:solidFill>
          <a:schemeClr val="bg1"/>
        </a:solid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DC5E1181-A109-AE63-DA1D-E61B865C40E0}"/>
              </a:ext>
            </a:extLst>
          </p:cNvPr>
          <p:cNvSpPr>
            <a:spLocks noGrp="1"/>
          </p:cNvSpPr>
          <p:nvPr>
            <p:ph type="pic" sz="quarter" idx="14" hasCustomPrompt="1"/>
          </p:nvPr>
        </p:nvSpPr>
        <p:spPr>
          <a:xfrm>
            <a:off x="-1" y="0"/>
            <a:ext cx="12188825" cy="6858000"/>
          </a:xfrm>
          <a:prstGeom prst="rect">
            <a:avLst/>
          </a:prstGeom>
          <a:solidFill>
            <a:srgbClr val="636363"/>
          </a:solidFill>
        </p:spPr>
        <p:txBody>
          <a:bodyPr lIns="216000" tIns="216000" rIns="216000" bIns="216000" anchor="b" anchorCtr="0"/>
          <a:lstStyle>
            <a:lvl1pPr algn="ctr">
              <a:defRPr sz="1000" b="0">
                <a:solidFill>
                  <a:schemeClr val="bg1">
                    <a:lumMod val="65000"/>
                  </a:schemeClr>
                </a:solidFill>
              </a:defRPr>
            </a:lvl1pPr>
          </a:lstStyle>
          <a:p>
            <a:r>
              <a:rPr lang="da-DK"/>
              <a:t>Indsæt billede</a:t>
            </a:r>
          </a:p>
        </p:txBody>
      </p:sp>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88000"/>
            <a:ext cx="11757598" cy="2172609"/>
          </a:xfrm>
        </p:spPr>
        <p:txBody>
          <a:bodyPr/>
          <a:lstStyle>
            <a:lvl1pPr marL="0" marR="0" indent="0" algn="l" defTabSz="914400" rtl="0" eaLnBrk="1" fontAlgn="base" latinLnBrk="0" hangingPunct="1">
              <a:lnSpc>
                <a:spcPct val="73000"/>
              </a:lnSpc>
              <a:spcBef>
                <a:spcPct val="0"/>
              </a:spcBef>
              <a:spcAft>
                <a:spcPct val="0"/>
              </a:spcAft>
              <a:buClrTx/>
              <a:buSzTx/>
              <a:buFontTx/>
              <a:buNone/>
              <a:tabLst/>
              <a:defRPr sz="9400">
                <a:solidFill>
                  <a:schemeClr val="accent4"/>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Enter two-line headline here</a:t>
            </a:r>
            <a:endParaRPr lang="en-US"/>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2484000"/>
            <a:ext cx="9945688" cy="384465"/>
          </a:xfrm>
        </p:spPr>
        <p:txBody>
          <a:bodyPr/>
          <a:lstStyle>
            <a:lvl1pPr>
              <a:defRPr sz="2100">
                <a:solidFill>
                  <a:schemeClr val="accent4"/>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Enter sub headline here</a:t>
            </a:r>
          </a:p>
        </p:txBody>
      </p:sp>
      <p:sp>
        <p:nvSpPr>
          <p:cNvPr id="5" name="Pladsholder til billede 6">
            <a:extLst>
              <a:ext uri="{FF2B5EF4-FFF2-40B4-BE49-F238E27FC236}">
                <a16:creationId xmlns:a16="http://schemas.microsoft.com/office/drawing/2014/main" id="{AE9CFF07-037C-D3CA-8B7F-A7578C7B7935}"/>
              </a:ext>
            </a:extLst>
          </p:cNvPr>
          <p:cNvSpPr>
            <a:spLocks noGrp="1"/>
          </p:cNvSpPr>
          <p:nvPr>
            <p:ph type="pic" sz="quarter" idx="15"/>
          </p:nvPr>
        </p:nvSpPr>
        <p:spPr>
          <a:xfrm>
            <a:off x="11271600" y="6444000"/>
            <a:ext cx="630000" cy="165600"/>
          </a:xfrm>
          <a:blipFill>
            <a:blip>
              <a:extLst>
                <a:ext uri="{96DAC541-7B7A-43D3-8B79-37D633B846F1}">
                  <asvg:svgBlip xmlns:asvg="http://schemas.microsoft.com/office/drawing/2016/SVG/main" r:embed="rId2"/>
                </a:ext>
              </a:extLst>
            </a:blip>
            <a:stretch>
              <a:fillRect/>
            </a:stretch>
          </a:blipFill>
        </p:spPr>
        <p:txBody>
          <a:bodyPr/>
          <a:lstStyle/>
          <a:p>
            <a:r>
              <a:rPr lang="da-DK"/>
              <a:t>Klik på ikonet for at tilføje et billede</a:t>
            </a:r>
            <a:endParaRPr lang="en-US"/>
          </a:p>
        </p:txBody>
      </p:sp>
      <p:sp>
        <p:nvSpPr>
          <p:cNvPr id="3" name="Pladsholder til billede 6">
            <a:extLst>
              <a:ext uri="{FF2B5EF4-FFF2-40B4-BE49-F238E27FC236}">
                <a16:creationId xmlns:a16="http://schemas.microsoft.com/office/drawing/2014/main" id="{DFB45A18-B842-EAFC-1A3B-9B9C53D11045}"/>
              </a:ext>
            </a:extLst>
          </p:cNvPr>
          <p:cNvSpPr>
            <a:spLocks noGrp="1"/>
          </p:cNvSpPr>
          <p:nvPr>
            <p:ph type="pic" sz="quarter" idx="16"/>
          </p:nvPr>
        </p:nvSpPr>
        <p:spPr>
          <a:xfrm>
            <a:off x="288000" y="6444000"/>
            <a:ext cx="471600" cy="165600"/>
          </a:xfrm>
          <a:blipFill>
            <a:blip>
              <a:extLst>
                <a:ext uri="{96DAC541-7B7A-43D3-8B79-37D633B846F1}">
                  <asvg:svgBlip xmlns:asvg="http://schemas.microsoft.com/office/drawing/2016/SVG/main" r:embed="rId3"/>
                </a:ext>
              </a:extLst>
            </a:blip>
            <a:stretch>
              <a:fillRect/>
            </a:stretch>
          </a:blipFill>
        </p:spPr>
        <p:txBody>
          <a:bodyPr/>
          <a:lstStyle/>
          <a:p>
            <a:r>
              <a:rPr lang="da-DK"/>
              <a:t>Klik på ikonet for at tilføje et billede</a:t>
            </a:r>
            <a:endParaRPr lang="en-US"/>
          </a:p>
        </p:txBody>
      </p:sp>
    </p:spTree>
    <p:extLst>
      <p:ext uri="{BB962C8B-B14F-4D97-AF65-F5344CB8AC3E}">
        <p14:creationId xmlns:p14="http://schemas.microsoft.com/office/powerpoint/2010/main" val="397758416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Burgundy + image">
    <p:bg>
      <p:bgPr>
        <a:solidFill>
          <a:schemeClr val="accent3"/>
        </a:solid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DC5E1181-A109-AE63-DA1D-E61B865C40E0}"/>
              </a:ext>
            </a:extLst>
          </p:cNvPr>
          <p:cNvSpPr>
            <a:spLocks noGrp="1"/>
          </p:cNvSpPr>
          <p:nvPr>
            <p:ph type="pic" sz="quarter" idx="14" hasCustomPrompt="1"/>
          </p:nvPr>
        </p:nvSpPr>
        <p:spPr>
          <a:xfrm>
            <a:off x="6094412" y="0"/>
            <a:ext cx="6094412" cy="6858000"/>
          </a:xfrm>
          <a:prstGeom prst="rect">
            <a:avLst/>
          </a:prstGeom>
          <a:solidFill>
            <a:srgbClr val="DDDDDD"/>
          </a:solidFill>
        </p:spPr>
        <p:txBody>
          <a:bodyPr lIns="216000" tIns="216000" rIns="216000" bIns="216000" anchor="b" anchorCtr="0"/>
          <a:lstStyle>
            <a:lvl1pPr algn="ctr">
              <a:defRPr sz="1000" b="0">
                <a:solidFill>
                  <a:schemeClr val="bg1">
                    <a:lumMod val="65000"/>
                  </a:schemeClr>
                </a:solidFill>
              </a:defRPr>
            </a:lvl1pPr>
          </a:lstStyle>
          <a:p>
            <a:r>
              <a:rPr lang="da-DK"/>
              <a:t>Indsæt billede</a:t>
            </a:r>
          </a:p>
        </p:txBody>
      </p:sp>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88000"/>
            <a:ext cx="5373143" cy="2039259"/>
          </a:xfrm>
        </p:spPr>
        <p:txBody>
          <a:bodyPr/>
          <a:lstStyle>
            <a:lvl1pPr marL="0" marR="0" indent="0" algn="l" defTabSz="914400" rtl="0" eaLnBrk="1" fontAlgn="base" latinLnBrk="0" hangingPunct="1">
              <a:lnSpc>
                <a:spcPct val="73000"/>
              </a:lnSpc>
              <a:spcBef>
                <a:spcPct val="0"/>
              </a:spcBef>
              <a:spcAft>
                <a:spcPct val="0"/>
              </a:spcAft>
              <a:buClrTx/>
              <a:buSzTx/>
              <a:buFontTx/>
              <a:buNone/>
              <a:tabLst/>
              <a:defRPr sz="8800">
                <a:solidFill>
                  <a:schemeClr val="accent6"/>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Enter headline</a:t>
            </a:r>
            <a:endParaRPr lang="en-US"/>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2484000"/>
            <a:ext cx="5373143" cy="384465"/>
          </a:xfrm>
        </p:spPr>
        <p:txBody>
          <a:bodyPr/>
          <a:lstStyle>
            <a:lvl1pPr>
              <a:defRPr sz="2100">
                <a:solidFill>
                  <a:schemeClr val="accent6"/>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Enter sub headline here</a:t>
            </a:r>
          </a:p>
        </p:txBody>
      </p:sp>
      <p:pic>
        <p:nvPicPr>
          <p:cNvPr id="3" name="Grafik 2">
            <a:extLst>
              <a:ext uri="{FF2B5EF4-FFF2-40B4-BE49-F238E27FC236}">
                <a16:creationId xmlns:a16="http://schemas.microsoft.com/office/drawing/2014/main" id="{640C5525-FBC2-3387-DD54-CEDEBA99288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476852"/>
            <a:ext cx="471597" cy="165330"/>
          </a:xfrm>
          <a:prstGeom prst="rect">
            <a:avLst/>
          </a:prstGeom>
        </p:spPr>
      </p:pic>
      <p:sp>
        <p:nvSpPr>
          <p:cNvPr id="4" name="Pladsholder til billede 6">
            <a:extLst>
              <a:ext uri="{FF2B5EF4-FFF2-40B4-BE49-F238E27FC236}">
                <a16:creationId xmlns:a16="http://schemas.microsoft.com/office/drawing/2014/main" id="{CF1FD002-A6D8-FE7C-A626-99326E0DBD2B}"/>
              </a:ext>
            </a:extLst>
          </p:cNvPr>
          <p:cNvSpPr>
            <a:spLocks noGrp="1"/>
          </p:cNvSpPr>
          <p:nvPr>
            <p:ph type="pic" sz="quarter" idx="16"/>
          </p:nvPr>
        </p:nvSpPr>
        <p:spPr>
          <a:xfrm>
            <a:off x="11271600" y="6476852"/>
            <a:ext cx="630000" cy="165600"/>
          </a:xfrm>
          <a:blipFill>
            <a:blip>
              <a:extLst>
                <a:ext uri="{96DAC541-7B7A-43D3-8B79-37D633B846F1}">
                  <asvg:svgBlip xmlns:asvg="http://schemas.microsoft.com/office/drawing/2016/SVG/main" r:embed="rId3"/>
                </a:ext>
              </a:extLst>
            </a:blip>
            <a:stretch>
              <a:fillRect/>
            </a:stretch>
          </a:blipFill>
        </p:spPr>
        <p:txBody>
          <a:bodyPr/>
          <a:lstStyle/>
          <a:p>
            <a:r>
              <a:rPr lang="da-DK"/>
              <a:t>Klik på ikonet for at tilføje et billede</a:t>
            </a:r>
            <a:endParaRPr lang="en-US"/>
          </a:p>
        </p:txBody>
      </p:sp>
    </p:spTree>
    <p:extLst>
      <p:ext uri="{BB962C8B-B14F-4D97-AF65-F5344CB8AC3E}">
        <p14:creationId xmlns:p14="http://schemas.microsoft.com/office/powerpoint/2010/main" val="262079148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Harbour Mist + image">
    <p:bg>
      <p:bgPr>
        <a:solidFill>
          <a:schemeClr val="accent6"/>
        </a:solid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DC5E1181-A109-AE63-DA1D-E61B865C40E0}"/>
              </a:ext>
            </a:extLst>
          </p:cNvPr>
          <p:cNvSpPr>
            <a:spLocks noGrp="1"/>
          </p:cNvSpPr>
          <p:nvPr>
            <p:ph type="pic" sz="quarter" idx="14" hasCustomPrompt="1"/>
          </p:nvPr>
        </p:nvSpPr>
        <p:spPr>
          <a:xfrm>
            <a:off x="0" y="3284538"/>
            <a:ext cx="12188824" cy="3573462"/>
          </a:xfrm>
          <a:prstGeom prst="rect">
            <a:avLst/>
          </a:prstGeom>
          <a:solidFill>
            <a:srgbClr val="DDDDDD"/>
          </a:solidFill>
        </p:spPr>
        <p:txBody>
          <a:bodyPr lIns="216000" tIns="216000" rIns="216000" bIns="216000" anchor="b" anchorCtr="0"/>
          <a:lstStyle>
            <a:lvl1pPr algn="ctr">
              <a:defRPr sz="1000" b="0">
                <a:solidFill>
                  <a:schemeClr val="bg1">
                    <a:lumMod val="65000"/>
                  </a:schemeClr>
                </a:solidFill>
              </a:defRPr>
            </a:lvl1pPr>
          </a:lstStyle>
          <a:p>
            <a:r>
              <a:rPr lang="da-DK"/>
              <a:t>Indsæt billede</a:t>
            </a:r>
          </a:p>
        </p:txBody>
      </p:sp>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88000"/>
            <a:ext cx="5373143" cy="2172609"/>
          </a:xfrm>
          <a:noFill/>
        </p:spPr>
        <p:txBody>
          <a:bodyPr/>
          <a:lstStyle>
            <a:lvl1pPr marL="0" marR="0" indent="0" algn="l" defTabSz="914400" rtl="0" eaLnBrk="1" fontAlgn="base" latinLnBrk="0" hangingPunct="1">
              <a:lnSpc>
                <a:spcPct val="73000"/>
              </a:lnSpc>
              <a:spcBef>
                <a:spcPct val="0"/>
              </a:spcBef>
              <a:spcAft>
                <a:spcPct val="0"/>
              </a:spcAft>
              <a:buClrTx/>
              <a:buSzTx/>
              <a:buFontTx/>
              <a:buNone/>
              <a:tabLst/>
              <a:defRPr sz="9400">
                <a:solidFill>
                  <a:schemeClr val="accent5"/>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Enter headline</a:t>
            </a:r>
            <a:endParaRPr lang="en-US"/>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2484000"/>
            <a:ext cx="5373143" cy="384465"/>
          </a:xfrm>
        </p:spPr>
        <p:txBody>
          <a:bodyPr/>
          <a:lstStyle>
            <a:lvl1pPr>
              <a:defRPr sz="2100">
                <a:solidFill>
                  <a:schemeClr val="accent5"/>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Enter sub headline here</a:t>
            </a:r>
          </a:p>
        </p:txBody>
      </p:sp>
      <p:sp>
        <p:nvSpPr>
          <p:cNvPr id="3" name="Pladsholder til billede 6">
            <a:extLst>
              <a:ext uri="{FF2B5EF4-FFF2-40B4-BE49-F238E27FC236}">
                <a16:creationId xmlns:a16="http://schemas.microsoft.com/office/drawing/2014/main" id="{05D2A454-088D-9ADB-668A-0C02DA146B57}"/>
              </a:ext>
            </a:extLst>
          </p:cNvPr>
          <p:cNvSpPr>
            <a:spLocks noGrp="1"/>
          </p:cNvSpPr>
          <p:nvPr>
            <p:ph type="pic" sz="quarter" idx="15"/>
          </p:nvPr>
        </p:nvSpPr>
        <p:spPr>
          <a:xfrm>
            <a:off x="288000" y="6476852"/>
            <a:ext cx="471600" cy="165600"/>
          </a:xfrm>
          <a:blipFill>
            <a:blip>
              <a:extLst>
                <a:ext uri="{96DAC541-7B7A-43D3-8B79-37D633B846F1}">
                  <asvg:svgBlip xmlns:asvg="http://schemas.microsoft.com/office/drawing/2016/SVG/main" r:embed="rId2"/>
                </a:ext>
              </a:extLst>
            </a:blip>
            <a:stretch>
              <a:fillRect/>
            </a:stretch>
          </a:blipFill>
        </p:spPr>
        <p:txBody>
          <a:bodyPr/>
          <a:lstStyle/>
          <a:p>
            <a:r>
              <a:rPr lang="da-DK"/>
              <a:t>Klik på ikonet for at tilføje et billede</a:t>
            </a:r>
            <a:endParaRPr lang="en-US"/>
          </a:p>
        </p:txBody>
      </p:sp>
      <p:sp>
        <p:nvSpPr>
          <p:cNvPr id="5" name="Pladsholder til billede 6">
            <a:extLst>
              <a:ext uri="{FF2B5EF4-FFF2-40B4-BE49-F238E27FC236}">
                <a16:creationId xmlns:a16="http://schemas.microsoft.com/office/drawing/2014/main" id="{708F7232-4661-49A2-846E-F1584A7CCF58}"/>
              </a:ext>
            </a:extLst>
          </p:cNvPr>
          <p:cNvSpPr>
            <a:spLocks noGrp="1"/>
          </p:cNvSpPr>
          <p:nvPr>
            <p:ph type="pic" sz="quarter" idx="16"/>
          </p:nvPr>
        </p:nvSpPr>
        <p:spPr>
          <a:xfrm>
            <a:off x="11271600" y="6476852"/>
            <a:ext cx="630000" cy="165600"/>
          </a:xfrm>
          <a:blipFill>
            <a:blip>
              <a:extLst>
                <a:ext uri="{96DAC541-7B7A-43D3-8B79-37D633B846F1}">
                  <asvg:svgBlip xmlns:asvg="http://schemas.microsoft.com/office/drawing/2016/SVG/main" r:embed="rId3"/>
                </a:ext>
              </a:extLst>
            </a:blip>
            <a:stretch>
              <a:fillRect/>
            </a:stretch>
          </a:blipFill>
        </p:spPr>
        <p:txBody>
          <a:bodyPr/>
          <a:lstStyle/>
          <a:p>
            <a:r>
              <a:rPr lang="da-DK"/>
              <a:t>Klik på ikonet for at tilføje et billede</a:t>
            </a:r>
            <a:endParaRPr lang="en-US"/>
          </a:p>
        </p:txBody>
      </p:sp>
    </p:spTree>
    <p:extLst>
      <p:ext uri="{BB962C8B-B14F-4D97-AF65-F5344CB8AC3E}">
        <p14:creationId xmlns:p14="http://schemas.microsoft.com/office/powerpoint/2010/main" val="7587459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Highlight">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88000"/>
            <a:ext cx="11614049" cy="1836000"/>
          </a:xfrm>
        </p:spPr>
        <p:txBody>
          <a:bodyPr/>
          <a:lstStyle>
            <a:lvl1pPr marL="0" marR="0" indent="0" algn="l" defTabSz="914400" rtl="0" eaLnBrk="1" fontAlgn="base" latinLnBrk="0" hangingPunct="1">
              <a:lnSpc>
                <a:spcPct val="80000"/>
              </a:lnSpc>
              <a:spcBef>
                <a:spcPct val="0"/>
              </a:spcBef>
              <a:spcAft>
                <a:spcPct val="0"/>
              </a:spcAft>
              <a:buClrTx/>
              <a:buSzTx/>
              <a:buFontTx/>
              <a:buNone/>
              <a:tabLst/>
              <a:defRPr sz="8800">
                <a:solidFill>
                  <a:schemeClr val="accent3"/>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Enter two-line headline here</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3"/>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3"/>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3"/>
                </a:solidFill>
              </a:defRPr>
            </a:lvl1pPr>
          </a:lstStyle>
          <a:p>
            <a:pPr algn="l" rtl="0" fontAlgn="base">
              <a:spcBef>
                <a:spcPct val="0"/>
              </a:spcBef>
              <a:spcAft>
                <a:spcPct val="0"/>
              </a:spcAft>
            </a:pPr>
            <a:endParaRPr lang="da-DK"/>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2484000"/>
            <a:ext cx="9945688" cy="384465"/>
          </a:xfrm>
        </p:spPr>
        <p:txBody>
          <a:bodyPr/>
          <a:lstStyle>
            <a:lvl1pPr>
              <a:defRPr sz="21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Enter sub headline here</a:t>
            </a:r>
          </a:p>
        </p:txBody>
      </p:sp>
      <p:pic>
        <p:nvPicPr>
          <p:cNvPr id="6" name="Grafik 5">
            <a:extLst>
              <a:ext uri="{FF2B5EF4-FFF2-40B4-BE49-F238E27FC236}">
                <a16:creationId xmlns:a16="http://schemas.microsoft.com/office/drawing/2014/main" id="{53AA85D1-5521-7BB0-19A3-8E01E96FE74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476852"/>
            <a:ext cx="471597" cy="165330"/>
          </a:xfrm>
          <a:prstGeom prst="rect">
            <a:avLst/>
          </a:prstGeom>
        </p:spPr>
      </p:pic>
      <p:pic>
        <p:nvPicPr>
          <p:cNvPr id="7" name="Picture 3">
            <a:extLst>
              <a:ext uri="{FF2B5EF4-FFF2-40B4-BE49-F238E27FC236}">
                <a16:creationId xmlns:a16="http://schemas.microsoft.com/office/drawing/2014/main" id="{A50CE8DD-5860-6327-B0B5-D7FEE99254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71600" y="6476852"/>
            <a:ext cx="628551" cy="163852"/>
          </a:xfrm>
          <a:prstGeom prst="rect">
            <a:avLst/>
          </a:prstGeom>
        </p:spPr>
      </p:pic>
    </p:spTree>
    <p:extLst>
      <p:ext uri="{BB962C8B-B14F-4D97-AF65-F5344CB8AC3E}">
        <p14:creationId xmlns:p14="http://schemas.microsoft.com/office/powerpoint/2010/main" val="330468787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lum">
    <p:bg>
      <p:bgPr>
        <a:solidFill>
          <a:schemeClr val="tx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88000"/>
            <a:ext cx="11757598" cy="1836000"/>
          </a:xfrm>
        </p:spPr>
        <p:txBody>
          <a:bodyPr/>
          <a:lstStyle>
            <a:lvl1pPr marL="0" marR="0" indent="0" algn="l" defTabSz="914400" rtl="0" eaLnBrk="1" fontAlgn="base" latinLnBrk="0" hangingPunct="1">
              <a:lnSpc>
                <a:spcPct val="80000"/>
              </a:lnSpc>
              <a:spcBef>
                <a:spcPct val="0"/>
              </a:spcBef>
              <a:spcAft>
                <a:spcPct val="0"/>
              </a:spcAft>
              <a:buClrTx/>
              <a:buSzTx/>
              <a:buFontTx/>
              <a:buNone/>
              <a:tabLst/>
              <a:defRPr sz="8800">
                <a:solidFill>
                  <a:schemeClr val="accent6"/>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Enter two-line headline here</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6"/>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6"/>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6"/>
                </a:solidFill>
              </a:defRPr>
            </a:lvl1pPr>
          </a:lstStyle>
          <a:p>
            <a:endParaRPr lang="da-DK"/>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2484000"/>
            <a:ext cx="9945688" cy="384465"/>
          </a:xfrm>
        </p:spPr>
        <p:txBody>
          <a:bodyPr/>
          <a:lstStyle>
            <a:lvl1pPr>
              <a:defRPr sz="2100">
                <a:solidFill>
                  <a:schemeClr val="accent6"/>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Enter sub headline here</a:t>
            </a:r>
          </a:p>
        </p:txBody>
      </p:sp>
      <p:pic>
        <p:nvPicPr>
          <p:cNvPr id="6" name="Grafik 5">
            <a:extLst>
              <a:ext uri="{FF2B5EF4-FFF2-40B4-BE49-F238E27FC236}">
                <a16:creationId xmlns:a16="http://schemas.microsoft.com/office/drawing/2014/main" id="{711B0D7C-8A37-95E7-E721-139BAC9DDA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476852"/>
            <a:ext cx="471597" cy="165330"/>
          </a:xfrm>
          <a:prstGeom prst="rect">
            <a:avLst/>
          </a:prstGeom>
        </p:spPr>
      </p:pic>
      <p:pic>
        <p:nvPicPr>
          <p:cNvPr id="7" name="Picture 3">
            <a:extLst>
              <a:ext uri="{FF2B5EF4-FFF2-40B4-BE49-F238E27FC236}">
                <a16:creationId xmlns:a16="http://schemas.microsoft.com/office/drawing/2014/main" id="{CEBC8C68-33FA-4C67-D209-B8498FEF830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71600" y="6476852"/>
            <a:ext cx="628551" cy="163852"/>
          </a:xfrm>
          <a:prstGeom prst="rect">
            <a:avLst/>
          </a:prstGeom>
        </p:spPr>
      </p:pic>
    </p:spTree>
    <p:extLst>
      <p:ext uri="{BB962C8B-B14F-4D97-AF65-F5344CB8AC3E}">
        <p14:creationId xmlns:p14="http://schemas.microsoft.com/office/powerpoint/2010/main" val="221104566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Burgundy">
    <p:bg>
      <p:bgPr>
        <a:solidFill>
          <a:schemeClr val="accent3"/>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88000"/>
            <a:ext cx="11757598" cy="1835999"/>
          </a:xfrm>
          <a:noFill/>
        </p:spPr>
        <p:txBody>
          <a:bodyPr/>
          <a:lstStyle>
            <a:lvl1pPr marL="0" marR="0" indent="0" algn="l" defTabSz="914400" rtl="0" eaLnBrk="1" fontAlgn="base" latinLnBrk="0" hangingPunct="1">
              <a:lnSpc>
                <a:spcPct val="80000"/>
              </a:lnSpc>
              <a:spcBef>
                <a:spcPct val="0"/>
              </a:spcBef>
              <a:spcAft>
                <a:spcPct val="0"/>
              </a:spcAft>
              <a:buClrTx/>
              <a:buSzTx/>
              <a:buFontTx/>
              <a:buNone/>
              <a:tabLst/>
              <a:defRPr sz="8800">
                <a:solidFill>
                  <a:schemeClr val="accent1"/>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Enter two-line headline here</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a:noFill/>
        </p:spPr>
        <p:txBody>
          <a:bodyPr/>
          <a:lstStyle>
            <a:lvl1pPr>
              <a:defRPr>
                <a:solidFill>
                  <a:schemeClr val="accent1"/>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a:noFill/>
        </p:spPr>
        <p:txBody>
          <a:bodyPr/>
          <a:lstStyle>
            <a:lvl1pPr>
              <a:defRPr>
                <a:solidFill>
                  <a:schemeClr val="accent1"/>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a:noFill/>
        </p:spPr>
        <p:txBody>
          <a:bodyPr/>
          <a:lstStyle>
            <a:lvl1pPr>
              <a:defRPr>
                <a:solidFill>
                  <a:schemeClr val="accent1"/>
                </a:solidFill>
              </a:defRPr>
            </a:lvl1pPr>
          </a:lstStyle>
          <a:p>
            <a:endParaRPr lang="da-DK"/>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2484000"/>
            <a:ext cx="9945688" cy="384465"/>
          </a:xfrm>
          <a:noFill/>
        </p:spPr>
        <p:txBody>
          <a:bodyPr/>
          <a:lstStyle>
            <a:lvl1pPr>
              <a:defRPr sz="2100">
                <a:solidFill>
                  <a:schemeClr val="accent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Enter sub headline here</a:t>
            </a:r>
          </a:p>
        </p:txBody>
      </p:sp>
      <p:pic>
        <p:nvPicPr>
          <p:cNvPr id="6" name="Grafik 5">
            <a:extLst>
              <a:ext uri="{FF2B5EF4-FFF2-40B4-BE49-F238E27FC236}">
                <a16:creationId xmlns:a16="http://schemas.microsoft.com/office/drawing/2014/main" id="{C0991E85-0A40-2A2A-87E0-B0E5F7EB8D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476852"/>
            <a:ext cx="471597" cy="165330"/>
          </a:xfrm>
          <a:prstGeom prst="rect">
            <a:avLst/>
          </a:prstGeom>
        </p:spPr>
      </p:pic>
      <p:pic>
        <p:nvPicPr>
          <p:cNvPr id="7" name="Picture 3">
            <a:extLst>
              <a:ext uri="{FF2B5EF4-FFF2-40B4-BE49-F238E27FC236}">
                <a16:creationId xmlns:a16="http://schemas.microsoft.com/office/drawing/2014/main" id="{8D66167C-05B4-F482-4EFA-A1EE5DE827B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71600" y="6476852"/>
            <a:ext cx="628551" cy="163852"/>
          </a:xfrm>
          <a:prstGeom prst="rect">
            <a:avLst/>
          </a:prstGeom>
        </p:spPr>
      </p:pic>
    </p:spTree>
    <p:extLst>
      <p:ext uri="{BB962C8B-B14F-4D97-AF65-F5344CB8AC3E}">
        <p14:creationId xmlns:p14="http://schemas.microsoft.com/office/powerpoint/2010/main" val="263651645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Cream">
    <p:bg>
      <p:bgPr>
        <a:solidFill>
          <a:schemeClr val="accent4"/>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88000"/>
            <a:ext cx="11757598" cy="1835999"/>
          </a:xfrm>
          <a:noFill/>
        </p:spPr>
        <p:txBody>
          <a:bodyPr/>
          <a:lstStyle>
            <a:lvl1pPr marL="0" marR="0" indent="0" algn="l" defTabSz="914400" rtl="0" eaLnBrk="1" fontAlgn="base" latinLnBrk="0" hangingPunct="1">
              <a:lnSpc>
                <a:spcPct val="80000"/>
              </a:lnSpc>
              <a:spcBef>
                <a:spcPct val="0"/>
              </a:spcBef>
              <a:spcAft>
                <a:spcPct val="0"/>
              </a:spcAft>
              <a:buClrTx/>
              <a:buSzTx/>
              <a:buFontTx/>
              <a:buNone/>
              <a:tabLst/>
              <a:defRPr sz="8800">
                <a:solidFill>
                  <a:schemeClr val="accent3"/>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Enter two-line headline here</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a:noFill/>
        </p:spPr>
        <p:txBody>
          <a:bodyPr/>
          <a:lstStyle>
            <a:lvl1pPr>
              <a:defRPr>
                <a:solidFill>
                  <a:schemeClr val="accent3"/>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a:noFill/>
        </p:spPr>
        <p:txBody>
          <a:bodyPr/>
          <a:lstStyle>
            <a:lvl1pPr>
              <a:defRPr>
                <a:solidFill>
                  <a:schemeClr val="accent3"/>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a:noFill/>
        </p:spPr>
        <p:txBody>
          <a:bodyPr/>
          <a:lstStyle>
            <a:lvl1pPr>
              <a:defRPr>
                <a:solidFill>
                  <a:schemeClr val="accent3"/>
                </a:solidFill>
              </a:defRPr>
            </a:lvl1pPr>
          </a:lstStyle>
          <a:p>
            <a:endParaRPr lang="da-DK"/>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2484000"/>
            <a:ext cx="9945688" cy="384465"/>
          </a:xfrm>
          <a:noFill/>
        </p:spPr>
        <p:txBody>
          <a:bodyPr/>
          <a:lstStyle>
            <a:lvl1pPr>
              <a:defRPr sz="21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Enter sub headline here</a:t>
            </a:r>
          </a:p>
        </p:txBody>
      </p:sp>
      <p:pic>
        <p:nvPicPr>
          <p:cNvPr id="6" name="Grafik 5">
            <a:extLst>
              <a:ext uri="{FF2B5EF4-FFF2-40B4-BE49-F238E27FC236}">
                <a16:creationId xmlns:a16="http://schemas.microsoft.com/office/drawing/2014/main" id="{7B7102BC-5F2F-ED62-5E78-0FD68C11D1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476852"/>
            <a:ext cx="471597" cy="165330"/>
          </a:xfrm>
          <a:prstGeom prst="rect">
            <a:avLst/>
          </a:prstGeom>
        </p:spPr>
      </p:pic>
      <p:pic>
        <p:nvPicPr>
          <p:cNvPr id="7" name="Picture 3">
            <a:extLst>
              <a:ext uri="{FF2B5EF4-FFF2-40B4-BE49-F238E27FC236}">
                <a16:creationId xmlns:a16="http://schemas.microsoft.com/office/drawing/2014/main" id="{77B109B4-CDF7-902F-BDAC-14C0DA19F89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71600" y="6476852"/>
            <a:ext cx="628551" cy="163852"/>
          </a:xfrm>
          <a:prstGeom prst="rect">
            <a:avLst/>
          </a:prstGeom>
        </p:spPr>
      </p:pic>
    </p:spTree>
    <p:extLst>
      <p:ext uri="{BB962C8B-B14F-4D97-AF65-F5344CB8AC3E}">
        <p14:creationId xmlns:p14="http://schemas.microsoft.com/office/powerpoint/2010/main" val="54369233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Ash grey">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88000"/>
            <a:ext cx="11757598" cy="1835999"/>
          </a:xfrm>
          <a:noFill/>
        </p:spPr>
        <p:txBody>
          <a:bodyPr/>
          <a:lstStyle>
            <a:lvl1pPr marL="0" marR="0" indent="0" algn="l" defTabSz="914400" rtl="0" eaLnBrk="1" fontAlgn="base" latinLnBrk="0" hangingPunct="1">
              <a:lnSpc>
                <a:spcPct val="80000"/>
              </a:lnSpc>
              <a:spcBef>
                <a:spcPct val="0"/>
              </a:spcBef>
              <a:spcAft>
                <a:spcPct val="0"/>
              </a:spcAft>
              <a:buClrTx/>
              <a:buSzTx/>
              <a:buFontTx/>
              <a:buNone/>
              <a:tabLst/>
              <a:defRPr sz="8800">
                <a:solidFill>
                  <a:schemeClr val="accent5"/>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Enter two-line headline here</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a:noFill/>
        </p:spPr>
        <p:txBody>
          <a:bodyPr/>
          <a:lstStyle>
            <a:lvl1pPr>
              <a:defRPr>
                <a:solidFill>
                  <a:schemeClr val="accent5"/>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a:noFill/>
        </p:spPr>
        <p:txBody>
          <a:bodyPr/>
          <a:lstStyle>
            <a:lvl1pPr>
              <a:defRPr>
                <a:solidFill>
                  <a:schemeClr val="accent5"/>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a:noFill/>
        </p:spPr>
        <p:txBody>
          <a:bodyPr/>
          <a:lstStyle>
            <a:lvl1pPr>
              <a:defRPr>
                <a:solidFill>
                  <a:schemeClr val="accent5"/>
                </a:solidFill>
              </a:defRPr>
            </a:lvl1pPr>
          </a:lstStyle>
          <a:p>
            <a:endParaRPr lang="da-DK"/>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2484000"/>
            <a:ext cx="9945688" cy="384465"/>
          </a:xfrm>
          <a:noFill/>
        </p:spPr>
        <p:txBody>
          <a:bodyPr/>
          <a:lstStyle>
            <a:lvl1pPr>
              <a:defRPr sz="2100">
                <a:solidFill>
                  <a:schemeClr val="accent5"/>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Enter sub headline here</a:t>
            </a:r>
          </a:p>
        </p:txBody>
      </p:sp>
      <p:pic>
        <p:nvPicPr>
          <p:cNvPr id="6" name="Grafik 5">
            <a:extLst>
              <a:ext uri="{FF2B5EF4-FFF2-40B4-BE49-F238E27FC236}">
                <a16:creationId xmlns:a16="http://schemas.microsoft.com/office/drawing/2014/main" id="{6A2675E4-048D-5B4E-B994-A6339D5DF2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476852"/>
            <a:ext cx="471597" cy="165330"/>
          </a:xfrm>
          <a:prstGeom prst="rect">
            <a:avLst/>
          </a:prstGeom>
        </p:spPr>
      </p:pic>
      <p:pic>
        <p:nvPicPr>
          <p:cNvPr id="7" name="Picture 3">
            <a:extLst>
              <a:ext uri="{FF2B5EF4-FFF2-40B4-BE49-F238E27FC236}">
                <a16:creationId xmlns:a16="http://schemas.microsoft.com/office/drawing/2014/main" id="{62877BF0-2866-9849-6634-26A698D2388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71600" y="6476852"/>
            <a:ext cx="628551" cy="163852"/>
          </a:xfrm>
          <a:prstGeom prst="rect">
            <a:avLst/>
          </a:prstGeom>
        </p:spPr>
      </p:pic>
    </p:spTree>
    <p:extLst>
      <p:ext uri="{BB962C8B-B14F-4D97-AF65-F5344CB8AC3E}">
        <p14:creationId xmlns:p14="http://schemas.microsoft.com/office/powerpoint/2010/main" val="112781481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Burgundy + 5th element">
    <p:bg>
      <p:bgPr>
        <a:solidFill>
          <a:schemeClr val="accent3"/>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88000"/>
            <a:ext cx="11757598" cy="1835999"/>
          </a:xfrm>
          <a:noFill/>
        </p:spPr>
        <p:txBody>
          <a:bodyPr/>
          <a:lstStyle>
            <a:lvl1pPr marL="0" marR="0" indent="0" algn="l" defTabSz="914400" rtl="0" eaLnBrk="1" fontAlgn="base" latinLnBrk="0" hangingPunct="1">
              <a:lnSpc>
                <a:spcPct val="80000"/>
              </a:lnSpc>
              <a:spcBef>
                <a:spcPct val="0"/>
              </a:spcBef>
              <a:spcAft>
                <a:spcPct val="0"/>
              </a:spcAft>
              <a:buClrTx/>
              <a:buSzTx/>
              <a:buFontTx/>
              <a:buNone/>
              <a:tabLst/>
              <a:defRPr sz="8800">
                <a:solidFill>
                  <a:schemeClr val="accent1"/>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Enter two-line headline here</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a:noFill/>
        </p:spPr>
        <p:txBody>
          <a:bodyPr/>
          <a:lstStyle>
            <a:lvl1pPr>
              <a:defRPr>
                <a:solidFill>
                  <a:schemeClr val="accent1"/>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a:noFill/>
        </p:spPr>
        <p:txBody>
          <a:bodyPr/>
          <a:lstStyle>
            <a:lvl1pPr>
              <a:defRPr>
                <a:solidFill>
                  <a:schemeClr val="accent1"/>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a:noFill/>
        </p:spPr>
        <p:txBody>
          <a:bodyPr/>
          <a:lstStyle>
            <a:lvl1pPr>
              <a:defRPr>
                <a:solidFill>
                  <a:schemeClr val="accent1"/>
                </a:solidFill>
              </a:defRPr>
            </a:lvl1pPr>
          </a:lstStyle>
          <a:p>
            <a:endParaRPr lang="da-DK"/>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2484000"/>
            <a:ext cx="9945688" cy="384465"/>
          </a:xfrm>
          <a:noFill/>
        </p:spPr>
        <p:txBody>
          <a:bodyPr/>
          <a:lstStyle>
            <a:lvl1pPr>
              <a:defRPr sz="2100">
                <a:solidFill>
                  <a:schemeClr val="accent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Enter sub headline here</a:t>
            </a:r>
          </a:p>
        </p:txBody>
      </p:sp>
      <p:pic>
        <p:nvPicPr>
          <p:cNvPr id="13" name="Grafik 12">
            <a:extLst>
              <a:ext uri="{FF2B5EF4-FFF2-40B4-BE49-F238E27FC236}">
                <a16:creationId xmlns:a16="http://schemas.microsoft.com/office/drawing/2014/main" id="{58CFA732-7548-BDA4-2294-BA15EC4273D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4966527"/>
            <a:ext cx="3476424" cy="1188521"/>
          </a:xfrm>
          <a:prstGeom prst="rect">
            <a:avLst/>
          </a:prstGeom>
        </p:spPr>
      </p:pic>
      <p:pic>
        <p:nvPicPr>
          <p:cNvPr id="6" name="Grafik 5">
            <a:extLst>
              <a:ext uri="{FF2B5EF4-FFF2-40B4-BE49-F238E27FC236}">
                <a16:creationId xmlns:a16="http://schemas.microsoft.com/office/drawing/2014/main" id="{6077DBD2-699F-7C0A-E4ED-C836233C238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8000" y="6476852"/>
            <a:ext cx="471597" cy="165330"/>
          </a:xfrm>
          <a:prstGeom prst="rect">
            <a:avLst/>
          </a:prstGeom>
        </p:spPr>
      </p:pic>
      <p:pic>
        <p:nvPicPr>
          <p:cNvPr id="7" name="Picture 3">
            <a:extLst>
              <a:ext uri="{FF2B5EF4-FFF2-40B4-BE49-F238E27FC236}">
                <a16:creationId xmlns:a16="http://schemas.microsoft.com/office/drawing/2014/main" id="{11549C6B-A576-0970-ED21-B74DEEE5EBA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71600" y="6476852"/>
            <a:ext cx="628551" cy="163852"/>
          </a:xfrm>
          <a:prstGeom prst="rect">
            <a:avLst/>
          </a:prstGeom>
        </p:spPr>
      </p:pic>
    </p:spTree>
    <p:extLst>
      <p:ext uri="{BB962C8B-B14F-4D97-AF65-F5344CB8AC3E}">
        <p14:creationId xmlns:p14="http://schemas.microsoft.com/office/powerpoint/2010/main" val="138044693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Plum + 5th element">
    <p:bg>
      <p:bgPr>
        <a:solidFill>
          <a:schemeClr val="tx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88000"/>
            <a:ext cx="11757598" cy="1836000"/>
          </a:xfrm>
        </p:spPr>
        <p:txBody>
          <a:bodyPr/>
          <a:lstStyle>
            <a:lvl1pPr marL="0" marR="0" indent="0" algn="l" defTabSz="914400" rtl="0" eaLnBrk="1" fontAlgn="base" latinLnBrk="0" hangingPunct="1">
              <a:lnSpc>
                <a:spcPct val="80000"/>
              </a:lnSpc>
              <a:spcBef>
                <a:spcPct val="0"/>
              </a:spcBef>
              <a:spcAft>
                <a:spcPct val="0"/>
              </a:spcAft>
              <a:buClrTx/>
              <a:buSzTx/>
              <a:buFontTx/>
              <a:buNone/>
              <a:tabLst/>
              <a:defRPr sz="8800">
                <a:solidFill>
                  <a:schemeClr val="accent6"/>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Enter two-line headline here</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6"/>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6"/>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6"/>
                </a:solidFill>
              </a:defRPr>
            </a:lvl1pPr>
          </a:lstStyle>
          <a:p>
            <a:endParaRPr lang="da-DK"/>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2484000"/>
            <a:ext cx="9945688" cy="384465"/>
          </a:xfrm>
        </p:spPr>
        <p:txBody>
          <a:bodyPr/>
          <a:lstStyle>
            <a:lvl1pPr>
              <a:defRPr sz="2100">
                <a:solidFill>
                  <a:schemeClr val="accent6"/>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Enter sub headline here</a:t>
            </a:r>
          </a:p>
        </p:txBody>
      </p:sp>
      <p:pic>
        <p:nvPicPr>
          <p:cNvPr id="8" name="Grafik 7">
            <a:extLst>
              <a:ext uri="{FF2B5EF4-FFF2-40B4-BE49-F238E27FC236}">
                <a16:creationId xmlns:a16="http://schemas.microsoft.com/office/drawing/2014/main" id="{CD4156A5-0776-BD03-79C8-1F4EFF2FD3C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288000" y="3696713"/>
            <a:ext cx="5999705" cy="2474106"/>
          </a:xfrm>
          <a:prstGeom prst="rect">
            <a:avLst/>
          </a:prstGeom>
        </p:spPr>
      </p:pic>
      <p:pic>
        <p:nvPicPr>
          <p:cNvPr id="10" name="Grafik 9">
            <a:extLst>
              <a:ext uri="{FF2B5EF4-FFF2-40B4-BE49-F238E27FC236}">
                <a16:creationId xmlns:a16="http://schemas.microsoft.com/office/drawing/2014/main" id="{73E7C1D6-D4CF-84F3-110D-F884D4082A2D}"/>
              </a:ext>
            </a:extLst>
          </p:cNvPr>
          <p:cNvPicPr>
            <a:picLocks noChangeAspect="1"/>
          </p:cNvPicPr>
          <p:nvPr userDrawn="1"/>
        </p:nvPicPr>
        <p:blipFill>
          <a:blip>
            <a:extLst>
              <a:ext uri="{96DAC541-7B7A-43D3-8B79-37D633B846F1}">
                <asvg:svgBlip xmlns:asvg="http://schemas.microsoft.com/office/drawing/2016/SVG/main" r:embed="rId2"/>
              </a:ext>
            </a:extLst>
          </a:blip>
          <a:srcRect l="38632" t="46667" r="-2178"/>
          <a:stretch>
            <a:fillRect/>
          </a:stretch>
        </p:blipFill>
        <p:spPr>
          <a:xfrm rot="5400000">
            <a:off x="9057374" y="3733046"/>
            <a:ext cx="3812533" cy="1319517"/>
          </a:xfrm>
          <a:prstGeom prst="rect">
            <a:avLst/>
          </a:prstGeom>
        </p:spPr>
      </p:pic>
      <p:pic>
        <p:nvPicPr>
          <p:cNvPr id="6" name="Grafik 5">
            <a:extLst>
              <a:ext uri="{FF2B5EF4-FFF2-40B4-BE49-F238E27FC236}">
                <a16:creationId xmlns:a16="http://schemas.microsoft.com/office/drawing/2014/main" id="{887736D1-D24D-2B04-757A-B7BEB5C6243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8000" y="6476852"/>
            <a:ext cx="471597" cy="165330"/>
          </a:xfrm>
          <a:prstGeom prst="rect">
            <a:avLst/>
          </a:prstGeom>
        </p:spPr>
      </p:pic>
      <p:pic>
        <p:nvPicPr>
          <p:cNvPr id="7" name="Picture 3">
            <a:extLst>
              <a:ext uri="{FF2B5EF4-FFF2-40B4-BE49-F238E27FC236}">
                <a16:creationId xmlns:a16="http://schemas.microsoft.com/office/drawing/2014/main" id="{0D53F98C-C2CC-381F-C2D7-B2B750120236}"/>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71600" y="6476852"/>
            <a:ext cx="628551" cy="163852"/>
          </a:xfrm>
          <a:prstGeom prst="rect">
            <a:avLst/>
          </a:prstGeom>
        </p:spPr>
      </p:pic>
    </p:spTree>
    <p:extLst>
      <p:ext uri="{BB962C8B-B14F-4D97-AF65-F5344CB8AC3E}">
        <p14:creationId xmlns:p14="http://schemas.microsoft.com/office/powerpoint/2010/main" val="392359524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Cream + 5th element">
    <p:bg>
      <p:bgPr>
        <a:solidFill>
          <a:schemeClr val="accent4"/>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88000"/>
            <a:ext cx="11757598" cy="1836000"/>
          </a:xfrm>
        </p:spPr>
        <p:txBody>
          <a:bodyPr/>
          <a:lstStyle>
            <a:lvl1pPr marL="0" marR="0" indent="0" algn="l" defTabSz="914400" rtl="0" eaLnBrk="1" fontAlgn="base" latinLnBrk="0" hangingPunct="1">
              <a:lnSpc>
                <a:spcPct val="80000"/>
              </a:lnSpc>
              <a:spcBef>
                <a:spcPct val="0"/>
              </a:spcBef>
              <a:spcAft>
                <a:spcPct val="0"/>
              </a:spcAft>
              <a:buClrTx/>
              <a:buSzTx/>
              <a:buFontTx/>
              <a:buNone/>
              <a:tabLst/>
              <a:defRPr sz="8800">
                <a:solidFill>
                  <a:schemeClr val="accent3"/>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Enter two-line headline here</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3"/>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3"/>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3"/>
                </a:solidFill>
              </a:defRPr>
            </a:lvl1pPr>
          </a:lstStyle>
          <a:p>
            <a:endParaRPr lang="da-DK"/>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2484000"/>
            <a:ext cx="9945688" cy="384465"/>
          </a:xfrm>
        </p:spPr>
        <p:txBody>
          <a:bodyPr/>
          <a:lstStyle>
            <a:lvl1pPr>
              <a:defRPr sz="21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Enter sub headline here</a:t>
            </a:r>
          </a:p>
        </p:txBody>
      </p:sp>
      <p:pic>
        <p:nvPicPr>
          <p:cNvPr id="8" name="Grafik 7">
            <a:extLst>
              <a:ext uri="{FF2B5EF4-FFF2-40B4-BE49-F238E27FC236}">
                <a16:creationId xmlns:a16="http://schemas.microsoft.com/office/drawing/2014/main" id="{CD4156A5-0776-BD03-79C8-1F4EFF2FD3C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288000" y="3716591"/>
            <a:ext cx="5999705" cy="2474106"/>
          </a:xfrm>
          <a:prstGeom prst="rect">
            <a:avLst/>
          </a:prstGeom>
        </p:spPr>
      </p:pic>
      <p:pic>
        <p:nvPicPr>
          <p:cNvPr id="10" name="Grafik 9">
            <a:extLst>
              <a:ext uri="{FF2B5EF4-FFF2-40B4-BE49-F238E27FC236}">
                <a16:creationId xmlns:a16="http://schemas.microsoft.com/office/drawing/2014/main" id="{73E7C1D6-D4CF-84F3-110D-F884D4082A2D}"/>
              </a:ext>
            </a:extLst>
          </p:cNvPr>
          <p:cNvPicPr>
            <a:picLocks noChangeAspect="1"/>
          </p:cNvPicPr>
          <p:nvPr userDrawn="1"/>
        </p:nvPicPr>
        <p:blipFill>
          <a:blip>
            <a:extLst>
              <a:ext uri="{96DAC541-7B7A-43D3-8B79-37D633B846F1}">
                <asvg:svgBlip xmlns:asvg="http://schemas.microsoft.com/office/drawing/2016/SVG/main" r:embed="rId2"/>
              </a:ext>
            </a:extLst>
          </a:blip>
          <a:srcRect l="38632" t="46667" r="19878"/>
          <a:stretch>
            <a:fillRect/>
          </a:stretch>
        </p:blipFill>
        <p:spPr>
          <a:xfrm>
            <a:off x="9699585" y="3900667"/>
            <a:ext cx="2489240" cy="1319517"/>
          </a:xfrm>
          <a:prstGeom prst="rect">
            <a:avLst/>
          </a:prstGeom>
        </p:spPr>
      </p:pic>
      <p:pic>
        <p:nvPicPr>
          <p:cNvPr id="6" name="Grafik 5">
            <a:extLst>
              <a:ext uri="{FF2B5EF4-FFF2-40B4-BE49-F238E27FC236}">
                <a16:creationId xmlns:a16="http://schemas.microsoft.com/office/drawing/2014/main" id="{E7732CEE-99E9-8A15-9AC5-8BC52FCE949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8000" y="6476852"/>
            <a:ext cx="471597" cy="165330"/>
          </a:xfrm>
          <a:prstGeom prst="rect">
            <a:avLst/>
          </a:prstGeom>
        </p:spPr>
      </p:pic>
      <p:pic>
        <p:nvPicPr>
          <p:cNvPr id="7" name="Picture 3">
            <a:extLst>
              <a:ext uri="{FF2B5EF4-FFF2-40B4-BE49-F238E27FC236}">
                <a16:creationId xmlns:a16="http://schemas.microsoft.com/office/drawing/2014/main" id="{2928E290-1DF9-1B35-8E31-610A3CB9B9D4}"/>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71600" y="6476852"/>
            <a:ext cx="628551" cy="163852"/>
          </a:xfrm>
          <a:prstGeom prst="rect">
            <a:avLst/>
          </a:prstGeom>
        </p:spPr>
      </p:pic>
    </p:spTree>
    <p:extLst>
      <p:ext uri="{BB962C8B-B14F-4D97-AF65-F5344CB8AC3E}">
        <p14:creationId xmlns:p14="http://schemas.microsoft.com/office/powerpoint/2010/main" val="214050867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Ash grey + 5th element">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88000"/>
            <a:ext cx="11757598" cy="1836000"/>
          </a:xfrm>
        </p:spPr>
        <p:txBody>
          <a:bodyPr/>
          <a:lstStyle>
            <a:lvl1pPr marL="0" marR="0" indent="0" algn="l" defTabSz="914400" rtl="0" eaLnBrk="1" fontAlgn="base" latinLnBrk="0" hangingPunct="1">
              <a:lnSpc>
                <a:spcPct val="80000"/>
              </a:lnSpc>
              <a:spcBef>
                <a:spcPct val="0"/>
              </a:spcBef>
              <a:spcAft>
                <a:spcPct val="0"/>
              </a:spcAft>
              <a:buClrTx/>
              <a:buSzTx/>
              <a:buFontTx/>
              <a:buNone/>
              <a:tabLst/>
              <a:defRPr sz="8800">
                <a:solidFill>
                  <a:schemeClr val="tx2"/>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Enter two-line headline here</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tx2"/>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tx2"/>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tx2"/>
                </a:solidFill>
              </a:defRPr>
            </a:lvl1pPr>
          </a:lstStyle>
          <a:p>
            <a:endParaRPr lang="da-DK"/>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2484000"/>
            <a:ext cx="9936213" cy="384465"/>
          </a:xfrm>
        </p:spPr>
        <p:txBody>
          <a:bodyPr/>
          <a:lstStyle>
            <a:lvl1pPr>
              <a:defRPr sz="2100">
                <a:solidFill>
                  <a:schemeClr val="tx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Enter sub headline here</a:t>
            </a:r>
          </a:p>
        </p:txBody>
      </p:sp>
      <p:pic>
        <p:nvPicPr>
          <p:cNvPr id="8" name="Grafik 7">
            <a:extLst>
              <a:ext uri="{FF2B5EF4-FFF2-40B4-BE49-F238E27FC236}">
                <a16:creationId xmlns:a16="http://schemas.microsoft.com/office/drawing/2014/main" id="{CD4156A5-0776-BD03-79C8-1F4EFF2FD3C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288000" y="3776225"/>
            <a:ext cx="5999705" cy="2474106"/>
          </a:xfrm>
          <a:prstGeom prst="rect">
            <a:avLst/>
          </a:prstGeom>
        </p:spPr>
      </p:pic>
      <p:pic>
        <p:nvPicPr>
          <p:cNvPr id="10" name="Grafik 9">
            <a:extLst>
              <a:ext uri="{FF2B5EF4-FFF2-40B4-BE49-F238E27FC236}">
                <a16:creationId xmlns:a16="http://schemas.microsoft.com/office/drawing/2014/main" id="{73E7C1D6-D4CF-84F3-110D-F884D4082A2D}"/>
              </a:ext>
            </a:extLst>
          </p:cNvPr>
          <p:cNvPicPr>
            <a:picLocks noChangeAspect="1"/>
          </p:cNvPicPr>
          <p:nvPr userDrawn="1"/>
        </p:nvPicPr>
        <p:blipFill>
          <a:blip>
            <a:extLst>
              <a:ext uri="{96DAC541-7B7A-43D3-8B79-37D633B846F1}">
                <asvg:svgBlip xmlns:asvg="http://schemas.microsoft.com/office/drawing/2016/SVG/main" r:embed="rId2"/>
              </a:ext>
            </a:extLst>
          </a:blip>
          <a:srcRect l="38632" t="46667" r="19878"/>
          <a:stretch>
            <a:fillRect/>
          </a:stretch>
        </p:blipFill>
        <p:spPr>
          <a:xfrm>
            <a:off x="9699585" y="3900667"/>
            <a:ext cx="2489240" cy="1319517"/>
          </a:xfrm>
          <a:prstGeom prst="rect">
            <a:avLst/>
          </a:prstGeom>
        </p:spPr>
      </p:pic>
      <p:pic>
        <p:nvPicPr>
          <p:cNvPr id="6" name="Grafik 5">
            <a:extLst>
              <a:ext uri="{FF2B5EF4-FFF2-40B4-BE49-F238E27FC236}">
                <a16:creationId xmlns:a16="http://schemas.microsoft.com/office/drawing/2014/main" id="{31FE0C46-3F4C-A7C0-EF32-30BEDC29F7B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8000" y="6476852"/>
            <a:ext cx="471597" cy="165330"/>
          </a:xfrm>
          <a:prstGeom prst="rect">
            <a:avLst/>
          </a:prstGeom>
        </p:spPr>
      </p:pic>
      <p:pic>
        <p:nvPicPr>
          <p:cNvPr id="7" name="Picture 3">
            <a:extLst>
              <a:ext uri="{FF2B5EF4-FFF2-40B4-BE49-F238E27FC236}">
                <a16:creationId xmlns:a16="http://schemas.microsoft.com/office/drawing/2014/main" id="{064767AC-8F98-EE20-A83E-484A36B8E8D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71600" y="6476852"/>
            <a:ext cx="628551" cy="163852"/>
          </a:xfrm>
          <a:prstGeom prst="rect">
            <a:avLst/>
          </a:prstGeom>
        </p:spPr>
      </p:pic>
    </p:spTree>
    <p:extLst>
      <p:ext uri="{BB962C8B-B14F-4D97-AF65-F5344CB8AC3E}">
        <p14:creationId xmlns:p14="http://schemas.microsoft.com/office/powerpoint/2010/main" val="133283351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Overview">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88000"/>
            <a:ext cx="5752412" cy="1914096"/>
          </a:xfrm>
        </p:spPr>
        <p:txBody>
          <a:bodyPr/>
          <a:lstStyle>
            <a:lvl1pPr>
              <a:defRPr sz="2800"/>
            </a:lvl1pPr>
          </a:lstStyle>
          <a:p>
            <a:r>
              <a:rPr lang="da-DK"/>
              <a:t>Agenda:</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8" name="Pladsholder til tekst 2">
            <a:extLst>
              <a:ext uri="{FF2B5EF4-FFF2-40B4-BE49-F238E27FC236}">
                <a16:creationId xmlns:a16="http://schemas.microsoft.com/office/drawing/2014/main" id="{6A5B6E34-B432-FE81-249F-DCEFB1261BA9}"/>
              </a:ext>
            </a:extLst>
          </p:cNvPr>
          <p:cNvSpPr>
            <a:spLocks noGrp="1"/>
          </p:cNvSpPr>
          <p:nvPr>
            <p:ph idx="15" hasCustomPrompt="1"/>
          </p:nvPr>
        </p:nvSpPr>
        <p:spPr>
          <a:xfrm>
            <a:off x="6145883" y="288000"/>
            <a:ext cx="5752412" cy="5871007"/>
          </a:xfrm>
          <a:prstGeom prst="rect">
            <a:avLst/>
          </a:prstGeom>
        </p:spPr>
        <p:txBody>
          <a:bodyPr vert="horz" lIns="0" tIns="0" rIns="0" bIns="0" rtlCol="0">
            <a:noAutofit/>
          </a:bodyPr>
          <a:lstStyle>
            <a:lvl1pPr marL="0" indent="0">
              <a:lnSpc>
                <a:spcPct val="82000"/>
              </a:lnSpc>
              <a:spcAft>
                <a:spcPts val="1000"/>
              </a:spcAft>
              <a:tabLst>
                <a:tab pos="700088" algn="l"/>
              </a:tabLst>
              <a:defRPr sz="2800"/>
            </a:lvl1pPr>
          </a:lstStyle>
          <a:p>
            <a:pPr lvl="0"/>
            <a:r>
              <a:rPr lang="da-DK"/>
              <a:t>01	Insert agenda</a:t>
            </a:r>
          </a:p>
        </p:txBody>
      </p:sp>
    </p:spTree>
    <p:extLst>
      <p:ext uri="{BB962C8B-B14F-4D97-AF65-F5344CB8AC3E}">
        <p14:creationId xmlns:p14="http://schemas.microsoft.com/office/powerpoint/2010/main" val="328810336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Chapters">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88000"/>
            <a:ext cx="5752412" cy="729762"/>
          </a:xfrm>
        </p:spPr>
        <p:txBody>
          <a:bodyPr/>
          <a:lstStyle>
            <a:lvl1pPr>
              <a:defRPr sz="1400"/>
            </a:lvl1pPr>
          </a:lstStyle>
          <a:p>
            <a:r>
              <a:rPr lang="da-DK"/>
              <a:t>Lille overskrift</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8" name="Pladsholder til tekst 2">
            <a:extLst>
              <a:ext uri="{FF2B5EF4-FFF2-40B4-BE49-F238E27FC236}">
                <a16:creationId xmlns:a16="http://schemas.microsoft.com/office/drawing/2014/main" id="{6A5B6E34-B432-FE81-249F-DCEFB1261BA9}"/>
              </a:ext>
            </a:extLst>
          </p:cNvPr>
          <p:cNvSpPr>
            <a:spLocks noGrp="1"/>
          </p:cNvSpPr>
          <p:nvPr>
            <p:ph idx="15" hasCustomPrompt="1"/>
          </p:nvPr>
        </p:nvSpPr>
        <p:spPr>
          <a:xfrm>
            <a:off x="6145882" y="1527349"/>
            <a:ext cx="5752413" cy="4518248"/>
          </a:xfrm>
          <a:prstGeom prst="rect">
            <a:avLst/>
          </a:prstGeom>
        </p:spPr>
        <p:txBody>
          <a:bodyPr vert="horz" lIns="0" tIns="0" rIns="0" bIns="0" rtlCol="0">
            <a:noAutofit/>
          </a:bodyPr>
          <a:lstStyle>
            <a:lvl1pPr marL="0" indent="0">
              <a:lnSpc>
                <a:spcPct val="114000"/>
              </a:lnSpc>
              <a:tabLst>
                <a:tab pos="700088" algn="l"/>
              </a:tabLst>
              <a:defRPr sz="1400"/>
            </a:lvl1pPr>
          </a:lstStyle>
          <a:p>
            <a:pPr lvl="0"/>
            <a:r>
              <a:rPr lang="da-DK"/>
              <a:t>Lorem ipsum dolor</a:t>
            </a:r>
          </a:p>
        </p:txBody>
      </p:sp>
      <p:sp>
        <p:nvSpPr>
          <p:cNvPr id="11" name="Pladsholder til tekst 10">
            <a:extLst>
              <a:ext uri="{FF2B5EF4-FFF2-40B4-BE49-F238E27FC236}">
                <a16:creationId xmlns:a16="http://schemas.microsoft.com/office/drawing/2014/main" id="{EED9D04D-6128-AC4A-0414-C7A4607D566D}"/>
              </a:ext>
            </a:extLst>
          </p:cNvPr>
          <p:cNvSpPr>
            <a:spLocks noGrp="1"/>
          </p:cNvSpPr>
          <p:nvPr>
            <p:ph type="body" sz="quarter" idx="16" hasCustomPrompt="1"/>
          </p:nvPr>
        </p:nvSpPr>
        <p:spPr>
          <a:xfrm>
            <a:off x="288000" y="1366575"/>
            <a:ext cx="5752412" cy="4679021"/>
          </a:xfrm>
        </p:spPr>
        <p:txBody>
          <a:bodyPr/>
          <a:lstStyle>
            <a:lvl1pPr>
              <a:lnSpc>
                <a:spcPct val="85000"/>
              </a:lnSpc>
              <a:defRPr sz="4800"/>
            </a:lvl1pPr>
            <a:lvl2pPr>
              <a:lnSpc>
                <a:spcPct val="85000"/>
              </a:lnSpc>
              <a:defRPr sz="4800">
                <a:solidFill>
                  <a:schemeClr val="tx2">
                    <a:alpha val="30000"/>
                  </a:schemeClr>
                </a:solidFill>
              </a:defRPr>
            </a:lvl2pPr>
          </a:lstStyle>
          <a:p>
            <a:pPr lvl="0"/>
            <a:r>
              <a:rPr lang="da-DK"/>
              <a:t>Active agenda point</a:t>
            </a:r>
          </a:p>
          <a:p>
            <a:pPr lvl="1"/>
            <a:r>
              <a:rPr lang="da-DK"/>
              <a:t>Inactive agenda point</a:t>
            </a:r>
            <a:endParaRPr lang="en-US"/>
          </a:p>
        </p:txBody>
      </p:sp>
    </p:spTree>
    <p:extLst>
      <p:ext uri="{BB962C8B-B14F-4D97-AF65-F5344CB8AC3E}">
        <p14:creationId xmlns:p14="http://schemas.microsoft.com/office/powerpoint/2010/main" val="100031261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Harbour Mist">
    <p:bg>
      <p:bgPr>
        <a:solidFill>
          <a:schemeClr val="accent6"/>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760938" cy="5871007"/>
          </a:xfrm>
        </p:spPr>
        <p:txBody>
          <a:bodyPr/>
          <a:lstStyle>
            <a:lvl1pPr marL="0" marR="0" indent="0" algn="l" defTabSz="914400" rtl="0" eaLnBrk="1" fontAlgn="base" latinLnBrk="0" hangingPunct="1">
              <a:lnSpc>
                <a:spcPct val="85000"/>
              </a:lnSpc>
              <a:spcBef>
                <a:spcPct val="0"/>
              </a:spcBef>
              <a:spcAft>
                <a:spcPct val="0"/>
              </a:spcAft>
              <a:buClrTx/>
              <a:buSzTx/>
              <a:buFontTx/>
              <a:buNone/>
              <a:tabLst/>
              <a:defRPr sz="4800">
                <a:solidFill>
                  <a:schemeClr val="tx2"/>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tx2"/>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tx2"/>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tx2"/>
                </a:solidFill>
              </a:defRPr>
            </a:lvl1pPr>
          </a:lstStyle>
          <a:p>
            <a:endParaRPr lang="da-DK"/>
          </a:p>
        </p:txBody>
      </p:sp>
    </p:spTree>
    <p:extLst>
      <p:ext uri="{BB962C8B-B14F-4D97-AF65-F5344CB8AC3E}">
        <p14:creationId xmlns:p14="http://schemas.microsoft.com/office/powerpoint/2010/main" val="41796814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HAPTER: Plum">
    <p:bg>
      <p:bgPr>
        <a:solidFill>
          <a:schemeClr val="tx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760938" cy="5871007"/>
          </a:xfrm>
        </p:spPr>
        <p:txBody>
          <a:bodyPr/>
          <a:lstStyle>
            <a:lvl1pPr marL="0" marR="0" indent="0" algn="l" defTabSz="914400" rtl="0" eaLnBrk="1" fontAlgn="base" latinLnBrk="0" hangingPunct="1">
              <a:lnSpc>
                <a:spcPct val="85000"/>
              </a:lnSpc>
              <a:spcBef>
                <a:spcPct val="0"/>
              </a:spcBef>
              <a:spcAft>
                <a:spcPct val="0"/>
              </a:spcAft>
              <a:buClrTx/>
              <a:buSzTx/>
              <a:buFontTx/>
              <a:buNone/>
              <a:tabLst/>
              <a:defRPr sz="4800">
                <a:solidFill>
                  <a:schemeClr val="accent6"/>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6"/>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6"/>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6"/>
                </a:solidFill>
              </a:defRPr>
            </a:lvl1pPr>
          </a:lstStyle>
          <a:p>
            <a:endParaRPr lang="da-DK"/>
          </a:p>
        </p:txBody>
      </p:sp>
      <p:grpSp>
        <p:nvGrpSpPr>
          <p:cNvPr id="12" name="Gruppe 11">
            <a:extLst>
              <a:ext uri="{FF2B5EF4-FFF2-40B4-BE49-F238E27FC236}">
                <a16:creationId xmlns:a16="http://schemas.microsoft.com/office/drawing/2014/main" id="{47273FC3-7207-5CE4-6495-AE393CB521DE}"/>
              </a:ext>
            </a:extLst>
          </p:cNvPr>
          <p:cNvGrpSpPr/>
          <p:nvPr userDrawn="1"/>
        </p:nvGrpSpPr>
        <p:grpSpPr>
          <a:xfrm>
            <a:off x="288000" y="6490800"/>
            <a:ext cx="11614351" cy="118982"/>
            <a:chOff x="288000" y="6523200"/>
            <a:chExt cx="11614351" cy="118982"/>
          </a:xfrm>
        </p:grpSpPr>
        <p:pic>
          <p:nvPicPr>
            <p:cNvPr id="7" name="Grafik 6">
              <a:extLst>
                <a:ext uri="{FF2B5EF4-FFF2-40B4-BE49-F238E27FC236}">
                  <a16:creationId xmlns:a16="http://schemas.microsoft.com/office/drawing/2014/main" id="{7E0AE36E-72DE-C851-4E5D-1B09E158A5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523200"/>
              <a:ext cx="339391" cy="118982"/>
            </a:xfrm>
            <a:prstGeom prst="rect">
              <a:avLst/>
            </a:prstGeom>
          </p:spPr>
        </p:pic>
        <p:pic>
          <p:nvPicPr>
            <p:cNvPr id="8" name="Picture 3">
              <a:extLst>
                <a:ext uri="{FF2B5EF4-FFF2-40B4-BE49-F238E27FC236}">
                  <a16:creationId xmlns:a16="http://schemas.microsoft.com/office/drawing/2014/main" id="{83113775-0A7B-3B6B-0F5E-02CE7634AEE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451600" y="6523200"/>
              <a:ext cx="450751" cy="117503"/>
            </a:xfrm>
            <a:prstGeom prst="rect">
              <a:avLst/>
            </a:prstGeom>
          </p:spPr>
        </p:pic>
      </p:grpSp>
    </p:spTree>
    <p:extLst>
      <p:ext uri="{BB962C8B-B14F-4D97-AF65-F5344CB8AC3E}">
        <p14:creationId xmlns:p14="http://schemas.microsoft.com/office/powerpoint/2010/main" val="1873655769"/>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HAPTER: Burgundy">
    <p:bg>
      <p:bgPr>
        <a:solidFill>
          <a:schemeClr val="accent3"/>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760938" cy="5871007"/>
          </a:xfrm>
        </p:spPr>
        <p:txBody>
          <a:bodyPr/>
          <a:lstStyle>
            <a:lvl1pPr marL="0" marR="0" indent="0" algn="l" defTabSz="914400" rtl="0" eaLnBrk="1" fontAlgn="base" latinLnBrk="0" hangingPunct="1">
              <a:lnSpc>
                <a:spcPct val="85000"/>
              </a:lnSpc>
              <a:spcBef>
                <a:spcPct val="0"/>
              </a:spcBef>
              <a:spcAft>
                <a:spcPct val="0"/>
              </a:spcAft>
              <a:buClrTx/>
              <a:buSzTx/>
              <a:buFontTx/>
              <a:buNone/>
              <a:tabLst/>
              <a:defRPr sz="4800">
                <a:solidFill>
                  <a:schemeClr val="accent1"/>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1"/>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1"/>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1"/>
                </a:solidFill>
              </a:defRPr>
            </a:lvl1pPr>
          </a:lstStyle>
          <a:p>
            <a:endParaRPr lang="da-DK"/>
          </a:p>
        </p:txBody>
      </p:sp>
      <p:grpSp>
        <p:nvGrpSpPr>
          <p:cNvPr id="9" name="Gruppe 8">
            <a:extLst>
              <a:ext uri="{FF2B5EF4-FFF2-40B4-BE49-F238E27FC236}">
                <a16:creationId xmlns:a16="http://schemas.microsoft.com/office/drawing/2014/main" id="{66C087D5-DC6A-6B60-0FF3-97396BD91628}"/>
              </a:ext>
            </a:extLst>
          </p:cNvPr>
          <p:cNvGrpSpPr/>
          <p:nvPr userDrawn="1"/>
        </p:nvGrpSpPr>
        <p:grpSpPr>
          <a:xfrm>
            <a:off x="288000" y="6490800"/>
            <a:ext cx="11614351" cy="118982"/>
            <a:chOff x="288000" y="6523200"/>
            <a:chExt cx="11614351" cy="118982"/>
          </a:xfrm>
        </p:grpSpPr>
        <p:pic>
          <p:nvPicPr>
            <p:cNvPr id="7" name="Grafik 6">
              <a:extLst>
                <a:ext uri="{FF2B5EF4-FFF2-40B4-BE49-F238E27FC236}">
                  <a16:creationId xmlns:a16="http://schemas.microsoft.com/office/drawing/2014/main" id="{55CF8ACC-7290-04F7-C968-242A23AC2CD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523200"/>
              <a:ext cx="339391" cy="118982"/>
            </a:xfrm>
            <a:prstGeom prst="rect">
              <a:avLst/>
            </a:prstGeom>
          </p:spPr>
        </p:pic>
        <p:pic>
          <p:nvPicPr>
            <p:cNvPr id="8" name="Picture 3">
              <a:extLst>
                <a:ext uri="{FF2B5EF4-FFF2-40B4-BE49-F238E27FC236}">
                  <a16:creationId xmlns:a16="http://schemas.microsoft.com/office/drawing/2014/main" id="{BF79A80E-286C-7587-3932-8161BEE657E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451600" y="6523200"/>
              <a:ext cx="450751" cy="117503"/>
            </a:xfrm>
            <a:prstGeom prst="rect">
              <a:avLst/>
            </a:prstGeom>
          </p:spPr>
        </p:pic>
      </p:grpSp>
    </p:spTree>
    <p:extLst>
      <p:ext uri="{BB962C8B-B14F-4D97-AF65-F5344CB8AC3E}">
        <p14:creationId xmlns:p14="http://schemas.microsoft.com/office/powerpoint/2010/main" val="351401290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HAPTER: Cream">
    <p:bg>
      <p:bgPr>
        <a:solidFill>
          <a:schemeClr val="accent4"/>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752413" cy="5871007"/>
          </a:xfrm>
        </p:spPr>
        <p:txBody>
          <a:bodyPr/>
          <a:lstStyle>
            <a:lvl1pPr marL="0" marR="0" indent="0" algn="l" defTabSz="914400" rtl="0" eaLnBrk="1" fontAlgn="base" latinLnBrk="0" hangingPunct="1">
              <a:lnSpc>
                <a:spcPct val="85000"/>
              </a:lnSpc>
              <a:spcBef>
                <a:spcPct val="0"/>
              </a:spcBef>
              <a:spcAft>
                <a:spcPct val="0"/>
              </a:spcAft>
              <a:buClrTx/>
              <a:buSzTx/>
              <a:buFontTx/>
              <a:buNone/>
              <a:tabLst/>
              <a:defRPr sz="4800">
                <a:solidFill>
                  <a:schemeClr val="accent3"/>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3"/>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3"/>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3"/>
                </a:solidFill>
              </a:defRPr>
            </a:lvl1pPr>
          </a:lstStyle>
          <a:p>
            <a:pPr algn="l" rtl="0" fontAlgn="base">
              <a:spcBef>
                <a:spcPct val="0"/>
              </a:spcBef>
              <a:spcAft>
                <a:spcPct val="0"/>
              </a:spcAft>
            </a:pPr>
            <a:endParaRPr lang="da-DK"/>
          </a:p>
        </p:txBody>
      </p:sp>
      <p:grpSp>
        <p:nvGrpSpPr>
          <p:cNvPr id="9" name="Gruppe 8">
            <a:extLst>
              <a:ext uri="{FF2B5EF4-FFF2-40B4-BE49-F238E27FC236}">
                <a16:creationId xmlns:a16="http://schemas.microsoft.com/office/drawing/2014/main" id="{BD187628-B1D2-EDFC-EED9-37F94DF81CE0}"/>
              </a:ext>
            </a:extLst>
          </p:cNvPr>
          <p:cNvGrpSpPr/>
          <p:nvPr userDrawn="1"/>
        </p:nvGrpSpPr>
        <p:grpSpPr>
          <a:xfrm>
            <a:off x="288000" y="6490800"/>
            <a:ext cx="11614351" cy="118982"/>
            <a:chOff x="288000" y="6523200"/>
            <a:chExt cx="11614351" cy="118982"/>
          </a:xfrm>
        </p:grpSpPr>
        <p:pic>
          <p:nvPicPr>
            <p:cNvPr id="7" name="Grafik 6">
              <a:extLst>
                <a:ext uri="{FF2B5EF4-FFF2-40B4-BE49-F238E27FC236}">
                  <a16:creationId xmlns:a16="http://schemas.microsoft.com/office/drawing/2014/main" id="{4E8356EB-FE57-5F35-0E8D-2CB08305CFD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523200"/>
              <a:ext cx="339391" cy="118982"/>
            </a:xfrm>
            <a:prstGeom prst="rect">
              <a:avLst/>
            </a:prstGeom>
          </p:spPr>
        </p:pic>
        <p:pic>
          <p:nvPicPr>
            <p:cNvPr id="8" name="Picture 3">
              <a:extLst>
                <a:ext uri="{FF2B5EF4-FFF2-40B4-BE49-F238E27FC236}">
                  <a16:creationId xmlns:a16="http://schemas.microsoft.com/office/drawing/2014/main" id="{008099EF-E4BD-8712-7FBA-06133A6AA2E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451600" y="6523200"/>
              <a:ext cx="450751" cy="117503"/>
            </a:xfrm>
            <a:prstGeom prst="rect">
              <a:avLst/>
            </a:prstGeom>
          </p:spPr>
        </p:pic>
      </p:grpSp>
    </p:spTree>
    <p:extLst>
      <p:ext uri="{BB962C8B-B14F-4D97-AF65-F5344CB8AC3E}">
        <p14:creationId xmlns:p14="http://schemas.microsoft.com/office/powerpoint/2010/main" val="80498473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PTER: White with intro">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760938" cy="1093915"/>
          </a:xfrm>
        </p:spPr>
        <p:txBody>
          <a:bodyPr/>
          <a:lstStyle>
            <a:lvl1pPr marL="0" marR="0" indent="0" algn="l" defTabSz="914400" rtl="0" eaLnBrk="1" fontAlgn="base" latinLnBrk="0" hangingPunct="1">
              <a:lnSpc>
                <a:spcPct val="85000"/>
              </a:lnSpc>
              <a:spcBef>
                <a:spcPct val="0"/>
              </a:spcBef>
              <a:spcAft>
                <a:spcPct val="0"/>
              </a:spcAft>
              <a:buClrTx/>
              <a:buSzTx/>
              <a:buFontTx/>
              <a:buNone/>
              <a:tabLst/>
              <a:defRPr sz="4800">
                <a:solidFill>
                  <a:schemeClr val="tx2"/>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tx2"/>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tx2"/>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tx2"/>
                </a:solidFill>
              </a:defRPr>
            </a:lvl1pPr>
          </a:lstStyle>
          <a:p>
            <a:endParaRPr lang="da-DK"/>
          </a:p>
        </p:txBody>
      </p:sp>
      <p:sp>
        <p:nvSpPr>
          <p:cNvPr id="9" name="Pladsholder til tekst 8">
            <a:extLst>
              <a:ext uri="{FF2B5EF4-FFF2-40B4-BE49-F238E27FC236}">
                <a16:creationId xmlns:a16="http://schemas.microsoft.com/office/drawing/2014/main" id="{3914F537-4879-B017-5697-B4DB9558A4FB}"/>
              </a:ext>
            </a:extLst>
          </p:cNvPr>
          <p:cNvSpPr>
            <a:spLocks noGrp="1"/>
          </p:cNvSpPr>
          <p:nvPr>
            <p:ph type="body" sz="quarter" idx="13"/>
          </p:nvPr>
        </p:nvSpPr>
        <p:spPr>
          <a:xfrm>
            <a:off x="288000" y="1425575"/>
            <a:ext cx="5754941" cy="2003425"/>
          </a:xfrm>
        </p:spPr>
        <p:txBody>
          <a:bodyPr/>
          <a:lstStyle>
            <a:lvl1pPr>
              <a:defRPr sz="1600">
                <a:solidFill>
                  <a:schemeClr val="tx2"/>
                </a:solidFill>
              </a:defRPr>
            </a:lvl1pPr>
            <a:lvl2pPr>
              <a:defRPr sz="2400">
                <a:solidFill>
                  <a:schemeClr val="accent1"/>
                </a:solidFill>
              </a:defRPr>
            </a:lvl2pPr>
            <a:lvl3pPr>
              <a:defRPr sz="1600">
                <a:solidFill>
                  <a:schemeClr val="accent1"/>
                </a:solidFill>
              </a:defRPr>
            </a:lvl3pPr>
            <a:lvl4pPr>
              <a:defRPr sz="1600">
                <a:solidFill>
                  <a:schemeClr val="accent1"/>
                </a:solidFill>
              </a:defRPr>
            </a:lvl4pPr>
            <a:lvl5pPr>
              <a:defRPr sz="1600">
                <a:solidFill>
                  <a:schemeClr val="accent1"/>
                </a:solidFill>
              </a:defRPr>
            </a:lvl5pPr>
          </a:lstStyle>
          <a:p>
            <a:pPr lvl="0"/>
            <a:r>
              <a:rPr lang="da-DK"/>
              <a:t>Klik for at redigere teksttypografierne i masteren</a:t>
            </a:r>
          </a:p>
        </p:txBody>
      </p:sp>
    </p:spTree>
    <p:extLst>
      <p:ext uri="{BB962C8B-B14F-4D97-AF65-F5344CB8AC3E}">
        <p14:creationId xmlns:p14="http://schemas.microsoft.com/office/powerpoint/2010/main" val="31733157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HAPTER: Burgundy with intro">
    <p:bg>
      <p:bgPr>
        <a:solidFill>
          <a:schemeClr val="accent3"/>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760938" cy="1093915"/>
          </a:xfrm>
        </p:spPr>
        <p:txBody>
          <a:bodyPr/>
          <a:lstStyle>
            <a:lvl1pPr marL="0" marR="0" indent="0" algn="l" defTabSz="914400" rtl="0" eaLnBrk="1" fontAlgn="base" latinLnBrk="0" hangingPunct="1">
              <a:lnSpc>
                <a:spcPct val="85000"/>
              </a:lnSpc>
              <a:spcBef>
                <a:spcPct val="0"/>
              </a:spcBef>
              <a:spcAft>
                <a:spcPct val="0"/>
              </a:spcAft>
              <a:buClrTx/>
              <a:buSzTx/>
              <a:buFontTx/>
              <a:buNone/>
              <a:tabLst/>
              <a:defRPr sz="4800">
                <a:solidFill>
                  <a:schemeClr val="accent1"/>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1"/>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1"/>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1"/>
                </a:solidFill>
              </a:defRPr>
            </a:lvl1pPr>
          </a:lstStyle>
          <a:p>
            <a:endParaRPr lang="da-DK"/>
          </a:p>
        </p:txBody>
      </p:sp>
      <p:sp>
        <p:nvSpPr>
          <p:cNvPr id="9" name="Pladsholder til tekst 8">
            <a:extLst>
              <a:ext uri="{FF2B5EF4-FFF2-40B4-BE49-F238E27FC236}">
                <a16:creationId xmlns:a16="http://schemas.microsoft.com/office/drawing/2014/main" id="{3914F537-4879-B017-5697-B4DB9558A4FB}"/>
              </a:ext>
            </a:extLst>
          </p:cNvPr>
          <p:cNvSpPr>
            <a:spLocks noGrp="1"/>
          </p:cNvSpPr>
          <p:nvPr>
            <p:ph type="body" sz="quarter" idx="13"/>
          </p:nvPr>
        </p:nvSpPr>
        <p:spPr>
          <a:xfrm>
            <a:off x="288000" y="1425575"/>
            <a:ext cx="5754941" cy="2003425"/>
          </a:xfrm>
        </p:spPr>
        <p:txBody>
          <a:bodyPr/>
          <a:lstStyle>
            <a:lvl1pPr>
              <a:defRPr sz="1600">
                <a:solidFill>
                  <a:schemeClr val="accent1"/>
                </a:solidFill>
              </a:defRPr>
            </a:lvl1pPr>
            <a:lvl2pPr>
              <a:defRPr sz="2400">
                <a:solidFill>
                  <a:schemeClr val="accent1"/>
                </a:solidFill>
              </a:defRPr>
            </a:lvl2pPr>
            <a:lvl3pPr>
              <a:defRPr sz="1600">
                <a:solidFill>
                  <a:schemeClr val="accent1"/>
                </a:solidFill>
              </a:defRPr>
            </a:lvl3pPr>
            <a:lvl4pPr>
              <a:defRPr sz="1600">
                <a:solidFill>
                  <a:schemeClr val="accent1"/>
                </a:solidFill>
              </a:defRPr>
            </a:lvl4pPr>
            <a:lvl5pPr>
              <a:defRPr sz="1600">
                <a:solidFill>
                  <a:schemeClr val="accent1"/>
                </a:solidFill>
              </a:defRPr>
            </a:lvl5pPr>
          </a:lstStyle>
          <a:p>
            <a:pPr lvl="0"/>
            <a:r>
              <a:rPr lang="da-DK"/>
              <a:t>Klik for at redigere teksttypografierne i masteren</a:t>
            </a:r>
          </a:p>
        </p:txBody>
      </p:sp>
      <p:grpSp>
        <p:nvGrpSpPr>
          <p:cNvPr id="10" name="Gruppe 9">
            <a:extLst>
              <a:ext uri="{FF2B5EF4-FFF2-40B4-BE49-F238E27FC236}">
                <a16:creationId xmlns:a16="http://schemas.microsoft.com/office/drawing/2014/main" id="{C937F0F9-666B-3581-C50A-9C5CE7FAAD16}"/>
              </a:ext>
            </a:extLst>
          </p:cNvPr>
          <p:cNvGrpSpPr/>
          <p:nvPr userDrawn="1"/>
        </p:nvGrpSpPr>
        <p:grpSpPr>
          <a:xfrm>
            <a:off x="288000" y="6490800"/>
            <a:ext cx="11614351" cy="118982"/>
            <a:chOff x="288000" y="6523200"/>
            <a:chExt cx="11614351" cy="118982"/>
          </a:xfrm>
        </p:grpSpPr>
        <p:pic>
          <p:nvPicPr>
            <p:cNvPr id="7" name="Grafik 6">
              <a:extLst>
                <a:ext uri="{FF2B5EF4-FFF2-40B4-BE49-F238E27FC236}">
                  <a16:creationId xmlns:a16="http://schemas.microsoft.com/office/drawing/2014/main" id="{6EEF6441-3C8C-67A3-1B7E-A353E5080A2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523200"/>
              <a:ext cx="339391" cy="118982"/>
            </a:xfrm>
            <a:prstGeom prst="rect">
              <a:avLst/>
            </a:prstGeom>
          </p:spPr>
        </p:pic>
        <p:pic>
          <p:nvPicPr>
            <p:cNvPr id="8" name="Picture 3">
              <a:extLst>
                <a:ext uri="{FF2B5EF4-FFF2-40B4-BE49-F238E27FC236}">
                  <a16:creationId xmlns:a16="http://schemas.microsoft.com/office/drawing/2014/main" id="{647EBEBF-D17B-FA2C-8747-C20CA155025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451600" y="6523200"/>
              <a:ext cx="450751" cy="117503"/>
            </a:xfrm>
            <a:prstGeom prst="rect">
              <a:avLst/>
            </a:prstGeom>
          </p:spPr>
        </p:pic>
      </p:grpSp>
    </p:spTree>
    <p:extLst>
      <p:ext uri="{BB962C8B-B14F-4D97-AF65-F5344CB8AC3E}">
        <p14:creationId xmlns:p14="http://schemas.microsoft.com/office/powerpoint/2010/main" val="260449708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Bullets">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662414" cy="1811099"/>
          </a:xfrm>
        </p:spPr>
        <p:txBody>
          <a:bodyPr/>
          <a:lstStyle>
            <a:lvl1pPr>
              <a:defRPr sz="4800"/>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7" name="Pladsholder til tekst 2">
            <a:extLst>
              <a:ext uri="{FF2B5EF4-FFF2-40B4-BE49-F238E27FC236}">
                <a16:creationId xmlns:a16="http://schemas.microsoft.com/office/drawing/2014/main" id="{32F48FB4-1803-D5BE-A253-06D1E0319CEE}"/>
              </a:ext>
            </a:extLst>
          </p:cNvPr>
          <p:cNvSpPr>
            <a:spLocks noGrp="1"/>
          </p:cNvSpPr>
          <p:nvPr>
            <p:ph idx="14" hasCustomPrompt="1"/>
          </p:nvPr>
        </p:nvSpPr>
        <p:spPr>
          <a:xfrm>
            <a:off x="288000" y="2088000"/>
            <a:ext cx="5662413" cy="4090173"/>
          </a:xfrm>
          <a:prstGeom prst="rect">
            <a:avLst/>
          </a:prstGeom>
        </p:spPr>
        <p:txBody>
          <a:bodyPr vert="horz" lIns="0" tIns="0" rIns="0" bIns="0" rtlCol="0">
            <a:noAutofit/>
          </a:bodyPr>
          <a:lstStyle>
            <a:lvl1pPr marL="285750" indent="-285750">
              <a:spcAft>
                <a:spcPts val="1200"/>
              </a:spcAft>
              <a:buFont typeface="Arial" panose="020B0604020202020204" pitchFamily="34" charset="0"/>
              <a:buChar char="•"/>
              <a:defRPr sz="1800"/>
            </a:lvl1pPr>
          </a:lstStyle>
          <a:p>
            <a:pPr lvl="0"/>
            <a:r>
              <a:rPr lang="da-DK"/>
              <a:t>Første niveau</a:t>
            </a:r>
          </a:p>
          <a:p>
            <a:pPr lvl="1"/>
            <a:r>
              <a:rPr lang="da-DK"/>
              <a:t>Andet niveau</a:t>
            </a:r>
          </a:p>
          <a:p>
            <a:pPr lvl="2"/>
            <a:r>
              <a:rPr lang="da-DK"/>
              <a:t>Tredje niveau</a:t>
            </a:r>
          </a:p>
          <a:p>
            <a:pPr lvl="3"/>
            <a:r>
              <a:rPr lang="da-DK"/>
              <a:t>Fjerde niveau</a:t>
            </a:r>
          </a:p>
          <a:p>
            <a:pPr lvl="4"/>
            <a:r>
              <a:rPr lang="da-DK"/>
              <a:t>Femte niveau</a:t>
            </a:r>
          </a:p>
          <a:p>
            <a:pPr lvl="5"/>
            <a:r>
              <a:rPr lang="da-DK"/>
              <a:t>Sjette</a:t>
            </a:r>
          </a:p>
          <a:p>
            <a:pPr lvl="6"/>
            <a:r>
              <a:rPr lang="da-DK"/>
              <a:t>Syvende</a:t>
            </a:r>
          </a:p>
          <a:p>
            <a:pPr lvl="7"/>
            <a:r>
              <a:rPr lang="da-DK"/>
              <a:t>Ottende</a:t>
            </a:r>
          </a:p>
          <a:p>
            <a:pPr lvl="8"/>
            <a:r>
              <a:rPr lang="da-DK"/>
              <a:t>Niende</a:t>
            </a:r>
          </a:p>
        </p:txBody>
      </p:sp>
    </p:spTree>
    <p:extLst>
      <p:ext uri="{BB962C8B-B14F-4D97-AF65-F5344CB8AC3E}">
        <p14:creationId xmlns:p14="http://schemas.microsoft.com/office/powerpoint/2010/main" val="2270952661"/>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EXT: Bullets Cream">
    <p:bg>
      <p:bgPr>
        <a:solidFill>
          <a:schemeClr val="accent4"/>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662414" cy="1811099"/>
          </a:xfrm>
        </p:spPr>
        <p:txBody>
          <a:bodyPr/>
          <a:lstStyle>
            <a:lvl1pPr>
              <a:defRPr sz="4800">
                <a:solidFill>
                  <a:schemeClr val="accent3"/>
                </a:solidFill>
              </a:defRPr>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3"/>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3"/>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3"/>
                </a:solidFill>
              </a:defRPr>
            </a:lvl1pPr>
          </a:lstStyle>
          <a:p>
            <a:endParaRPr lang="da-DK"/>
          </a:p>
        </p:txBody>
      </p:sp>
      <p:sp>
        <p:nvSpPr>
          <p:cNvPr id="7" name="Pladsholder til tekst 2">
            <a:extLst>
              <a:ext uri="{FF2B5EF4-FFF2-40B4-BE49-F238E27FC236}">
                <a16:creationId xmlns:a16="http://schemas.microsoft.com/office/drawing/2014/main" id="{32F48FB4-1803-D5BE-A253-06D1E0319CEE}"/>
              </a:ext>
            </a:extLst>
          </p:cNvPr>
          <p:cNvSpPr>
            <a:spLocks noGrp="1"/>
          </p:cNvSpPr>
          <p:nvPr>
            <p:ph idx="14" hasCustomPrompt="1"/>
          </p:nvPr>
        </p:nvSpPr>
        <p:spPr>
          <a:xfrm>
            <a:off x="288000" y="2098800"/>
            <a:ext cx="5662413" cy="4090173"/>
          </a:xfrm>
          <a:prstGeom prst="rect">
            <a:avLst/>
          </a:prstGeom>
        </p:spPr>
        <p:txBody>
          <a:bodyPr vert="horz" lIns="0" tIns="0" rIns="0" bIns="0" rtlCol="0">
            <a:noAutofit/>
          </a:bodyPr>
          <a:lstStyle>
            <a:lvl1pPr marL="285750" indent="-285750">
              <a:spcAft>
                <a:spcPts val="1200"/>
              </a:spcAft>
              <a:buFont typeface="Arial" panose="020B0604020202020204" pitchFamily="34" charset="0"/>
              <a:buChar char="•"/>
              <a:defRPr sz="18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vl6pPr>
              <a:defRPr>
                <a:solidFill>
                  <a:schemeClr val="accent3"/>
                </a:solidFill>
              </a:defRPr>
            </a:lvl6pPr>
            <a:lvl7pPr>
              <a:defRPr>
                <a:solidFill>
                  <a:schemeClr val="accent3"/>
                </a:solidFill>
              </a:defRPr>
            </a:lvl7pPr>
            <a:lvl8pPr>
              <a:defRPr>
                <a:solidFill>
                  <a:schemeClr val="accent3"/>
                </a:solidFill>
              </a:defRPr>
            </a:lvl8pPr>
            <a:lvl9pPr>
              <a:defRPr>
                <a:solidFill>
                  <a:schemeClr val="accent3"/>
                </a:solidFill>
              </a:defRPr>
            </a:lvl9pPr>
          </a:lstStyle>
          <a:p>
            <a:pPr lvl="0"/>
            <a:r>
              <a:rPr lang="da-DK"/>
              <a:t>Første niveau</a:t>
            </a:r>
          </a:p>
          <a:p>
            <a:pPr lvl="1"/>
            <a:r>
              <a:rPr lang="da-DK"/>
              <a:t>Andet niveau</a:t>
            </a:r>
          </a:p>
          <a:p>
            <a:pPr lvl="2"/>
            <a:r>
              <a:rPr lang="da-DK"/>
              <a:t>Tredje niveau</a:t>
            </a:r>
          </a:p>
          <a:p>
            <a:pPr lvl="3"/>
            <a:r>
              <a:rPr lang="da-DK"/>
              <a:t>Fjerde niveau</a:t>
            </a:r>
          </a:p>
          <a:p>
            <a:pPr lvl="4"/>
            <a:r>
              <a:rPr lang="da-DK"/>
              <a:t>Femte niveau</a:t>
            </a:r>
          </a:p>
          <a:p>
            <a:pPr lvl="5"/>
            <a:r>
              <a:rPr lang="da-DK"/>
              <a:t>Sjette</a:t>
            </a:r>
          </a:p>
          <a:p>
            <a:pPr lvl="6"/>
            <a:r>
              <a:rPr lang="da-DK"/>
              <a:t>Syvende</a:t>
            </a:r>
          </a:p>
          <a:p>
            <a:pPr lvl="7"/>
            <a:r>
              <a:rPr lang="da-DK"/>
              <a:t>Ottende</a:t>
            </a:r>
          </a:p>
          <a:p>
            <a:pPr lvl="8"/>
            <a:r>
              <a:rPr lang="da-DK"/>
              <a:t>Niende</a:t>
            </a:r>
          </a:p>
        </p:txBody>
      </p:sp>
      <p:pic>
        <p:nvPicPr>
          <p:cNvPr id="8" name="Grafik 7">
            <a:extLst>
              <a:ext uri="{FF2B5EF4-FFF2-40B4-BE49-F238E27FC236}">
                <a16:creationId xmlns:a16="http://schemas.microsoft.com/office/drawing/2014/main" id="{E47BC1D8-7841-587D-D6F2-0F4E94E77789}"/>
              </a:ext>
            </a:extLst>
          </p:cNvPr>
          <p:cNvPicPr>
            <a:picLocks noChangeAspect="1"/>
          </p:cNvPicPr>
          <p:nvPr userDrawn="1"/>
        </p:nvPicPr>
        <p:blipFill>
          <a:blip>
            <a:extLst>
              <a:ext uri="{96DAC541-7B7A-43D3-8B79-37D633B846F1}">
                <asvg:svgBlip xmlns:asvg="http://schemas.microsoft.com/office/drawing/2016/SVG/main" r:embed="rId2"/>
              </a:ext>
            </a:extLst>
          </a:blip>
          <a:srcRect t="12759"/>
          <a:stretch>
            <a:fillRect/>
          </a:stretch>
        </p:blipFill>
        <p:spPr>
          <a:xfrm>
            <a:off x="10381622" y="0"/>
            <a:ext cx="1054836" cy="4250682"/>
          </a:xfrm>
          <a:prstGeom prst="rect">
            <a:avLst/>
          </a:prstGeom>
        </p:spPr>
      </p:pic>
      <p:grpSp>
        <p:nvGrpSpPr>
          <p:cNvPr id="11" name="Gruppe 10">
            <a:extLst>
              <a:ext uri="{FF2B5EF4-FFF2-40B4-BE49-F238E27FC236}">
                <a16:creationId xmlns:a16="http://schemas.microsoft.com/office/drawing/2014/main" id="{FD5A3296-E541-09D6-852A-EB28BF3EB849}"/>
              </a:ext>
            </a:extLst>
          </p:cNvPr>
          <p:cNvGrpSpPr/>
          <p:nvPr userDrawn="1"/>
        </p:nvGrpSpPr>
        <p:grpSpPr>
          <a:xfrm>
            <a:off x="288000" y="6490800"/>
            <a:ext cx="11614351" cy="118982"/>
            <a:chOff x="288000" y="6523200"/>
            <a:chExt cx="11614351" cy="118982"/>
          </a:xfrm>
        </p:grpSpPr>
        <p:pic>
          <p:nvPicPr>
            <p:cNvPr id="6" name="Grafik 5">
              <a:extLst>
                <a:ext uri="{FF2B5EF4-FFF2-40B4-BE49-F238E27FC236}">
                  <a16:creationId xmlns:a16="http://schemas.microsoft.com/office/drawing/2014/main" id="{B18A55F3-43CE-EB26-C8D2-3CE18966E4E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8000" y="6523200"/>
              <a:ext cx="339391" cy="118982"/>
            </a:xfrm>
            <a:prstGeom prst="rect">
              <a:avLst/>
            </a:prstGeom>
          </p:spPr>
        </p:pic>
        <p:pic>
          <p:nvPicPr>
            <p:cNvPr id="10" name="Picture 3">
              <a:extLst>
                <a:ext uri="{FF2B5EF4-FFF2-40B4-BE49-F238E27FC236}">
                  <a16:creationId xmlns:a16="http://schemas.microsoft.com/office/drawing/2014/main" id="{0122DFB9-F8AA-2D84-93F5-696D90AD2546}"/>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451600" y="6523200"/>
              <a:ext cx="450751" cy="117503"/>
            </a:xfrm>
            <a:prstGeom prst="rect">
              <a:avLst/>
            </a:prstGeom>
          </p:spPr>
        </p:pic>
      </p:grpSp>
    </p:spTree>
    <p:extLst>
      <p:ext uri="{BB962C8B-B14F-4D97-AF65-F5344CB8AC3E}">
        <p14:creationId xmlns:p14="http://schemas.microsoft.com/office/powerpoint/2010/main" val="434206141"/>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EXT: Bullets Burgundy">
    <p:bg>
      <p:bgPr>
        <a:solidFill>
          <a:schemeClr val="accent3"/>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662414" cy="1811099"/>
          </a:xfrm>
        </p:spPr>
        <p:txBody>
          <a:bodyPr/>
          <a:lstStyle>
            <a:lvl1pPr>
              <a:defRPr sz="4800">
                <a:solidFill>
                  <a:schemeClr val="accent1"/>
                </a:solidFill>
              </a:defRPr>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1"/>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1"/>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1"/>
                </a:solidFill>
              </a:defRPr>
            </a:lvl1pPr>
          </a:lstStyle>
          <a:p>
            <a:endParaRPr lang="da-DK"/>
          </a:p>
        </p:txBody>
      </p:sp>
      <p:sp>
        <p:nvSpPr>
          <p:cNvPr id="7" name="Pladsholder til tekst 2">
            <a:extLst>
              <a:ext uri="{FF2B5EF4-FFF2-40B4-BE49-F238E27FC236}">
                <a16:creationId xmlns:a16="http://schemas.microsoft.com/office/drawing/2014/main" id="{32F48FB4-1803-D5BE-A253-06D1E0319CEE}"/>
              </a:ext>
            </a:extLst>
          </p:cNvPr>
          <p:cNvSpPr>
            <a:spLocks noGrp="1"/>
          </p:cNvSpPr>
          <p:nvPr>
            <p:ph idx="14" hasCustomPrompt="1"/>
          </p:nvPr>
        </p:nvSpPr>
        <p:spPr>
          <a:xfrm>
            <a:off x="288000" y="2100420"/>
            <a:ext cx="5662413" cy="4090173"/>
          </a:xfrm>
          <a:prstGeom prst="rect">
            <a:avLst/>
          </a:prstGeom>
        </p:spPr>
        <p:txBody>
          <a:bodyPr vert="horz" lIns="0" tIns="0" rIns="0" bIns="0" rtlCol="0">
            <a:noAutofit/>
          </a:bodyPr>
          <a:lstStyle>
            <a:lvl1pPr marL="285750" indent="-285750">
              <a:spcAft>
                <a:spcPts val="1200"/>
              </a:spcAft>
              <a:buFont typeface="Arial" panose="020B0604020202020204" pitchFamily="34" charset="0"/>
              <a:buChar char="•"/>
              <a:defRPr sz="18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da-DK"/>
              <a:t>Første niveau</a:t>
            </a:r>
          </a:p>
          <a:p>
            <a:pPr lvl="1"/>
            <a:r>
              <a:rPr lang="da-DK"/>
              <a:t>Andet niveau</a:t>
            </a:r>
          </a:p>
          <a:p>
            <a:pPr lvl="2"/>
            <a:r>
              <a:rPr lang="da-DK"/>
              <a:t>Tredje niveau</a:t>
            </a:r>
          </a:p>
          <a:p>
            <a:pPr lvl="3"/>
            <a:r>
              <a:rPr lang="da-DK"/>
              <a:t>Fjerde niveau</a:t>
            </a:r>
          </a:p>
          <a:p>
            <a:pPr lvl="4"/>
            <a:r>
              <a:rPr lang="da-DK"/>
              <a:t>Femte niveau</a:t>
            </a:r>
          </a:p>
          <a:p>
            <a:pPr lvl="5"/>
            <a:r>
              <a:rPr lang="da-DK"/>
              <a:t>Sjette</a:t>
            </a:r>
          </a:p>
          <a:p>
            <a:pPr lvl="6"/>
            <a:r>
              <a:rPr lang="da-DK"/>
              <a:t>Syvende</a:t>
            </a:r>
          </a:p>
          <a:p>
            <a:pPr lvl="7"/>
            <a:r>
              <a:rPr lang="da-DK"/>
              <a:t>Ottende</a:t>
            </a:r>
          </a:p>
          <a:p>
            <a:pPr lvl="8"/>
            <a:r>
              <a:rPr lang="da-DK"/>
              <a:t>Niende</a:t>
            </a:r>
          </a:p>
        </p:txBody>
      </p:sp>
      <p:pic>
        <p:nvPicPr>
          <p:cNvPr id="13" name="Grafik 12">
            <a:extLst>
              <a:ext uri="{FF2B5EF4-FFF2-40B4-BE49-F238E27FC236}">
                <a16:creationId xmlns:a16="http://schemas.microsoft.com/office/drawing/2014/main" id="{09D37294-9A68-3040-0664-F2FEE5DE5D7C}"/>
              </a:ext>
            </a:extLst>
          </p:cNvPr>
          <p:cNvPicPr>
            <a:picLocks noChangeAspect="1"/>
          </p:cNvPicPr>
          <p:nvPr userDrawn="1"/>
        </p:nvPicPr>
        <p:blipFill>
          <a:blip>
            <a:extLst>
              <a:ext uri="{96DAC541-7B7A-43D3-8B79-37D633B846F1}">
                <asvg:svgBlip xmlns:asvg="http://schemas.microsoft.com/office/drawing/2016/SVG/main" r:embed="rId2"/>
              </a:ext>
            </a:extLst>
          </a:blip>
          <a:srcRect r="3874"/>
          <a:stretch>
            <a:fillRect/>
          </a:stretch>
        </p:blipFill>
        <p:spPr>
          <a:xfrm>
            <a:off x="8422641" y="4374106"/>
            <a:ext cx="3766184" cy="1054836"/>
          </a:xfrm>
          <a:prstGeom prst="rect">
            <a:avLst/>
          </a:prstGeom>
        </p:spPr>
      </p:pic>
      <p:grpSp>
        <p:nvGrpSpPr>
          <p:cNvPr id="10" name="Gruppe 9">
            <a:extLst>
              <a:ext uri="{FF2B5EF4-FFF2-40B4-BE49-F238E27FC236}">
                <a16:creationId xmlns:a16="http://schemas.microsoft.com/office/drawing/2014/main" id="{21BCBC63-B8F9-7D87-7E7A-429AC1C5A1EA}"/>
              </a:ext>
            </a:extLst>
          </p:cNvPr>
          <p:cNvGrpSpPr/>
          <p:nvPr userDrawn="1"/>
        </p:nvGrpSpPr>
        <p:grpSpPr>
          <a:xfrm>
            <a:off x="288000" y="6490800"/>
            <a:ext cx="11614351" cy="118982"/>
            <a:chOff x="288000" y="6523200"/>
            <a:chExt cx="11614351" cy="118982"/>
          </a:xfrm>
        </p:grpSpPr>
        <p:pic>
          <p:nvPicPr>
            <p:cNvPr id="8" name="Grafik 7">
              <a:extLst>
                <a:ext uri="{FF2B5EF4-FFF2-40B4-BE49-F238E27FC236}">
                  <a16:creationId xmlns:a16="http://schemas.microsoft.com/office/drawing/2014/main" id="{CADD39CD-4E43-3347-4ED2-61C4B7EA49E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8000" y="6523200"/>
              <a:ext cx="339391" cy="118982"/>
            </a:xfrm>
            <a:prstGeom prst="rect">
              <a:avLst/>
            </a:prstGeom>
          </p:spPr>
        </p:pic>
        <p:pic>
          <p:nvPicPr>
            <p:cNvPr id="9" name="Picture 3">
              <a:extLst>
                <a:ext uri="{FF2B5EF4-FFF2-40B4-BE49-F238E27FC236}">
                  <a16:creationId xmlns:a16="http://schemas.microsoft.com/office/drawing/2014/main" id="{C2CD423B-270E-2159-48F7-5DE7C86E8DA3}"/>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451600" y="6523200"/>
              <a:ext cx="450751" cy="117503"/>
            </a:xfrm>
            <a:prstGeom prst="rect">
              <a:avLst/>
            </a:prstGeom>
          </p:spPr>
        </p:pic>
      </p:grpSp>
    </p:spTree>
    <p:extLst>
      <p:ext uri="{BB962C8B-B14F-4D97-AF65-F5344CB8AC3E}">
        <p14:creationId xmlns:p14="http://schemas.microsoft.com/office/powerpoint/2010/main" val="511085223"/>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ullets Ash Grey">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662414" cy="1811099"/>
          </a:xfrm>
        </p:spPr>
        <p:txBody>
          <a:bodyPr/>
          <a:lstStyle>
            <a:lvl1pPr>
              <a:defRPr sz="4800">
                <a:solidFill>
                  <a:schemeClr val="tx2"/>
                </a:solidFill>
              </a:defRPr>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tx2"/>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tx2"/>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tx2"/>
                </a:solidFill>
              </a:defRPr>
            </a:lvl1pPr>
          </a:lstStyle>
          <a:p>
            <a:endParaRPr lang="da-DK"/>
          </a:p>
        </p:txBody>
      </p:sp>
      <p:sp>
        <p:nvSpPr>
          <p:cNvPr id="7" name="Pladsholder til tekst 2">
            <a:extLst>
              <a:ext uri="{FF2B5EF4-FFF2-40B4-BE49-F238E27FC236}">
                <a16:creationId xmlns:a16="http://schemas.microsoft.com/office/drawing/2014/main" id="{32F48FB4-1803-D5BE-A253-06D1E0319CEE}"/>
              </a:ext>
            </a:extLst>
          </p:cNvPr>
          <p:cNvSpPr>
            <a:spLocks noGrp="1"/>
          </p:cNvSpPr>
          <p:nvPr>
            <p:ph idx="14" hasCustomPrompt="1"/>
          </p:nvPr>
        </p:nvSpPr>
        <p:spPr>
          <a:xfrm>
            <a:off x="288000" y="2100420"/>
            <a:ext cx="5662413" cy="4090173"/>
          </a:xfrm>
          <a:prstGeom prst="rect">
            <a:avLst/>
          </a:prstGeom>
        </p:spPr>
        <p:txBody>
          <a:bodyPr vert="horz" lIns="0" tIns="0" rIns="0" bIns="0" rtlCol="0">
            <a:noAutofit/>
          </a:bodyPr>
          <a:lstStyle>
            <a:lvl1pPr marL="285750" indent="-285750">
              <a:spcAft>
                <a:spcPts val="1200"/>
              </a:spcAft>
              <a:buFont typeface="Arial" panose="020B0604020202020204" pitchFamily="34" charset="0"/>
              <a:buChar char="•"/>
              <a:defRPr sz="18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da-DK"/>
              <a:t>Første niveau</a:t>
            </a:r>
          </a:p>
          <a:p>
            <a:pPr lvl="1"/>
            <a:r>
              <a:rPr lang="da-DK"/>
              <a:t>Andet niveau</a:t>
            </a:r>
          </a:p>
          <a:p>
            <a:pPr lvl="2"/>
            <a:r>
              <a:rPr lang="da-DK"/>
              <a:t>Tredje niveau</a:t>
            </a:r>
          </a:p>
          <a:p>
            <a:pPr lvl="3"/>
            <a:r>
              <a:rPr lang="da-DK"/>
              <a:t>Fjerde niveau</a:t>
            </a:r>
          </a:p>
          <a:p>
            <a:pPr lvl="4"/>
            <a:r>
              <a:rPr lang="da-DK"/>
              <a:t>Femte niveau</a:t>
            </a:r>
          </a:p>
          <a:p>
            <a:pPr lvl="5"/>
            <a:r>
              <a:rPr lang="da-DK"/>
              <a:t>Sjette</a:t>
            </a:r>
          </a:p>
          <a:p>
            <a:pPr lvl="6"/>
            <a:r>
              <a:rPr lang="da-DK"/>
              <a:t>Syvende</a:t>
            </a:r>
          </a:p>
          <a:p>
            <a:pPr lvl="7"/>
            <a:r>
              <a:rPr lang="da-DK"/>
              <a:t>Ottende</a:t>
            </a:r>
          </a:p>
          <a:p>
            <a:pPr lvl="8"/>
            <a:r>
              <a:rPr lang="da-DK"/>
              <a:t>Niende</a:t>
            </a:r>
          </a:p>
        </p:txBody>
      </p:sp>
      <p:pic>
        <p:nvPicPr>
          <p:cNvPr id="9" name="Grafik 8">
            <a:extLst>
              <a:ext uri="{FF2B5EF4-FFF2-40B4-BE49-F238E27FC236}">
                <a16:creationId xmlns:a16="http://schemas.microsoft.com/office/drawing/2014/main" id="{703FFE0B-7E4F-F6A1-8391-1A22CC8CE845}"/>
              </a:ext>
            </a:extLst>
          </p:cNvPr>
          <p:cNvPicPr>
            <a:picLocks noChangeAspect="1"/>
          </p:cNvPicPr>
          <p:nvPr userDrawn="1"/>
        </p:nvPicPr>
        <p:blipFill>
          <a:blip>
            <a:extLst>
              <a:ext uri="{96DAC541-7B7A-43D3-8B79-37D633B846F1}">
                <asvg:svgBlip xmlns:asvg="http://schemas.microsoft.com/office/drawing/2016/SVG/main" r:embed="rId2"/>
              </a:ext>
            </a:extLst>
          </a:blip>
          <a:srcRect l="38632" t="46667" r="12846"/>
          <a:stretch>
            <a:fillRect/>
          </a:stretch>
        </p:blipFill>
        <p:spPr>
          <a:xfrm>
            <a:off x="9277708" y="4475055"/>
            <a:ext cx="2911117" cy="1319517"/>
          </a:xfrm>
          <a:prstGeom prst="rect">
            <a:avLst/>
          </a:prstGeom>
        </p:spPr>
      </p:pic>
    </p:spTree>
    <p:extLst>
      <p:ext uri="{BB962C8B-B14F-4D97-AF65-F5344CB8AC3E}">
        <p14:creationId xmlns:p14="http://schemas.microsoft.com/office/powerpoint/2010/main" val="338628600"/>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Two columns">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626800" cy="1811099"/>
          </a:xfrm>
        </p:spPr>
        <p:txBody>
          <a:bodyPr/>
          <a:lstStyle>
            <a:lvl1pPr>
              <a:defRPr sz="4800"/>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7" name="Pladsholder til tekst 2">
            <a:extLst>
              <a:ext uri="{FF2B5EF4-FFF2-40B4-BE49-F238E27FC236}">
                <a16:creationId xmlns:a16="http://schemas.microsoft.com/office/drawing/2014/main" id="{32F48FB4-1803-D5BE-A253-06D1E0319CEE}"/>
              </a:ext>
            </a:extLst>
          </p:cNvPr>
          <p:cNvSpPr>
            <a:spLocks noGrp="1"/>
          </p:cNvSpPr>
          <p:nvPr>
            <p:ph idx="14" hasCustomPrompt="1"/>
          </p:nvPr>
        </p:nvSpPr>
        <p:spPr>
          <a:xfrm>
            <a:off x="324000" y="2289600"/>
            <a:ext cx="5626800" cy="3695707"/>
          </a:xfrm>
          <a:prstGeom prst="rect">
            <a:avLst/>
          </a:prstGeom>
        </p:spPr>
        <p:txBody>
          <a:bodyPr vert="horz" lIns="0" tIns="0" rIns="0" bIns="0" rtlCol="0">
            <a:noAutofit/>
          </a:bodyPr>
          <a:lstStyle/>
          <a:p>
            <a:pPr lvl="0"/>
            <a:r>
              <a:rPr lang="da-DK"/>
              <a:t>Første niveau</a:t>
            </a:r>
          </a:p>
          <a:p>
            <a:pPr lvl="1"/>
            <a:r>
              <a:rPr lang="da-DK"/>
              <a:t>Andet niveau</a:t>
            </a:r>
          </a:p>
          <a:p>
            <a:pPr lvl="2"/>
            <a:r>
              <a:rPr lang="da-DK"/>
              <a:t>Tredje niveau</a:t>
            </a:r>
          </a:p>
          <a:p>
            <a:pPr lvl="3"/>
            <a:r>
              <a:rPr lang="da-DK"/>
              <a:t>Fjerde niveau</a:t>
            </a:r>
          </a:p>
          <a:p>
            <a:pPr lvl="4"/>
            <a:r>
              <a:rPr lang="da-DK"/>
              <a:t>Femte niveau</a:t>
            </a:r>
          </a:p>
          <a:p>
            <a:pPr lvl="5"/>
            <a:r>
              <a:rPr lang="da-DK"/>
              <a:t>Sjette</a:t>
            </a:r>
          </a:p>
          <a:p>
            <a:pPr lvl="6"/>
            <a:r>
              <a:rPr lang="da-DK"/>
              <a:t>Syvende</a:t>
            </a:r>
          </a:p>
          <a:p>
            <a:pPr lvl="7"/>
            <a:r>
              <a:rPr lang="da-DK"/>
              <a:t>Ottende</a:t>
            </a:r>
          </a:p>
          <a:p>
            <a:pPr lvl="8"/>
            <a:r>
              <a:rPr lang="da-DK"/>
              <a:t>Niende</a:t>
            </a:r>
          </a:p>
        </p:txBody>
      </p:sp>
      <p:sp>
        <p:nvSpPr>
          <p:cNvPr id="8" name="Pladsholder til tekst 2">
            <a:extLst>
              <a:ext uri="{FF2B5EF4-FFF2-40B4-BE49-F238E27FC236}">
                <a16:creationId xmlns:a16="http://schemas.microsoft.com/office/drawing/2014/main" id="{6A5B6E34-B432-FE81-249F-DCEFB1261BA9}"/>
              </a:ext>
            </a:extLst>
          </p:cNvPr>
          <p:cNvSpPr>
            <a:spLocks noGrp="1"/>
          </p:cNvSpPr>
          <p:nvPr>
            <p:ph idx="15" hasCustomPrompt="1"/>
          </p:nvPr>
        </p:nvSpPr>
        <p:spPr>
          <a:xfrm>
            <a:off x="6165850" y="2289600"/>
            <a:ext cx="5734976" cy="3695707"/>
          </a:xfrm>
          <a:prstGeom prst="rect">
            <a:avLst/>
          </a:prstGeom>
        </p:spPr>
        <p:txBody>
          <a:bodyPr vert="horz" lIns="0" tIns="0" rIns="0" bIns="0" rtlCol="0">
            <a:noAutofit/>
          </a:bodyPr>
          <a:lstStyle/>
          <a:p>
            <a:pPr lvl="0"/>
            <a:r>
              <a:rPr lang="da-DK"/>
              <a:t>Første niveau</a:t>
            </a:r>
          </a:p>
          <a:p>
            <a:pPr lvl="1"/>
            <a:r>
              <a:rPr lang="da-DK"/>
              <a:t>Andet niveau</a:t>
            </a:r>
          </a:p>
          <a:p>
            <a:pPr lvl="2"/>
            <a:r>
              <a:rPr lang="da-DK"/>
              <a:t>Tredje niveau</a:t>
            </a:r>
          </a:p>
          <a:p>
            <a:pPr lvl="3"/>
            <a:r>
              <a:rPr lang="da-DK"/>
              <a:t>Fjerde niveau</a:t>
            </a:r>
          </a:p>
          <a:p>
            <a:pPr lvl="4"/>
            <a:r>
              <a:rPr lang="da-DK"/>
              <a:t>Femte niveau</a:t>
            </a:r>
          </a:p>
          <a:p>
            <a:pPr lvl="5"/>
            <a:r>
              <a:rPr lang="da-DK"/>
              <a:t>Sjette</a:t>
            </a:r>
          </a:p>
          <a:p>
            <a:pPr lvl="6"/>
            <a:r>
              <a:rPr lang="da-DK"/>
              <a:t>Syvende</a:t>
            </a:r>
          </a:p>
          <a:p>
            <a:pPr lvl="7"/>
            <a:r>
              <a:rPr lang="da-DK"/>
              <a:t>Ottende</a:t>
            </a:r>
          </a:p>
          <a:p>
            <a:pPr lvl="8"/>
            <a:r>
              <a:rPr lang="da-DK"/>
              <a:t>Niende</a:t>
            </a:r>
          </a:p>
        </p:txBody>
      </p:sp>
    </p:spTree>
    <p:extLst>
      <p:ext uri="{BB962C8B-B14F-4D97-AF65-F5344CB8AC3E}">
        <p14:creationId xmlns:p14="http://schemas.microsoft.com/office/powerpoint/2010/main" val="1502634818"/>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Image righ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662026" cy="1811099"/>
          </a:xfrm>
        </p:spPr>
        <p:txBody>
          <a:bodyPr/>
          <a:lstStyle>
            <a:lvl1pPr>
              <a:defRPr sz="4800"/>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9" name="Pladsholder til tekst 2">
            <a:extLst>
              <a:ext uri="{FF2B5EF4-FFF2-40B4-BE49-F238E27FC236}">
                <a16:creationId xmlns:a16="http://schemas.microsoft.com/office/drawing/2014/main" id="{14094B27-424E-B105-2502-44217314E769}"/>
              </a:ext>
            </a:extLst>
          </p:cNvPr>
          <p:cNvSpPr>
            <a:spLocks noGrp="1"/>
          </p:cNvSpPr>
          <p:nvPr>
            <p:ph idx="1" hasCustomPrompt="1"/>
          </p:nvPr>
        </p:nvSpPr>
        <p:spPr>
          <a:xfrm>
            <a:off x="288000" y="2186602"/>
            <a:ext cx="5662026" cy="4081221"/>
          </a:xfrm>
          <a:prstGeom prst="rect">
            <a:avLst/>
          </a:prstGeom>
        </p:spPr>
        <p:txBody>
          <a:bodyPr vert="horz" lIns="0" tIns="0" rIns="0" bIns="0" rtlCol="0">
            <a:noAutofit/>
          </a:bodyPr>
          <a:lstStyle/>
          <a:p>
            <a:pPr lvl="1"/>
            <a:r>
              <a:rPr lang="da-DK"/>
              <a:t>Andet niveau</a:t>
            </a:r>
          </a:p>
        </p:txBody>
      </p:sp>
      <p:sp>
        <p:nvSpPr>
          <p:cNvPr id="14" name="Pladsholder til billede 12">
            <a:extLst>
              <a:ext uri="{FF2B5EF4-FFF2-40B4-BE49-F238E27FC236}">
                <a16:creationId xmlns:a16="http://schemas.microsoft.com/office/drawing/2014/main" id="{F829DBCF-3BDB-AE10-FF83-CD7911F82DD9}"/>
              </a:ext>
            </a:extLst>
          </p:cNvPr>
          <p:cNvSpPr>
            <a:spLocks noGrp="1"/>
          </p:cNvSpPr>
          <p:nvPr>
            <p:ph type="pic" sz="quarter" idx="16"/>
          </p:nvPr>
        </p:nvSpPr>
        <p:spPr>
          <a:xfrm>
            <a:off x="6145882" y="251999"/>
            <a:ext cx="5790943" cy="6120000"/>
          </a:xfrm>
          <a:solidFill>
            <a:srgbClr val="DDDDDD"/>
          </a:solidFill>
        </p:spPr>
        <p:txBody>
          <a:bodyPr/>
          <a:lstStyle/>
          <a:p>
            <a:r>
              <a:rPr lang="da-DK"/>
              <a:t>Klik på ikonet for at tilføje et billede</a:t>
            </a:r>
            <a:endParaRPr lang="en-US"/>
          </a:p>
        </p:txBody>
      </p:sp>
    </p:spTree>
    <p:extLst>
      <p:ext uri="{BB962C8B-B14F-4D97-AF65-F5344CB8AC3E}">
        <p14:creationId xmlns:p14="http://schemas.microsoft.com/office/powerpoint/2010/main" val="4190065237"/>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Image lef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6166800" y="252000"/>
            <a:ext cx="5662026" cy="1811099"/>
          </a:xfrm>
        </p:spPr>
        <p:txBody>
          <a:bodyPr/>
          <a:lstStyle>
            <a:lvl1pPr>
              <a:defRPr sz="4800"/>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9" name="Pladsholder til tekst 2">
            <a:extLst>
              <a:ext uri="{FF2B5EF4-FFF2-40B4-BE49-F238E27FC236}">
                <a16:creationId xmlns:a16="http://schemas.microsoft.com/office/drawing/2014/main" id="{14094B27-424E-B105-2502-44217314E769}"/>
              </a:ext>
            </a:extLst>
          </p:cNvPr>
          <p:cNvSpPr>
            <a:spLocks noGrp="1"/>
          </p:cNvSpPr>
          <p:nvPr>
            <p:ph idx="1" hasCustomPrompt="1"/>
          </p:nvPr>
        </p:nvSpPr>
        <p:spPr>
          <a:xfrm>
            <a:off x="6166800" y="2186602"/>
            <a:ext cx="5662026" cy="4081221"/>
          </a:xfrm>
          <a:prstGeom prst="rect">
            <a:avLst/>
          </a:prstGeom>
        </p:spPr>
        <p:txBody>
          <a:bodyPr vert="horz" lIns="0" tIns="0" rIns="0" bIns="0" rtlCol="0">
            <a:noAutofit/>
          </a:bodyPr>
          <a:lstStyle/>
          <a:p>
            <a:pPr lvl="1"/>
            <a:r>
              <a:rPr lang="da-DK"/>
              <a:t>Andet niveau</a:t>
            </a:r>
          </a:p>
        </p:txBody>
      </p:sp>
      <p:sp>
        <p:nvSpPr>
          <p:cNvPr id="6" name="Pladsholder til billede 12">
            <a:extLst>
              <a:ext uri="{FF2B5EF4-FFF2-40B4-BE49-F238E27FC236}">
                <a16:creationId xmlns:a16="http://schemas.microsoft.com/office/drawing/2014/main" id="{539ACA65-326F-70B4-778F-F6E890B92F38}"/>
              </a:ext>
            </a:extLst>
          </p:cNvPr>
          <p:cNvSpPr>
            <a:spLocks noGrp="1"/>
          </p:cNvSpPr>
          <p:nvPr>
            <p:ph type="pic" sz="quarter" idx="16"/>
          </p:nvPr>
        </p:nvSpPr>
        <p:spPr>
          <a:xfrm>
            <a:off x="252001" y="251999"/>
            <a:ext cx="5724000" cy="6120000"/>
          </a:xfrm>
          <a:solidFill>
            <a:srgbClr val="DDDDDD"/>
          </a:solidFill>
        </p:spPr>
        <p:txBody>
          <a:bodyPr/>
          <a:lstStyle/>
          <a:p>
            <a:r>
              <a:rPr lang="da-DK"/>
              <a:t>Klik på ikonet for at tilføje et billede</a:t>
            </a:r>
            <a:endParaRPr lang="en-US"/>
          </a:p>
        </p:txBody>
      </p:sp>
    </p:spTree>
    <p:extLst>
      <p:ext uri="{BB962C8B-B14F-4D97-AF65-F5344CB8AC3E}">
        <p14:creationId xmlns:p14="http://schemas.microsoft.com/office/powerpoint/2010/main" val="648391121"/>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Graph">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662026" cy="1244943"/>
          </a:xfrm>
        </p:spPr>
        <p:txBody>
          <a:bodyPr/>
          <a:lstStyle>
            <a:lvl1pPr>
              <a:defRPr sz="4800"/>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9" name="Pladsholder til tekst 2">
            <a:extLst>
              <a:ext uri="{FF2B5EF4-FFF2-40B4-BE49-F238E27FC236}">
                <a16:creationId xmlns:a16="http://schemas.microsoft.com/office/drawing/2014/main" id="{14094B27-424E-B105-2502-44217314E769}"/>
              </a:ext>
            </a:extLst>
          </p:cNvPr>
          <p:cNvSpPr>
            <a:spLocks noGrp="1"/>
          </p:cNvSpPr>
          <p:nvPr>
            <p:ph idx="1" hasCustomPrompt="1"/>
          </p:nvPr>
        </p:nvSpPr>
        <p:spPr>
          <a:xfrm>
            <a:off x="324000" y="1618736"/>
            <a:ext cx="5626026" cy="4649088"/>
          </a:xfrm>
          <a:prstGeom prst="rect">
            <a:avLst/>
          </a:prstGeom>
        </p:spPr>
        <p:txBody>
          <a:bodyPr vert="horz" lIns="0" tIns="0" rIns="0" bIns="0" rtlCol="0" anchor="ctr" anchorCtr="0">
            <a:noAutofit/>
          </a:bodyPr>
          <a:lstStyle/>
          <a:p>
            <a:pPr lvl="1"/>
            <a:r>
              <a:rPr lang="da-DK"/>
              <a:t>Andet niveau</a:t>
            </a:r>
          </a:p>
        </p:txBody>
      </p:sp>
      <p:sp>
        <p:nvSpPr>
          <p:cNvPr id="7" name="Rektangel 6">
            <a:extLst>
              <a:ext uri="{FF2B5EF4-FFF2-40B4-BE49-F238E27FC236}">
                <a16:creationId xmlns:a16="http://schemas.microsoft.com/office/drawing/2014/main" id="{E1B29BB0-3703-A29C-E127-3D1BAA03F064}"/>
              </a:ext>
            </a:extLst>
          </p:cNvPr>
          <p:cNvSpPr/>
          <p:nvPr userDrawn="1"/>
        </p:nvSpPr>
        <p:spPr>
          <a:xfrm>
            <a:off x="6145882" y="252000"/>
            <a:ext cx="5790943" cy="6120000"/>
          </a:xfrm>
          <a:prstGeom prst="rect">
            <a:avLst/>
          </a:prstGeom>
          <a:solidFill>
            <a:schemeClr val="bg2"/>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00" spc="-60" baseline="0" dirty="0" err="1">
              <a:solidFill>
                <a:schemeClr val="bg2"/>
              </a:solidFill>
              <a:cs typeface="Arial"/>
            </a:endParaRPr>
          </a:p>
        </p:txBody>
      </p:sp>
    </p:spTree>
    <p:extLst>
      <p:ext uri="{BB962C8B-B14F-4D97-AF65-F5344CB8AC3E}">
        <p14:creationId xmlns:p14="http://schemas.microsoft.com/office/powerpoint/2010/main" val="3867348280"/>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Small image lef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760550" cy="3025140"/>
          </a:xfrm>
        </p:spPr>
        <p:txBody>
          <a:bodyPr/>
          <a:lstStyle>
            <a:lvl1pPr>
              <a:defRPr sz="2800"/>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9" name="Pladsholder til tekst 2">
            <a:extLst>
              <a:ext uri="{FF2B5EF4-FFF2-40B4-BE49-F238E27FC236}">
                <a16:creationId xmlns:a16="http://schemas.microsoft.com/office/drawing/2014/main" id="{14094B27-424E-B105-2502-44217314E769}"/>
              </a:ext>
            </a:extLst>
          </p:cNvPr>
          <p:cNvSpPr>
            <a:spLocks noGrp="1"/>
          </p:cNvSpPr>
          <p:nvPr>
            <p:ph idx="1" hasCustomPrompt="1"/>
          </p:nvPr>
        </p:nvSpPr>
        <p:spPr>
          <a:xfrm>
            <a:off x="6165852" y="252000"/>
            <a:ext cx="5734973" cy="3025141"/>
          </a:xfrm>
          <a:prstGeom prst="rect">
            <a:avLst/>
          </a:prstGeom>
        </p:spPr>
        <p:txBody>
          <a:bodyPr vert="horz" lIns="0" tIns="0" rIns="0" bIns="0" rtlCol="0">
            <a:noAutofit/>
          </a:bodyPr>
          <a:lstStyle>
            <a:lvl1pPr>
              <a:defRPr sz="2000"/>
            </a:lvl1pPr>
          </a:lstStyle>
          <a:p>
            <a:pPr lvl="0"/>
            <a:r>
              <a:rPr lang="da-DK"/>
              <a:t>Første niveau</a:t>
            </a:r>
          </a:p>
        </p:txBody>
      </p:sp>
      <p:sp>
        <p:nvSpPr>
          <p:cNvPr id="14" name="Pladsholder til billede 12">
            <a:extLst>
              <a:ext uri="{FF2B5EF4-FFF2-40B4-BE49-F238E27FC236}">
                <a16:creationId xmlns:a16="http://schemas.microsoft.com/office/drawing/2014/main" id="{F829DBCF-3BDB-AE10-FF83-CD7911F82DD9}"/>
              </a:ext>
            </a:extLst>
          </p:cNvPr>
          <p:cNvSpPr>
            <a:spLocks noGrp="1"/>
          </p:cNvSpPr>
          <p:nvPr>
            <p:ph type="pic" sz="quarter" idx="16"/>
          </p:nvPr>
        </p:nvSpPr>
        <p:spPr>
          <a:xfrm>
            <a:off x="288000" y="3284538"/>
            <a:ext cx="5754941" cy="3087461"/>
          </a:xfrm>
          <a:solidFill>
            <a:srgbClr val="DDDDDD"/>
          </a:solidFill>
        </p:spPr>
        <p:txBody>
          <a:bodyPr/>
          <a:lstStyle/>
          <a:p>
            <a:r>
              <a:rPr lang="da-DK"/>
              <a:t>Klik på ikonet for at tilføje et billede</a:t>
            </a:r>
            <a:endParaRPr lang="en-US"/>
          </a:p>
        </p:txBody>
      </p:sp>
      <p:sp>
        <p:nvSpPr>
          <p:cNvPr id="6" name="Pladsholder til tekst 2">
            <a:extLst>
              <a:ext uri="{FF2B5EF4-FFF2-40B4-BE49-F238E27FC236}">
                <a16:creationId xmlns:a16="http://schemas.microsoft.com/office/drawing/2014/main" id="{685F0CB9-8FF5-1F4B-8716-157083615791}"/>
              </a:ext>
            </a:extLst>
          </p:cNvPr>
          <p:cNvSpPr>
            <a:spLocks noGrp="1"/>
          </p:cNvSpPr>
          <p:nvPr>
            <p:ph idx="17" hasCustomPrompt="1"/>
          </p:nvPr>
        </p:nvSpPr>
        <p:spPr>
          <a:xfrm>
            <a:off x="6165852" y="3284539"/>
            <a:ext cx="5734973" cy="3004502"/>
          </a:xfrm>
          <a:prstGeom prst="rect">
            <a:avLst/>
          </a:prstGeom>
        </p:spPr>
        <p:txBody>
          <a:bodyPr vert="horz" lIns="0" tIns="0" rIns="0" bIns="0" rtlCol="0">
            <a:noAutofit/>
          </a:bodyPr>
          <a:lstStyle>
            <a:lvl1pPr marL="182563" indent="-182563">
              <a:buFont typeface="Arial" panose="020B0604020202020204" pitchFamily="34" charset="0"/>
              <a:buChar char="•"/>
              <a:tabLst/>
              <a:defRPr sz="2000"/>
            </a:lvl1pPr>
          </a:lstStyle>
          <a:p>
            <a:pPr lvl="0"/>
            <a:r>
              <a:rPr lang="da-DK"/>
              <a:t>Første niveau</a:t>
            </a:r>
          </a:p>
        </p:txBody>
      </p:sp>
    </p:spTree>
    <p:extLst>
      <p:ext uri="{BB962C8B-B14F-4D97-AF65-F5344CB8AC3E}">
        <p14:creationId xmlns:p14="http://schemas.microsoft.com/office/powerpoint/2010/main" val="3848820107"/>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Small image righ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760550" cy="3025140"/>
          </a:xfrm>
        </p:spPr>
        <p:txBody>
          <a:bodyPr/>
          <a:lstStyle>
            <a:lvl1pPr>
              <a:defRPr sz="2800"/>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9" name="Pladsholder til tekst 2">
            <a:extLst>
              <a:ext uri="{FF2B5EF4-FFF2-40B4-BE49-F238E27FC236}">
                <a16:creationId xmlns:a16="http://schemas.microsoft.com/office/drawing/2014/main" id="{14094B27-424E-B105-2502-44217314E769}"/>
              </a:ext>
            </a:extLst>
          </p:cNvPr>
          <p:cNvSpPr>
            <a:spLocks noGrp="1"/>
          </p:cNvSpPr>
          <p:nvPr>
            <p:ph idx="1" hasCustomPrompt="1"/>
          </p:nvPr>
        </p:nvSpPr>
        <p:spPr>
          <a:xfrm>
            <a:off x="6165852" y="252000"/>
            <a:ext cx="5734973" cy="3025141"/>
          </a:xfrm>
          <a:prstGeom prst="rect">
            <a:avLst/>
          </a:prstGeom>
        </p:spPr>
        <p:txBody>
          <a:bodyPr vert="horz" lIns="0" tIns="0" rIns="0" bIns="0" rtlCol="0">
            <a:noAutofit/>
          </a:bodyPr>
          <a:lstStyle>
            <a:lvl1pPr>
              <a:defRPr sz="2000"/>
            </a:lvl1pPr>
          </a:lstStyle>
          <a:p>
            <a:pPr lvl="0"/>
            <a:r>
              <a:rPr lang="da-DK"/>
              <a:t>Første niveau</a:t>
            </a:r>
          </a:p>
        </p:txBody>
      </p:sp>
      <p:sp>
        <p:nvSpPr>
          <p:cNvPr id="14" name="Pladsholder til billede 12">
            <a:extLst>
              <a:ext uri="{FF2B5EF4-FFF2-40B4-BE49-F238E27FC236}">
                <a16:creationId xmlns:a16="http://schemas.microsoft.com/office/drawing/2014/main" id="{F829DBCF-3BDB-AE10-FF83-CD7911F82DD9}"/>
              </a:ext>
            </a:extLst>
          </p:cNvPr>
          <p:cNvSpPr>
            <a:spLocks noGrp="1"/>
          </p:cNvSpPr>
          <p:nvPr>
            <p:ph type="pic" sz="quarter" idx="16"/>
          </p:nvPr>
        </p:nvSpPr>
        <p:spPr>
          <a:xfrm>
            <a:off x="6165852" y="3284538"/>
            <a:ext cx="5734973" cy="3087461"/>
          </a:xfrm>
          <a:solidFill>
            <a:srgbClr val="DDDDDD"/>
          </a:solidFill>
        </p:spPr>
        <p:txBody>
          <a:bodyPr/>
          <a:lstStyle/>
          <a:p>
            <a:r>
              <a:rPr lang="da-DK"/>
              <a:t>Klik på ikonet for at tilføje et billede</a:t>
            </a:r>
            <a:endParaRPr lang="en-US"/>
          </a:p>
        </p:txBody>
      </p:sp>
      <p:sp>
        <p:nvSpPr>
          <p:cNvPr id="6" name="Pladsholder til tekst 2">
            <a:extLst>
              <a:ext uri="{FF2B5EF4-FFF2-40B4-BE49-F238E27FC236}">
                <a16:creationId xmlns:a16="http://schemas.microsoft.com/office/drawing/2014/main" id="{685F0CB9-8FF5-1F4B-8716-157083615791}"/>
              </a:ext>
            </a:extLst>
          </p:cNvPr>
          <p:cNvSpPr>
            <a:spLocks noGrp="1"/>
          </p:cNvSpPr>
          <p:nvPr>
            <p:ph idx="17" hasCustomPrompt="1"/>
          </p:nvPr>
        </p:nvSpPr>
        <p:spPr>
          <a:xfrm>
            <a:off x="288000" y="3284539"/>
            <a:ext cx="5760000" cy="3004502"/>
          </a:xfrm>
          <a:prstGeom prst="rect">
            <a:avLst/>
          </a:prstGeom>
        </p:spPr>
        <p:txBody>
          <a:bodyPr vert="horz" lIns="0" tIns="0" rIns="0" bIns="0" rtlCol="0">
            <a:noAutofit/>
          </a:bodyPr>
          <a:lstStyle>
            <a:lvl1pPr marL="182563" indent="-182563">
              <a:buFont typeface="Arial" panose="020B0604020202020204" pitchFamily="34" charset="0"/>
              <a:buChar char="•"/>
              <a:tabLst/>
              <a:defRPr sz="2000"/>
            </a:lvl1pPr>
          </a:lstStyle>
          <a:p>
            <a:pPr lvl="0"/>
            <a:r>
              <a:rPr lang="da-DK"/>
              <a:t>Første niveau</a:t>
            </a:r>
          </a:p>
        </p:txBody>
      </p:sp>
    </p:spTree>
    <p:extLst>
      <p:ext uri="{BB962C8B-B14F-4D97-AF65-F5344CB8AC3E}">
        <p14:creationId xmlns:p14="http://schemas.microsoft.com/office/powerpoint/2010/main" val="1654054098"/>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Small image top">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760550" cy="3025140"/>
          </a:xfrm>
        </p:spPr>
        <p:txBody>
          <a:bodyPr/>
          <a:lstStyle>
            <a:lvl1pPr>
              <a:defRPr sz="2800"/>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9" name="Pladsholder til tekst 2">
            <a:extLst>
              <a:ext uri="{FF2B5EF4-FFF2-40B4-BE49-F238E27FC236}">
                <a16:creationId xmlns:a16="http://schemas.microsoft.com/office/drawing/2014/main" id="{14094B27-424E-B105-2502-44217314E769}"/>
              </a:ext>
            </a:extLst>
          </p:cNvPr>
          <p:cNvSpPr>
            <a:spLocks noGrp="1"/>
          </p:cNvSpPr>
          <p:nvPr>
            <p:ph idx="1" hasCustomPrompt="1"/>
          </p:nvPr>
        </p:nvSpPr>
        <p:spPr>
          <a:xfrm>
            <a:off x="288000" y="3458623"/>
            <a:ext cx="5760000" cy="2870546"/>
          </a:xfrm>
          <a:prstGeom prst="rect">
            <a:avLst/>
          </a:prstGeom>
        </p:spPr>
        <p:txBody>
          <a:bodyPr vert="horz" lIns="0" tIns="0" rIns="0" bIns="0" rtlCol="0">
            <a:noAutofit/>
          </a:bodyPr>
          <a:lstStyle>
            <a:lvl1pPr>
              <a:defRPr sz="2000"/>
            </a:lvl1pPr>
          </a:lstStyle>
          <a:p>
            <a:pPr lvl="0"/>
            <a:r>
              <a:rPr lang="da-DK"/>
              <a:t>Første niveau</a:t>
            </a:r>
          </a:p>
        </p:txBody>
      </p:sp>
      <p:sp>
        <p:nvSpPr>
          <p:cNvPr id="14" name="Pladsholder til billede 12">
            <a:extLst>
              <a:ext uri="{FF2B5EF4-FFF2-40B4-BE49-F238E27FC236}">
                <a16:creationId xmlns:a16="http://schemas.microsoft.com/office/drawing/2014/main" id="{F829DBCF-3BDB-AE10-FF83-CD7911F82DD9}"/>
              </a:ext>
            </a:extLst>
          </p:cNvPr>
          <p:cNvSpPr>
            <a:spLocks noGrp="1"/>
          </p:cNvSpPr>
          <p:nvPr>
            <p:ph type="pic" sz="quarter" idx="16"/>
          </p:nvPr>
        </p:nvSpPr>
        <p:spPr>
          <a:xfrm>
            <a:off x="6165852" y="252000"/>
            <a:ext cx="5734973" cy="3072202"/>
          </a:xfrm>
          <a:solidFill>
            <a:srgbClr val="DDDDDD"/>
          </a:solidFill>
        </p:spPr>
        <p:txBody>
          <a:bodyPr/>
          <a:lstStyle/>
          <a:p>
            <a:r>
              <a:rPr lang="da-DK"/>
              <a:t>Klik på ikonet for at tilføje et billede</a:t>
            </a:r>
            <a:endParaRPr lang="en-US"/>
          </a:p>
        </p:txBody>
      </p:sp>
      <p:sp>
        <p:nvSpPr>
          <p:cNvPr id="6" name="Pladsholder til tekst 2">
            <a:extLst>
              <a:ext uri="{FF2B5EF4-FFF2-40B4-BE49-F238E27FC236}">
                <a16:creationId xmlns:a16="http://schemas.microsoft.com/office/drawing/2014/main" id="{685F0CB9-8FF5-1F4B-8716-157083615791}"/>
              </a:ext>
            </a:extLst>
          </p:cNvPr>
          <p:cNvSpPr>
            <a:spLocks noGrp="1"/>
          </p:cNvSpPr>
          <p:nvPr>
            <p:ph idx="17" hasCustomPrompt="1"/>
          </p:nvPr>
        </p:nvSpPr>
        <p:spPr>
          <a:xfrm>
            <a:off x="6166800" y="3458623"/>
            <a:ext cx="5734025" cy="2870546"/>
          </a:xfrm>
          <a:prstGeom prst="rect">
            <a:avLst/>
          </a:prstGeom>
        </p:spPr>
        <p:txBody>
          <a:bodyPr vert="horz" lIns="0" tIns="0" rIns="0" bIns="0" rtlCol="0">
            <a:noAutofit/>
          </a:bodyPr>
          <a:lstStyle>
            <a:lvl1pPr marL="182563" indent="-182563">
              <a:buFont typeface="Arial" panose="020B0604020202020204" pitchFamily="34" charset="0"/>
              <a:buChar char="•"/>
              <a:tabLst/>
              <a:defRPr sz="2000"/>
            </a:lvl1pPr>
          </a:lstStyle>
          <a:p>
            <a:pPr lvl="0"/>
            <a:r>
              <a:rPr lang="da-DK"/>
              <a:t>Første niveau</a:t>
            </a:r>
          </a:p>
        </p:txBody>
      </p:sp>
    </p:spTree>
    <p:extLst>
      <p:ext uri="{BB962C8B-B14F-4D97-AF65-F5344CB8AC3E}">
        <p14:creationId xmlns:p14="http://schemas.microsoft.com/office/powerpoint/2010/main" val="1050494316"/>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Two boxes + image">
    <p:bg>
      <p:bgPr>
        <a:solidFill>
          <a:schemeClr val="bg1"/>
        </a:solidFill>
        <a:effectLst/>
      </p:bgPr>
    </p:bg>
    <p:spTree>
      <p:nvGrpSpPr>
        <p:cNvPr id="1" name=""/>
        <p:cNvGrpSpPr/>
        <p:nvPr/>
      </p:nvGrpSpPr>
      <p:grpSpPr>
        <a:xfrm>
          <a:off x="0" y="0"/>
          <a:ext cx="0" cy="0"/>
          <a:chOff x="0" y="0"/>
          <a:chExt cx="0" cy="0"/>
        </a:xfrm>
      </p:grpSpPr>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9" name="Pladsholder til tekst 2">
            <a:extLst>
              <a:ext uri="{FF2B5EF4-FFF2-40B4-BE49-F238E27FC236}">
                <a16:creationId xmlns:a16="http://schemas.microsoft.com/office/drawing/2014/main" id="{14094B27-424E-B105-2502-44217314E769}"/>
              </a:ext>
            </a:extLst>
          </p:cNvPr>
          <p:cNvSpPr>
            <a:spLocks noGrp="1"/>
          </p:cNvSpPr>
          <p:nvPr>
            <p:ph idx="1" hasCustomPrompt="1"/>
          </p:nvPr>
        </p:nvSpPr>
        <p:spPr>
          <a:xfrm>
            <a:off x="288000" y="252000"/>
            <a:ext cx="5760551" cy="2980095"/>
          </a:xfrm>
          <a:prstGeom prst="rect">
            <a:avLst/>
          </a:prstGeom>
        </p:spPr>
        <p:txBody>
          <a:bodyPr vert="horz" lIns="0" tIns="0" rIns="0" bIns="0" rtlCol="0">
            <a:noAutofit/>
          </a:bodyPr>
          <a:lstStyle/>
          <a:p>
            <a:pPr lvl="0"/>
            <a:r>
              <a:rPr lang="da-DK"/>
              <a:t>Første niveau</a:t>
            </a:r>
          </a:p>
          <a:p>
            <a:pPr lvl="1"/>
            <a:r>
              <a:rPr lang="da-DK"/>
              <a:t>Andet niveau</a:t>
            </a:r>
          </a:p>
          <a:p>
            <a:pPr lvl="2"/>
            <a:r>
              <a:rPr lang="da-DK"/>
              <a:t>Tredje niveau</a:t>
            </a:r>
          </a:p>
          <a:p>
            <a:pPr lvl="3"/>
            <a:r>
              <a:rPr lang="da-DK"/>
              <a:t>Fjerde niveau</a:t>
            </a:r>
          </a:p>
          <a:p>
            <a:pPr lvl="4"/>
            <a:r>
              <a:rPr lang="da-DK"/>
              <a:t>Femte niveau</a:t>
            </a:r>
          </a:p>
          <a:p>
            <a:pPr lvl="5"/>
            <a:r>
              <a:rPr lang="da-DK"/>
              <a:t>Sjette</a:t>
            </a:r>
          </a:p>
          <a:p>
            <a:pPr lvl="6"/>
            <a:r>
              <a:rPr lang="da-DK"/>
              <a:t>Syvende</a:t>
            </a:r>
          </a:p>
          <a:p>
            <a:pPr lvl="7"/>
            <a:r>
              <a:rPr lang="da-DK"/>
              <a:t>Ottende</a:t>
            </a:r>
          </a:p>
          <a:p>
            <a:pPr lvl="8"/>
            <a:r>
              <a:rPr lang="da-DK"/>
              <a:t>Niende</a:t>
            </a:r>
          </a:p>
        </p:txBody>
      </p:sp>
      <p:sp>
        <p:nvSpPr>
          <p:cNvPr id="14" name="Pladsholder til billede 12">
            <a:extLst>
              <a:ext uri="{FF2B5EF4-FFF2-40B4-BE49-F238E27FC236}">
                <a16:creationId xmlns:a16="http://schemas.microsoft.com/office/drawing/2014/main" id="{F829DBCF-3BDB-AE10-FF83-CD7911F82DD9}"/>
              </a:ext>
            </a:extLst>
          </p:cNvPr>
          <p:cNvSpPr>
            <a:spLocks noGrp="1"/>
          </p:cNvSpPr>
          <p:nvPr>
            <p:ph type="pic" sz="quarter" idx="16"/>
          </p:nvPr>
        </p:nvSpPr>
        <p:spPr>
          <a:xfrm>
            <a:off x="6165850" y="3284538"/>
            <a:ext cx="5734975" cy="3087461"/>
          </a:xfrm>
          <a:solidFill>
            <a:srgbClr val="DDDDDD"/>
          </a:solidFill>
        </p:spPr>
        <p:txBody>
          <a:bodyPr/>
          <a:lstStyle/>
          <a:p>
            <a:r>
              <a:rPr lang="da-DK"/>
              <a:t>Klik på ikonet for at tilføje et billede</a:t>
            </a:r>
            <a:endParaRPr lang="en-US"/>
          </a:p>
        </p:txBody>
      </p:sp>
      <p:sp>
        <p:nvSpPr>
          <p:cNvPr id="2" name="Pladsholder til tekst 2">
            <a:extLst>
              <a:ext uri="{FF2B5EF4-FFF2-40B4-BE49-F238E27FC236}">
                <a16:creationId xmlns:a16="http://schemas.microsoft.com/office/drawing/2014/main" id="{613299D2-F360-0352-E069-75CD7126B9F4}"/>
              </a:ext>
            </a:extLst>
          </p:cNvPr>
          <p:cNvSpPr>
            <a:spLocks noGrp="1"/>
          </p:cNvSpPr>
          <p:nvPr>
            <p:ph idx="17" hasCustomPrompt="1"/>
          </p:nvPr>
        </p:nvSpPr>
        <p:spPr>
          <a:xfrm>
            <a:off x="288000" y="3284539"/>
            <a:ext cx="5760551" cy="2914248"/>
          </a:xfrm>
          <a:prstGeom prst="rect">
            <a:avLst/>
          </a:prstGeom>
        </p:spPr>
        <p:txBody>
          <a:bodyPr vert="horz" lIns="0" tIns="0" rIns="0" bIns="0" rtlCol="0">
            <a:noAutofit/>
          </a:bodyPr>
          <a:lstStyle/>
          <a:p>
            <a:pPr lvl="0"/>
            <a:r>
              <a:rPr lang="da-DK"/>
              <a:t>Første niveau</a:t>
            </a:r>
          </a:p>
          <a:p>
            <a:pPr lvl="1"/>
            <a:r>
              <a:rPr lang="da-DK"/>
              <a:t>Andet niveau</a:t>
            </a:r>
          </a:p>
          <a:p>
            <a:pPr lvl="2"/>
            <a:r>
              <a:rPr lang="da-DK"/>
              <a:t>Tredje niveau</a:t>
            </a:r>
          </a:p>
          <a:p>
            <a:pPr lvl="3"/>
            <a:r>
              <a:rPr lang="da-DK"/>
              <a:t>Fjerde niveau</a:t>
            </a:r>
          </a:p>
          <a:p>
            <a:pPr lvl="4"/>
            <a:r>
              <a:rPr lang="da-DK"/>
              <a:t>Femte niveau</a:t>
            </a:r>
          </a:p>
          <a:p>
            <a:pPr lvl="5"/>
            <a:r>
              <a:rPr lang="da-DK"/>
              <a:t>Sjette</a:t>
            </a:r>
          </a:p>
          <a:p>
            <a:pPr lvl="6"/>
            <a:r>
              <a:rPr lang="da-DK"/>
              <a:t>Syvende</a:t>
            </a:r>
          </a:p>
          <a:p>
            <a:pPr lvl="7"/>
            <a:r>
              <a:rPr lang="da-DK"/>
              <a:t>Ottende</a:t>
            </a:r>
          </a:p>
          <a:p>
            <a:pPr lvl="8"/>
            <a:r>
              <a:rPr lang="da-DK"/>
              <a:t>Niende</a:t>
            </a:r>
          </a:p>
        </p:txBody>
      </p:sp>
    </p:spTree>
    <p:extLst>
      <p:ext uri="{BB962C8B-B14F-4D97-AF65-F5344CB8AC3E}">
        <p14:creationId xmlns:p14="http://schemas.microsoft.com/office/powerpoint/2010/main" val="1072116270"/>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Image with details">
    <p:bg>
      <p:bgPr>
        <a:solidFill>
          <a:schemeClr val="bg1"/>
        </a:solidFill>
        <a:effectLst/>
      </p:bgPr>
    </p:bg>
    <p:spTree>
      <p:nvGrpSpPr>
        <p:cNvPr id="1" name=""/>
        <p:cNvGrpSpPr/>
        <p:nvPr/>
      </p:nvGrpSpPr>
      <p:grpSpPr>
        <a:xfrm>
          <a:off x="0" y="0"/>
          <a:ext cx="0" cy="0"/>
          <a:chOff x="0" y="0"/>
          <a:chExt cx="0" cy="0"/>
        </a:xfrm>
      </p:grpSpPr>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14" name="Pladsholder til billede 12">
            <a:extLst>
              <a:ext uri="{FF2B5EF4-FFF2-40B4-BE49-F238E27FC236}">
                <a16:creationId xmlns:a16="http://schemas.microsoft.com/office/drawing/2014/main" id="{F829DBCF-3BDB-AE10-FF83-CD7911F82DD9}"/>
              </a:ext>
            </a:extLst>
          </p:cNvPr>
          <p:cNvSpPr>
            <a:spLocks noGrp="1"/>
          </p:cNvSpPr>
          <p:nvPr>
            <p:ph type="pic" sz="quarter" idx="16"/>
          </p:nvPr>
        </p:nvSpPr>
        <p:spPr>
          <a:xfrm>
            <a:off x="288000" y="5157418"/>
            <a:ext cx="1778306" cy="1214581"/>
          </a:xfrm>
          <a:solidFill>
            <a:srgbClr val="DDDDDD"/>
          </a:solidFill>
        </p:spPr>
        <p:txBody>
          <a:bodyPr/>
          <a:lstStyle/>
          <a:p>
            <a:r>
              <a:rPr lang="da-DK"/>
              <a:t>Klik på ikonet for at tilføje et billede</a:t>
            </a:r>
            <a:endParaRPr lang="en-US"/>
          </a:p>
        </p:txBody>
      </p:sp>
      <p:sp>
        <p:nvSpPr>
          <p:cNvPr id="8" name="Pladsholder til billede 12">
            <a:extLst>
              <a:ext uri="{FF2B5EF4-FFF2-40B4-BE49-F238E27FC236}">
                <a16:creationId xmlns:a16="http://schemas.microsoft.com/office/drawing/2014/main" id="{B992AD73-19E7-2A24-F29F-804F071E35D6}"/>
              </a:ext>
            </a:extLst>
          </p:cNvPr>
          <p:cNvSpPr>
            <a:spLocks noGrp="1"/>
          </p:cNvSpPr>
          <p:nvPr>
            <p:ph type="pic" sz="quarter" idx="18"/>
          </p:nvPr>
        </p:nvSpPr>
        <p:spPr>
          <a:xfrm>
            <a:off x="2183782" y="5157418"/>
            <a:ext cx="891927" cy="1214581"/>
          </a:xfrm>
          <a:solidFill>
            <a:srgbClr val="DDDDDD"/>
          </a:solidFill>
        </p:spPr>
        <p:txBody>
          <a:bodyPr/>
          <a:lstStyle/>
          <a:p>
            <a:r>
              <a:rPr lang="da-DK"/>
              <a:t>Klik på ikonet for at tilføje et billede</a:t>
            </a:r>
            <a:endParaRPr lang="en-US"/>
          </a:p>
        </p:txBody>
      </p:sp>
      <p:sp>
        <p:nvSpPr>
          <p:cNvPr id="9" name="Pladsholder til billede 12">
            <a:extLst>
              <a:ext uri="{FF2B5EF4-FFF2-40B4-BE49-F238E27FC236}">
                <a16:creationId xmlns:a16="http://schemas.microsoft.com/office/drawing/2014/main" id="{2F4965D8-A64F-C5F6-6EB2-E1B0823F0BA1}"/>
              </a:ext>
            </a:extLst>
          </p:cNvPr>
          <p:cNvSpPr>
            <a:spLocks noGrp="1"/>
          </p:cNvSpPr>
          <p:nvPr>
            <p:ph type="pic" sz="quarter" idx="19"/>
          </p:nvPr>
        </p:nvSpPr>
        <p:spPr>
          <a:xfrm>
            <a:off x="3193185" y="5157418"/>
            <a:ext cx="1820385" cy="1214581"/>
          </a:xfrm>
          <a:solidFill>
            <a:srgbClr val="DDDDDD"/>
          </a:solidFill>
        </p:spPr>
        <p:txBody>
          <a:bodyPr/>
          <a:lstStyle/>
          <a:p>
            <a:r>
              <a:rPr lang="da-DK"/>
              <a:t>Klik på ikonet for at tilføje et billede</a:t>
            </a:r>
            <a:endParaRPr lang="en-US"/>
          </a:p>
        </p:txBody>
      </p:sp>
      <p:sp>
        <p:nvSpPr>
          <p:cNvPr id="11" name="Pladsholder til billede 12">
            <a:extLst>
              <a:ext uri="{FF2B5EF4-FFF2-40B4-BE49-F238E27FC236}">
                <a16:creationId xmlns:a16="http://schemas.microsoft.com/office/drawing/2014/main" id="{F326BAE5-EDE4-6130-BC59-D41D4A98C159}"/>
              </a:ext>
            </a:extLst>
          </p:cNvPr>
          <p:cNvSpPr>
            <a:spLocks noGrp="1"/>
          </p:cNvSpPr>
          <p:nvPr>
            <p:ph type="pic" sz="quarter" idx="20"/>
          </p:nvPr>
        </p:nvSpPr>
        <p:spPr>
          <a:xfrm>
            <a:off x="5156449" y="5157418"/>
            <a:ext cx="866524" cy="1214581"/>
          </a:xfrm>
          <a:solidFill>
            <a:srgbClr val="DDDDDD"/>
          </a:solidFill>
        </p:spPr>
        <p:txBody>
          <a:bodyPr/>
          <a:lstStyle/>
          <a:p>
            <a:r>
              <a:rPr lang="da-DK"/>
              <a:t>Klik på ikonet for at tilføje et billede</a:t>
            </a:r>
            <a:endParaRPr lang="en-US"/>
          </a:p>
        </p:txBody>
      </p:sp>
      <p:sp>
        <p:nvSpPr>
          <p:cNvPr id="12" name="Titel 1">
            <a:extLst>
              <a:ext uri="{FF2B5EF4-FFF2-40B4-BE49-F238E27FC236}">
                <a16:creationId xmlns:a16="http://schemas.microsoft.com/office/drawing/2014/main" id="{1C6219E8-DFF2-9681-BD89-6C76D43A54FF}"/>
              </a:ext>
            </a:extLst>
          </p:cNvPr>
          <p:cNvSpPr>
            <a:spLocks noGrp="1"/>
          </p:cNvSpPr>
          <p:nvPr>
            <p:ph type="title" hasCustomPrompt="1"/>
          </p:nvPr>
        </p:nvSpPr>
        <p:spPr>
          <a:xfrm>
            <a:off x="288000" y="252000"/>
            <a:ext cx="2787883" cy="3025140"/>
          </a:xfrm>
        </p:spPr>
        <p:txBody>
          <a:bodyPr/>
          <a:lstStyle>
            <a:lvl1pPr>
              <a:defRPr sz="1600"/>
            </a:lvl1pPr>
          </a:lstStyle>
          <a:p>
            <a:r>
              <a:rPr lang="da-DK"/>
              <a:t>Column one</a:t>
            </a:r>
            <a:endParaRPr lang="en-US"/>
          </a:p>
        </p:txBody>
      </p:sp>
      <p:sp>
        <p:nvSpPr>
          <p:cNvPr id="20" name="Pladsholder til tekst 19">
            <a:extLst>
              <a:ext uri="{FF2B5EF4-FFF2-40B4-BE49-F238E27FC236}">
                <a16:creationId xmlns:a16="http://schemas.microsoft.com/office/drawing/2014/main" id="{EBA53F43-94CD-FA62-97EB-AABF743ECE7E}"/>
              </a:ext>
            </a:extLst>
          </p:cNvPr>
          <p:cNvSpPr>
            <a:spLocks noGrp="1"/>
          </p:cNvSpPr>
          <p:nvPr>
            <p:ph type="body" sz="quarter" idx="21" hasCustomPrompt="1"/>
          </p:nvPr>
        </p:nvSpPr>
        <p:spPr>
          <a:xfrm>
            <a:off x="3229200" y="252000"/>
            <a:ext cx="2686050" cy="3019425"/>
          </a:xfrm>
        </p:spPr>
        <p:txBody>
          <a:bodyPr/>
          <a:lstStyle>
            <a:lvl1pPr>
              <a:defRPr sz="1600"/>
            </a:lvl1pPr>
          </a:lstStyle>
          <a:p>
            <a:pPr lvl="0"/>
            <a:r>
              <a:rPr lang="da-DK"/>
              <a:t>Column two</a:t>
            </a:r>
            <a:endParaRPr lang="en-US"/>
          </a:p>
        </p:txBody>
      </p:sp>
      <p:sp>
        <p:nvSpPr>
          <p:cNvPr id="2" name="Pladsholder til billede 12">
            <a:extLst>
              <a:ext uri="{FF2B5EF4-FFF2-40B4-BE49-F238E27FC236}">
                <a16:creationId xmlns:a16="http://schemas.microsoft.com/office/drawing/2014/main" id="{39DCCD2F-8975-0CC5-B0C0-791537C470AC}"/>
              </a:ext>
            </a:extLst>
          </p:cNvPr>
          <p:cNvSpPr>
            <a:spLocks noGrp="1"/>
          </p:cNvSpPr>
          <p:nvPr>
            <p:ph type="pic" sz="quarter" idx="22"/>
          </p:nvPr>
        </p:nvSpPr>
        <p:spPr>
          <a:xfrm>
            <a:off x="6145882" y="251999"/>
            <a:ext cx="5754943" cy="6120000"/>
          </a:xfrm>
          <a:solidFill>
            <a:srgbClr val="DDDDDD"/>
          </a:solidFill>
        </p:spPr>
        <p:txBody>
          <a:bodyPr/>
          <a:lstStyle/>
          <a:p>
            <a:r>
              <a:rPr lang="da-DK"/>
              <a:t>Klik på ikonet for at tilføje et billede</a:t>
            </a:r>
            <a:endParaRPr lang="en-US"/>
          </a:p>
        </p:txBody>
      </p:sp>
    </p:spTree>
    <p:extLst>
      <p:ext uri="{BB962C8B-B14F-4D97-AF65-F5344CB8AC3E}">
        <p14:creationId xmlns:p14="http://schemas.microsoft.com/office/powerpoint/2010/main" val="579056972"/>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REAKER: Harbour Mist">
    <p:bg>
      <p:bgPr>
        <a:solidFill>
          <a:schemeClr val="accent6"/>
        </a:solidFill>
        <a:effectLst/>
      </p:bgPr>
    </p:bg>
    <p:spTree>
      <p:nvGrpSpPr>
        <p:cNvPr id="1" name=""/>
        <p:cNvGrpSpPr/>
        <p:nvPr/>
      </p:nvGrpSpPr>
      <p:grpSpPr>
        <a:xfrm>
          <a:off x="0" y="0"/>
          <a:ext cx="0" cy="0"/>
          <a:chOff x="0" y="0"/>
          <a:chExt cx="0" cy="0"/>
        </a:xfrm>
      </p:grpSpPr>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tx2"/>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tx2"/>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tx2"/>
                </a:solidFill>
              </a:defRPr>
            </a:lvl1pPr>
          </a:lstStyle>
          <a:p>
            <a:endParaRPr lang="da-DK"/>
          </a:p>
        </p:txBody>
      </p:sp>
      <p:sp>
        <p:nvSpPr>
          <p:cNvPr id="20" name="Titel 1">
            <a:extLst>
              <a:ext uri="{FF2B5EF4-FFF2-40B4-BE49-F238E27FC236}">
                <a16:creationId xmlns:a16="http://schemas.microsoft.com/office/drawing/2014/main" id="{3FBB7E3D-813F-7B7F-4743-9C749312EFE1}"/>
              </a:ext>
            </a:extLst>
          </p:cNvPr>
          <p:cNvSpPr>
            <a:spLocks noGrp="1"/>
          </p:cNvSpPr>
          <p:nvPr>
            <p:ph type="title" hasCustomPrompt="1"/>
          </p:nvPr>
        </p:nvSpPr>
        <p:spPr>
          <a:xfrm>
            <a:off x="6156326" y="288000"/>
            <a:ext cx="5744499" cy="5876606"/>
          </a:xfrm>
        </p:spPr>
        <p:txBody>
          <a:bodyPr/>
          <a:lstStyle>
            <a:lvl1pPr marL="0" marR="0" indent="0" algn="l" defTabSz="914400" rtl="0" eaLnBrk="1" fontAlgn="base" latinLnBrk="0" hangingPunct="1">
              <a:lnSpc>
                <a:spcPct val="80000"/>
              </a:lnSpc>
              <a:spcBef>
                <a:spcPct val="0"/>
              </a:spcBef>
              <a:spcAft>
                <a:spcPct val="0"/>
              </a:spcAft>
              <a:buClrTx/>
              <a:buSzTx/>
              <a:buFontTx/>
              <a:buNone/>
              <a:tabLst/>
              <a:defRPr sz="8800">
                <a:solidFill>
                  <a:schemeClr val="tx2"/>
                </a:solidFill>
              </a:defRPr>
            </a:lvl1pPr>
          </a:lstStyle>
          <a:p>
            <a:pPr>
              <a:lnSpc>
                <a:spcPct val="82000"/>
              </a:lnSpc>
            </a:pPr>
            <a:r>
              <a:rPr lang="en-US" sz="8800">
                <a:solidFill>
                  <a:schemeClr val="tx2"/>
                </a:solidFill>
                <a:latin typeface="+mn-lt"/>
              </a:rPr>
              <a:t>Breaker </a:t>
            </a:r>
            <a:br>
              <a:rPr lang="en-US" sz="8800">
                <a:solidFill>
                  <a:schemeClr val="tx2"/>
                </a:solidFill>
                <a:latin typeface="+mn-lt"/>
              </a:rPr>
            </a:br>
            <a:r>
              <a:rPr lang="en-US" sz="8800">
                <a:solidFill>
                  <a:schemeClr val="tx2"/>
                </a:solidFill>
                <a:latin typeface="+mn-lt"/>
              </a:rPr>
              <a:t>or one liner message</a:t>
            </a:r>
            <a:endParaRPr lang="en-US" sz="8800" kern="0" dirty="0" err="1">
              <a:solidFill>
                <a:schemeClr val="tx2"/>
              </a:solidFill>
              <a:latin typeface="+mn-lt"/>
              <a:cs typeface="Arial"/>
            </a:endParaRPr>
          </a:p>
        </p:txBody>
      </p:sp>
      <p:pic>
        <p:nvPicPr>
          <p:cNvPr id="6" name="Grafik 5">
            <a:extLst>
              <a:ext uri="{FF2B5EF4-FFF2-40B4-BE49-F238E27FC236}">
                <a16:creationId xmlns:a16="http://schemas.microsoft.com/office/drawing/2014/main" id="{0D0AFB0E-224B-F3B1-0F92-3F9383F3046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288000" y="4786589"/>
            <a:ext cx="3170237" cy="1307315"/>
          </a:xfrm>
          <a:prstGeom prst="rect">
            <a:avLst/>
          </a:prstGeom>
        </p:spPr>
      </p:pic>
    </p:spTree>
    <p:extLst>
      <p:ext uri="{BB962C8B-B14F-4D97-AF65-F5344CB8AC3E}">
        <p14:creationId xmlns:p14="http://schemas.microsoft.com/office/powerpoint/2010/main" val="4110611354"/>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REAKER: Image">
    <p:bg>
      <p:bgPr>
        <a:solidFill>
          <a:schemeClr val="accent6"/>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E8F2A39-E350-22C2-7EB1-04F9CA14BA4E}"/>
              </a:ext>
            </a:extLst>
          </p:cNvPr>
          <p:cNvSpPr>
            <a:spLocks noGrp="1"/>
          </p:cNvSpPr>
          <p:nvPr>
            <p:ph type="pic" sz="quarter" idx="14" hasCustomPrompt="1"/>
          </p:nvPr>
        </p:nvSpPr>
        <p:spPr>
          <a:xfrm>
            <a:off x="-1" y="0"/>
            <a:ext cx="12188825" cy="6858000"/>
          </a:xfrm>
          <a:prstGeom prst="rect">
            <a:avLst/>
          </a:prstGeom>
          <a:solidFill>
            <a:srgbClr val="DDDDDD"/>
          </a:solidFill>
        </p:spPr>
        <p:txBody>
          <a:bodyPr lIns="216000" tIns="216000" rIns="216000" bIns="216000" anchor="b" anchorCtr="0"/>
          <a:lstStyle>
            <a:lvl1pPr algn="ctr">
              <a:defRPr sz="1000" b="0">
                <a:solidFill>
                  <a:schemeClr val="accent4"/>
                </a:solidFill>
              </a:defRPr>
            </a:lvl1pPr>
          </a:lstStyle>
          <a:p>
            <a:r>
              <a:rPr lang="da-DK"/>
              <a:t>Indsæt billede</a:t>
            </a:r>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4"/>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4"/>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4"/>
                </a:solidFill>
              </a:defRPr>
            </a:lvl1pPr>
          </a:lstStyle>
          <a:p>
            <a:endParaRPr lang="da-DK"/>
          </a:p>
        </p:txBody>
      </p:sp>
      <p:sp>
        <p:nvSpPr>
          <p:cNvPr id="20" name="Titel 1">
            <a:extLst>
              <a:ext uri="{FF2B5EF4-FFF2-40B4-BE49-F238E27FC236}">
                <a16:creationId xmlns:a16="http://schemas.microsoft.com/office/drawing/2014/main" id="{3FBB7E3D-813F-7B7F-4743-9C749312EFE1}"/>
              </a:ext>
            </a:extLst>
          </p:cNvPr>
          <p:cNvSpPr>
            <a:spLocks noGrp="1"/>
          </p:cNvSpPr>
          <p:nvPr>
            <p:ph type="title" hasCustomPrompt="1"/>
          </p:nvPr>
        </p:nvSpPr>
        <p:spPr>
          <a:xfrm>
            <a:off x="6310026" y="288000"/>
            <a:ext cx="5590799" cy="5876606"/>
          </a:xfrm>
        </p:spPr>
        <p:txBody>
          <a:bodyPr/>
          <a:lstStyle>
            <a:lvl1pPr marL="0" marR="0" indent="0" algn="l" defTabSz="914400" rtl="0" eaLnBrk="1" fontAlgn="base" latinLnBrk="0" hangingPunct="1">
              <a:lnSpc>
                <a:spcPct val="80000"/>
              </a:lnSpc>
              <a:spcBef>
                <a:spcPct val="0"/>
              </a:spcBef>
              <a:spcAft>
                <a:spcPct val="0"/>
              </a:spcAft>
              <a:buClrTx/>
              <a:buSzTx/>
              <a:buFontTx/>
              <a:buNone/>
              <a:tabLst/>
              <a:defRPr sz="8800" baseline="0">
                <a:solidFill>
                  <a:schemeClr val="tx2"/>
                </a:solidFill>
              </a:defRPr>
            </a:lvl1pPr>
          </a:lstStyle>
          <a:p>
            <a:pPr>
              <a:lnSpc>
                <a:spcPct val="82000"/>
              </a:lnSpc>
            </a:pPr>
            <a:r>
              <a:rPr lang="en-US" sz="8800">
                <a:solidFill>
                  <a:schemeClr val="tx2"/>
                </a:solidFill>
                <a:latin typeface="+mn-lt"/>
              </a:rPr>
              <a:t>Breaker </a:t>
            </a:r>
            <a:br>
              <a:rPr lang="en-US" sz="8800">
                <a:solidFill>
                  <a:schemeClr val="tx2"/>
                </a:solidFill>
                <a:latin typeface="+mn-lt"/>
              </a:rPr>
            </a:br>
            <a:r>
              <a:rPr lang="en-US" sz="8800">
                <a:solidFill>
                  <a:schemeClr val="tx2"/>
                </a:solidFill>
                <a:latin typeface="+mn-lt"/>
              </a:rPr>
              <a:t>or one liner message</a:t>
            </a:r>
            <a:endParaRPr lang="en-US" sz="8800" kern="0" dirty="0" err="1">
              <a:solidFill>
                <a:schemeClr val="tx2"/>
              </a:solidFill>
              <a:latin typeface="+mn-lt"/>
              <a:cs typeface="Arial"/>
            </a:endParaRPr>
          </a:p>
        </p:txBody>
      </p:sp>
      <p:sp>
        <p:nvSpPr>
          <p:cNvPr id="10" name="Pladsholder til billede 8">
            <a:extLst>
              <a:ext uri="{FF2B5EF4-FFF2-40B4-BE49-F238E27FC236}">
                <a16:creationId xmlns:a16="http://schemas.microsoft.com/office/drawing/2014/main" id="{D1767FCF-1F6C-D012-6703-12BB56A75834}"/>
              </a:ext>
            </a:extLst>
          </p:cNvPr>
          <p:cNvSpPr>
            <a:spLocks noGrp="1"/>
          </p:cNvSpPr>
          <p:nvPr>
            <p:ph type="pic" sz="quarter" idx="16"/>
          </p:nvPr>
        </p:nvSpPr>
        <p:spPr>
          <a:xfrm>
            <a:off x="288000" y="4797000"/>
            <a:ext cx="3171600" cy="1306800"/>
          </a:xfrm>
          <a:blipFill>
            <a:blip>
              <a:extLst>
                <a:ext uri="{96DAC541-7B7A-43D3-8B79-37D633B846F1}">
                  <asvg:svgBlip xmlns:asvg="http://schemas.microsoft.com/office/drawing/2016/SVG/main" r:embed="rId2"/>
                </a:ext>
              </a:extLst>
            </a:blip>
            <a:stretch>
              <a:fillRect/>
            </a:stretch>
          </a:blipFill>
        </p:spPr>
        <p:txBody>
          <a:bodyPr/>
          <a:lstStyle/>
          <a:p>
            <a:r>
              <a:rPr lang="da-DK"/>
              <a:t>Klik på ikonet for at tilføje et billede</a:t>
            </a:r>
            <a:endParaRPr lang="en-US"/>
          </a:p>
        </p:txBody>
      </p:sp>
      <p:sp>
        <p:nvSpPr>
          <p:cNvPr id="6" name="Pladsholder til billede 6">
            <a:extLst>
              <a:ext uri="{FF2B5EF4-FFF2-40B4-BE49-F238E27FC236}">
                <a16:creationId xmlns:a16="http://schemas.microsoft.com/office/drawing/2014/main" id="{141A87F5-AB80-40DD-3352-0F60975EBC4F}"/>
              </a:ext>
            </a:extLst>
          </p:cNvPr>
          <p:cNvSpPr>
            <a:spLocks noGrp="1"/>
          </p:cNvSpPr>
          <p:nvPr>
            <p:ph type="pic" sz="quarter" idx="15"/>
          </p:nvPr>
        </p:nvSpPr>
        <p:spPr>
          <a:xfrm>
            <a:off x="11450848" y="6491116"/>
            <a:ext cx="450752" cy="118483"/>
          </a:xfrm>
          <a:blipFill>
            <a:blip>
              <a:extLst>
                <a:ext uri="{96DAC541-7B7A-43D3-8B79-37D633B846F1}">
                  <asvg:svgBlip xmlns:asvg="http://schemas.microsoft.com/office/drawing/2016/SVG/main" r:embed="rId3"/>
                </a:ext>
              </a:extLst>
            </a:blip>
            <a:stretch>
              <a:fillRect/>
            </a:stretch>
          </a:blipFill>
        </p:spPr>
        <p:txBody>
          <a:bodyPr/>
          <a:lstStyle/>
          <a:p>
            <a:r>
              <a:rPr lang="da-DK"/>
              <a:t>Klik på ikonet for at tilføje et billede</a:t>
            </a:r>
            <a:endParaRPr lang="en-US"/>
          </a:p>
        </p:txBody>
      </p:sp>
      <p:sp>
        <p:nvSpPr>
          <p:cNvPr id="8" name="Pladsholder til billede 6">
            <a:extLst>
              <a:ext uri="{FF2B5EF4-FFF2-40B4-BE49-F238E27FC236}">
                <a16:creationId xmlns:a16="http://schemas.microsoft.com/office/drawing/2014/main" id="{954F5F82-0381-201F-7DC3-A65D5907E03C}"/>
              </a:ext>
            </a:extLst>
          </p:cNvPr>
          <p:cNvSpPr>
            <a:spLocks noGrp="1"/>
          </p:cNvSpPr>
          <p:nvPr>
            <p:ph type="pic" sz="quarter" idx="17"/>
          </p:nvPr>
        </p:nvSpPr>
        <p:spPr>
          <a:xfrm>
            <a:off x="288000" y="6490424"/>
            <a:ext cx="339391" cy="119175"/>
          </a:xfrm>
          <a:blipFill>
            <a:blip>
              <a:extLst>
                <a:ext uri="{96DAC541-7B7A-43D3-8B79-37D633B846F1}">
                  <asvg:svgBlip xmlns:asvg="http://schemas.microsoft.com/office/drawing/2016/SVG/main" r:embed="rId4"/>
                </a:ext>
              </a:extLst>
            </a:blip>
            <a:stretch>
              <a:fillRect/>
            </a:stretch>
          </a:blipFill>
        </p:spPr>
        <p:txBody>
          <a:bodyPr/>
          <a:lstStyle/>
          <a:p>
            <a:r>
              <a:rPr lang="da-DK"/>
              <a:t>Klik på ikonet for at tilføje et billede</a:t>
            </a:r>
            <a:endParaRPr lang="en-US"/>
          </a:p>
        </p:txBody>
      </p:sp>
    </p:spTree>
    <p:extLst>
      <p:ext uri="{BB962C8B-B14F-4D97-AF65-F5344CB8AC3E}">
        <p14:creationId xmlns:p14="http://schemas.microsoft.com/office/powerpoint/2010/main" val="1965329505"/>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QUOTE: Harbour Mist">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52000"/>
            <a:ext cx="5914975" cy="3159840"/>
          </a:xfrm>
        </p:spPr>
        <p:txBody>
          <a:bodyPr/>
          <a:lstStyle>
            <a:lvl1pPr marL="0" marR="0" indent="0" algn="l" defTabSz="914400" rtl="0" eaLnBrk="1" fontAlgn="base" latinLnBrk="0" hangingPunct="1">
              <a:lnSpc>
                <a:spcPct val="80000"/>
              </a:lnSpc>
              <a:spcBef>
                <a:spcPct val="0"/>
              </a:spcBef>
              <a:spcAft>
                <a:spcPct val="0"/>
              </a:spcAft>
              <a:buClrTx/>
              <a:buSzTx/>
              <a:buFontTx/>
              <a:buNone/>
              <a:tabLst/>
              <a:defRPr sz="7200">
                <a:solidFill>
                  <a:schemeClr val="accent3"/>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Insert specific quote or interesting one liner here</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3"/>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3"/>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3"/>
                </a:solidFill>
              </a:defRPr>
            </a:lvl1pPr>
          </a:lstStyle>
          <a:p>
            <a:endParaRPr lang="da-DK"/>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3533707"/>
            <a:ext cx="5914975" cy="384465"/>
          </a:xfrm>
        </p:spPr>
        <p:txBody>
          <a:bodyPr/>
          <a:lstStyle>
            <a:lvl1pPr>
              <a:defRPr sz="21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Quotee or subtitle</a:t>
            </a:r>
          </a:p>
          <a:p>
            <a:pPr lvl="0"/>
            <a:endParaRPr lang="da-DK"/>
          </a:p>
        </p:txBody>
      </p:sp>
      <p:grpSp>
        <p:nvGrpSpPr>
          <p:cNvPr id="6" name="Gruppe 5">
            <a:extLst>
              <a:ext uri="{FF2B5EF4-FFF2-40B4-BE49-F238E27FC236}">
                <a16:creationId xmlns:a16="http://schemas.microsoft.com/office/drawing/2014/main" id="{1F253BF7-DA38-DF1C-C87C-CF0DE9C37FFF}"/>
              </a:ext>
            </a:extLst>
          </p:cNvPr>
          <p:cNvGrpSpPr/>
          <p:nvPr userDrawn="1"/>
        </p:nvGrpSpPr>
        <p:grpSpPr>
          <a:xfrm>
            <a:off x="288000" y="6490800"/>
            <a:ext cx="11614351" cy="118982"/>
            <a:chOff x="288000" y="6523200"/>
            <a:chExt cx="11614351" cy="118982"/>
          </a:xfrm>
        </p:grpSpPr>
        <p:pic>
          <p:nvPicPr>
            <p:cNvPr id="8" name="Grafik 7">
              <a:extLst>
                <a:ext uri="{FF2B5EF4-FFF2-40B4-BE49-F238E27FC236}">
                  <a16:creationId xmlns:a16="http://schemas.microsoft.com/office/drawing/2014/main" id="{2B569CC0-97F9-1310-DA49-5EB86DF833C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523200"/>
              <a:ext cx="339391" cy="118982"/>
            </a:xfrm>
            <a:prstGeom prst="rect">
              <a:avLst/>
            </a:prstGeom>
          </p:spPr>
        </p:pic>
        <p:pic>
          <p:nvPicPr>
            <p:cNvPr id="9" name="Picture 3">
              <a:extLst>
                <a:ext uri="{FF2B5EF4-FFF2-40B4-BE49-F238E27FC236}">
                  <a16:creationId xmlns:a16="http://schemas.microsoft.com/office/drawing/2014/main" id="{19C622F4-D310-3846-5E48-592F0DA7659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451600" y="6523200"/>
              <a:ext cx="450751" cy="117503"/>
            </a:xfrm>
            <a:prstGeom prst="rect">
              <a:avLst/>
            </a:prstGeom>
          </p:spPr>
        </p:pic>
      </p:grpSp>
    </p:spTree>
    <p:extLst>
      <p:ext uri="{BB962C8B-B14F-4D97-AF65-F5344CB8AC3E}">
        <p14:creationId xmlns:p14="http://schemas.microsoft.com/office/powerpoint/2010/main" val="353167292"/>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QUOTE: Plum">
    <p:bg>
      <p:bgPr>
        <a:solidFill>
          <a:schemeClr val="tx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52000"/>
            <a:ext cx="5914975" cy="3159840"/>
          </a:xfrm>
        </p:spPr>
        <p:txBody>
          <a:bodyPr/>
          <a:lstStyle>
            <a:lvl1pPr marL="0" marR="0" indent="0" algn="l" defTabSz="914400" rtl="0" eaLnBrk="1" fontAlgn="base" latinLnBrk="0" hangingPunct="1">
              <a:lnSpc>
                <a:spcPct val="80000"/>
              </a:lnSpc>
              <a:spcBef>
                <a:spcPct val="0"/>
              </a:spcBef>
              <a:spcAft>
                <a:spcPct val="0"/>
              </a:spcAft>
              <a:buClrTx/>
              <a:buSzTx/>
              <a:buFontTx/>
              <a:buNone/>
              <a:tabLst/>
              <a:defRPr sz="7200">
                <a:solidFill>
                  <a:schemeClr val="bg2"/>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Insert specific quote or interesting one liner here</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bg2"/>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bg2"/>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bg2"/>
                </a:solidFill>
              </a:defRPr>
            </a:lvl1pPr>
          </a:lstStyle>
          <a:p>
            <a:endParaRPr lang="da-DK"/>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3533707"/>
            <a:ext cx="5914975" cy="384465"/>
          </a:xfrm>
        </p:spPr>
        <p:txBody>
          <a:bodyPr/>
          <a:lstStyle>
            <a:lvl1pPr>
              <a:defRPr sz="2100">
                <a:solidFill>
                  <a:schemeClr val="bg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Quotee or subtitle</a:t>
            </a:r>
          </a:p>
        </p:txBody>
      </p:sp>
      <p:grpSp>
        <p:nvGrpSpPr>
          <p:cNvPr id="6" name="Gruppe 5">
            <a:extLst>
              <a:ext uri="{FF2B5EF4-FFF2-40B4-BE49-F238E27FC236}">
                <a16:creationId xmlns:a16="http://schemas.microsoft.com/office/drawing/2014/main" id="{DBDFE490-3EC3-1EB3-1282-5E30BCEB2D5E}"/>
              </a:ext>
            </a:extLst>
          </p:cNvPr>
          <p:cNvGrpSpPr/>
          <p:nvPr userDrawn="1"/>
        </p:nvGrpSpPr>
        <p:grpSpPr>
          <a:xfrm>
            <a:off x="288000" y="6490800"/>
            <a:ext cx="11614351" cy="118982"/>
            <a:chOff x="288000" y="6523200"/>
            <a:chExt cx="11614351" cy="118982"/>
          </a:xfrm>
          <a:solidFill>
            <a:schemeClr val="bg2"/>
          </a:solidFill>
        </p:grpSpPr>
        <p:pic>
          <p:nvPicPr>
            <p:cNvPr id="8" name="Grafik 7">
              <a:extLst>
                <a:ext uri="{FF2B5EF4-FFF2-40B4-BE49-F238E27FC236}">
                  <a16:creationId xmlns:a16="http://schemas.microsoft.com/office/drawing/2014/main" id="{6C0E0551-08B5-AA16-E8AE-7EDF9552FE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523200"/>
              <a:ext cx="339391" cy="118982"/>
            </a:xfrm>
            <a:prstGeom prst="rect">
              <a:avLst/>
            </a:prstGeom>
          </p:spPr>
        </p:pic>
        <p:pic>
          <p:nvPicPr>
            <p:cNvPr id="9" name="Picture 3">
              <a:extLst>
                <a:ext uri="{FF2B5EF4-FFF2-40B4-BE49-F238E27FC236}">
                  <a16:creationId xmlns:a16="http://schemas.microsoft.com/office/drawing/2014/main" id="{700EA0A7-8D58-300D-E095-0B08AD83870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451600" y="6523200"/>
              <a:ext cx="450751" cy="117503"/>
            </a:xfrm>
            <a:prstGeom prst="rect">
              <a:avLst/>
            </a:prstGeom>
          </p:spPr>
        </p:pic>
      </p:grpSp>
    </p:spTree>
    <p:extLst>
      <p:ext uri="{BB962C8B-B14F-4D97-AF65-F5344CB8AC3E}">
        <p14:creationId xmlns:p14="http://schemas.microsoft.com/office/powerpoint/2010/main" val="2481819858"/>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QUOTE: Burgundy">
    <p:bg>
      <p:bgPr>
        <a:solidFill>
          <a:schemeClr val="accent3"/>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52000"/>
            <a:ext cx="5914975" cy="3159840"/>
          </a:xfrm>
        </p:spPr>
        <p:txBody>
          <a:bodyPr/>
          <a:lstStyle>
            <a:lvl1pPr marL="0" marR="0" indent="0" algn="l" defTabSz="914400" rtl="0" eaLnBrk="1" fontAlgn="base" latinLnBrk="0" hangingPunct="1">
              <a:lnSpc>
                <a:spcPct val="80000"/>
              </a:lnSpc>
              <a:spcBef>
                <a:spcPct val="0"/>
              </a:spcBef>
              <a:spcAft>
                <a:spcPct val="0"/>
              </a:spcAft>
              <a:buClrTx/>
              <a:buSzTx/>
              <a:buFontTx/>
              <a:buNone/>
              <a:tabLst/>
              <a:defRPr sz="7200">
                <a:solidFill>
                  <a:schemeClr val="accent1"/>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Insert specific quote or interesting one liner here</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1"/>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1"/>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1"/>
                </a:solidFill>
              </a:defRPr>
            </a:lvl1pPr>
          </a:lstStyle>
          <a:p>
            <a:endParaRPr lang="da-DK"/>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3533707"/>
            <a:ext cx="5914975" cy="384465"/>
          </a:xfrm>
        </p:spPr>
        <p:txBody>
          <a:bodyPr/>
          <a:lstStyle>
            <a:lvl1pPr>
              <a:defRPr sz="2100">
                <a:solidFill>
                  <a:schemeClr val="accent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Quotee or subtitle</a:t>
            </a:r>
          </a:p>
          <a:p>
            <a:pPr lvl="0"/>
            <a:endParaRPr lang="da-DK"/>
          </a:p>
        </p:txBody>
      </p:sp>
      <p:grpSp>
        <p:nvGrpSpPr>
          <p:cNvPr id="6" name="Gruppe 5">
            <a:extLst>
              <a:ext uri="{FF2B5EF4-FFF2-40B4-BE49-F238E27FC236}">
                <a16:creationId xmlns:a16="http://schemas.microsoft.com/office/drawing/2014/main" id="{8ED47651-8A35-0400-7C54-563373812249}"/>
              </a:ext>
            </a:extLst>
          </p:cNvPr>
          <p:cNvGrpSpPr/>
          <p:nvPr userDrawn="1"/>
        </p:nvGrpSpPr>
        <p:grpSpPr>
          <a:xfrm>
            <a:off x="288000" y="6490800"/>
            <a:ext cx="11614351" cy="118982"/>
            <a:chOff x="288000" y="6523200"/>
            <a:chExt cx="11614351" cy="118982"/>
          </a:xfrm>
          <a:solidFill>
            <a:schemeClr val="accent1"/>
          </a:solidFill>
        </p:grpSpPr>
        <p:pic>
          <p:nvPicPr>
            <p:cNvPr id="8" name="Grafik 7">
              <a:extLst>
                <a:ext uri="{FF2B5EF4-FFF2-40B4-BE49-F238E27FC236}">
                  <a16:creationId xmlns:a16="http://schemas.microsoft.com/office/drawing/2014/main" id="{2AC648FF-044E-9B16-6D6A-4BFCD8E11E9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523200"/>
              <a:ext cx="339391" cy="118982"/>
            </a:xfrm>
            <a:prstGeom prst="rect">
              <a:avLst/>
            </a:prstGeom>
          </p:spPr>
        </p:pic>
        <p:pic>
          <p:nvPicPr>
            <p:cNvPr id="9" name="Picture 3">
              <a:extLst>
                <a:ext uri="{FF2B5EF4-FFF2-40B4-BE49-F238E27FC236}">
                  <a16:creationId xmlns:a16="http://schemas.microsoft.com/office/drawing/2014/main" id="{320BDAB3-5CCF-4365-D8D9-16B0629F840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451600" y="6523200"/>
              <a:ext cx="450751" cy="117503"/>
            </a:xfrm>
            <a:prstGeom prst="rect">
              <a:avLst/>
            </a:prstGeom>
          </p:spPr>
        </p:pic>
      </p:grpSp>
    </p:spTree>
    <p:extLst>
      <p:ext uri="{BB962C8B-B14F-4D97-AF65-F5344CB8AC3E}">
        <p14:creationId xmlns:p14="http://schemas.microsoft.com/office/powerpoint/2010/main" val="417132454"/>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QUOTE: Highlight">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52000"/>
            <a:ext cx="5914975" cy="3159840"/>
          </a:xfrm>
        </p:spPr>
        <p:txBody>
          <a:bodyPr/>
          <a:lstStyle>
            <a:lvl1pPr marL="0" marR="0" indent="0" algn="l" defTabSz="914400" rtl="0" eaLnBrk="1" fontAlgn="base" latinLnBrk="0" hangingPunct="1">
              <a:lnSpc>
                <a:spcPct val="80000"/>
              </a:lnSpc>
              <a:spcBef>
                <a:spcPct val="0"/>
              </a:spcBef>
              <a:spcAft>
                <a:spcPct val="0"/>
              </a:spcAft>
              <a:buClrTx/>
              <a:buSzTx/>
              <a:buFontTx/>
              <a:buNone/>
              <a:tabLst/>
              <a:defRPr sz="7200">
                <a:solidFill>
                  <a:schemeClr val="accent3"/>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Insert specific quote or interesting one liner here</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3"/>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3"/>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3"/>
                </a:solidFill>
              </a:defRPr>
            </a:lvl1pPr>
          </a:lstStyle>
          <a:p>
            <a:endParaRPr lang="da-DK"/>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3533707"/>
            <a:ext cx="5914975" cy="384465"/>
          </a:xfrm>
        </p:spPr>
        <p:txBody>
          <a:bodyPr/>
          <a:lstStyle>
            <a:lvl1pPr>
              <a:defRPr sz="21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Quotee or subtitle</a:t>
            </a:r>
          </a:p>
          <a:p>
            <a:pPr lvl="0"/>
            <a:endParaRPr lang="da-DK"/>
          </a:p>
        </p:txBody>
      </p:sp>
      <p:grpSp>
        <p:nvGrpSpPr>
          <p:cNvPr id="6" name="Gruppe 5">
            <a:extLst>
              <a:ext uri="{FF2B5EF4-FFF2-40B4-BE49-F238E27FC236}">
                <a16:creationId xmlns:a16="http://schemas.microsoft.com/office/drawing/2014/main" id="{76DBF916-5E2A-9F99-7AA3-E2C09C63A7C5}"/>
              </a:ext>
            </a:extLst>
          </p:cNvPr>
          <p:cNvGrpSpPr/>
          <p:nvPr userDrawn="1"/>
        </p:nvGrpSpPr>
        <p:grpSpPr>
          <a:xfrm>
            <a:off x="288000" y="6490800"/>
            <a:ext cx="11614351" cy="118982"/>
            <a:chOff x="288000" y="6523200"/>
            <a:chExt cx="11614351" cy="118982"/>
          </a:xfrm>
        </p:grpSpPr>
        <p:pic>
          <p:nvPicPr>
            <p:cNvPr id="8" name="Grafik 7">
              <a:extLst>
                <a:ext uri="{FF2B5EF4-FFF2-40B4-BE49-F238E27FC236}">
                  <a16:creationId xmlns:a16="http://schemas.microsoft.com/office/drawing/2014/main" id="{C740D421-58E3-9C3D-0F9D-5E76793987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523200"/>
              <a:ext cx="339391" cy="118982"/>
            </a:xfrm>
            <a:prstGeom prst="rect">
              <a:avLst/>
            </a:prstGeom>
          </p:spPr>
        </p:pic>
        <p:pic>
          <p:nvPicPr>
            <p:cNvPr id="9" name="Picture 3">
              <a:extLst>
                <a:ext uri="{FF2B5EF4-FFF2-40B4-BE49-F238E27FC236}">
                  <a16:creationId xmlns:a16="http://schemas.microsoft.com/office/drawing/2014/main" id="{FC952EFE-38A7-18E9-9575-21D05575368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451600" y="6523200"/>
              <a:ext cx="450751" cy="117503"/>
            </a:xfrm>
            <a:prstGeom prst="rect">
              <a:avLst/>
            </a:prstGeom>
          </p:spPr>
        </p:pic>
      </p:grpSp>
    </p:spTree>
    <p:extLst>
      <p:ext uri="{BB962C8B-B14F-4D97-AF65-F5344CB8AC3E}">
        <p14:creationId xmlns:p14="http://schemas.microsoft.com/office/powerpoint/2010/main" val="3694252623"/>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QUOTE: Image">
    <p:bg>
      <p:bgPr>
        <a:solidFill>
          <a:schemeClr val="bg2"/>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AD2966F3-B843-9226-FDF5-DFA937C13111}"/>
              </a:ext>
            </a:extLst>
          </p:cNvPr>
          <p:cNvSpPr>
            <a:spLocks noGrp="1"/>
          </p:cNvSpPr>
          <p:nvPr>
            <p:ph type="pic" sz="quarter" idx="14" hasCustomPrompt="1"/>
          </p:nvPr>
        </p:nvSpPr>
        <p:spPr>
          <a:xfrm>
            <a:off x="-1" y="0"/>
            <a:ext cx="12188825" cy="6858000"/>
          </a:xfrm>
          <a:prstGeom prst="rect">
            <a:avLst/>
          </a:prstGeom>
          <a:solidFill>
            <a:srgbClr val="636363"/>
          </a:solidFill>
        </p:spPr>
        <p:txBody>
          <a:bodyPr lIns="216000" tIns="216000" rIns="216000" bIns="216000" anchor="b" anchorCtr="0"/>
          <a:lstStyle>
            <a:lvl1pPr algn="ctr">
              <a:defRPr sz="1000" b="0">
                <a:solidFill>
                  <a:schemeClr val="accent4"/>
                </a:solidFill>
              </a:defRPr>
            </a:lvl1pPr>
          </a:lstStyle>
          <a:p>
            <a:r>
              <a:rPr lang="da-DK"/>
              <a:t>Indsæt billede</a:t>
            </a:r>
          </a:p>
        </p:txBody>
      </p:sp>
      <p:sp>
        <p:nvSpPr>
          <p:cNvPr id="2" name="Titel 1">
            <a:extLst>
              <a:ext uri="{FF2B5EF4-FFF2-40B4-BE49-F238E27FC236}">
                <a16:creationId xmlns:a16="http://schemas.microsoft.com/office/drawing/2014/main" id="{2133EB24-AE31-2A92-8C78-B1278887CC7B}"/>
              </a:ext>
            </a:extLst>
          </p:cNvPr>
          <p:cNvSpPr>
            <a:spLocks noGrp="1"/>
          </p:cNvSpPr>
          <p:nvPr>
            <p:ph type="title" hasCustomPrompt="1"/>
          </p:nvPr>
        </p:nvSpPr>
        <p:spPr>
          <a:xfrm>
            <a:off x="288000" y="252000"/>
            <a:ext cx="5914975" cy="3159840"/>
          </a:xfrm>
        </p:spPr>
        <p:txBody>
          <a:bodyPr/>
          <a:lstStyle>
            <a:lvl1pPr marL="0" marR="0" indent="0" algn="l" defTabSz="914400" rtl="0" eaLnBrk="1" fontAlgn="base" latinLnBrk="0" hangingPunct="1">
              <a:lnSpc>
                <a:spcPct val="80000"/>
              </a:lnSpc>
              <a:spcBef>
                <a:spcPct val="0"/>
              </a:spcBef>
              <a:spcAft>
                <a:spcPct val="0"/>
              </a:spcAft>
              <a:buClrTx/>
              <a:buSzTx/>
              <a:buFontTx/>
              <a:buNone/>
              <a:tabLst/>
              <a:defRPr sz="7200">
                <a:solidFill>
                  <a:schemeClr val="accent4"/>
                </a:solidFill>
              </a:defRPr>
            </a:lvl1pPr>
          </a:lstStyle>
          <a:p>
            <a:pPr marL="0" marR="0" lvl="0" indent="0" algn="l" defTabSz="914400" rtl="0" eaLnBrk="1" fontAlgn="base" latinLnBrk="0" hangingPunct="1">
              <a:lnSpc>
                <a:spcPct val="73000"/>
              </a:lnSpc>
              <a:spcBef>
                <a:spcPct val="0"/>
              </a:spcBef>
              <a:spcAft>
                <a:spcPct val="0"/>
              </a:spcAft>
              <a:buClrTx/>
              <a:buSzTx/>
              <a:buFontTx/>
              <a:buNone/>
              <a:tabLst/>
              <a:defRPr/>
            </a:pPr>
            <a:r>
              <a:rPr lang="da-DK"/>
              <a:t>Insert specific quote or interesting one liner here</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4"/>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4"/>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4"/>
                </a:solidFill>
              </a:defRPr>
            </a:lvl1pPr>
          </a:lstStyle>
          <a:p>
            <a:pPr algn="l" rtl="0" fontAlgn="base">
              <a:spcBef>
                <a:spcPct val="0"/>
              </a:spcBef>
              <a:spcAft>
                <a:spcPct val="0"/>
              </a:spcAft>
            </a:pPr>
            <a:endParaRPr lang="da-DK"/>
          </a:p>
        </p:txBody>
      </p:sp>
      <p:sp>
        <p:nvSpPr>
          <p:cNvPr id="12" name="Pladsholder til tekst 11">
            <a:extLst>
              <a:ext uri="{FF2B5EF4-FFF2-40B4-BE49-F238E27FC236}">
                <a16:creationId xmlns:a16="http://schemas.microsoft.com/office/drawing/2014/main" id="{8EB797B8-50DD-641D-9EC0-65DCE3DDE837}"/>
              </a:ext>
            </a:extLst>
          </p:cNvPr>
          <p:cNvSpPr>
            <a:spLocks noGrp="1"/>
          </p:cNvSpPr>
          <p:nvPr>
            <p:ph type="body" sz="quarter" idx="13" hasCustomPrompt="1"/>
          </p:nvPr>
        </p:nvSpPr>
        <p:spPr>
          <a:xfrm>
            <a:off x="324000" y="3533707"/>
            <a:ext cx="5914975" cy="384465"/>
          </a:xfrm>
        </p:spPr>
        <p:txBody>
          <a:bodyPr/>
          <a:lstStyle>
            <a:lvl1pPr>
              <a:defRPr sz="2100">
                <a:solidFill>
                  <a:schemeClr val="accent4"/>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da-DK"/>
              <a:t>Quotee or subtitle</a:t>
            </a:r>
          </a:p>
          <a:p>
            <a:pPr lvl="0"/>
            <a:endParaRPr lang="da-DK"/>
          </a:p>
        </p:txBody>
      </p:sp>
      <p:sp>
        <p:nvSpPr>
          <p:cNvPr id="6" name="Pladsholder til billede 6">
            <a:extLst>
              <a:ext uri="{FF2B5EF4-FFF2-40B4-BE49-F238E27FC236}">
                <a16:creationId xmlns:a16="http://schemas.microsoft.com/office/drawing/2014/main" id="{312C7DD5-BA92-CC80-E164-600F4116DFBB}"/>
              </a:ext>
            </a:extLst>
          </p:cNvPr>
          <p:cNvSpPr>
            <a:spLocks noGrp="1"/>
          </p:cNvSpPr>
          <p:nvPr>
            <p:ph type="pic" sz="quarter" idx="15"/>
          </p:nvPr>
        </p:nvSpPr>
        <p:spPr>
          <a:xfrm>
            <a:off x="11450848" y="6491116"/>
            <a:ext cx="450752" cy="118483"/>
          </a:xfrm>
          <a:blipFill>
            <a:blip>
              <a:extLst>
                <a:ext uri="{96DAC541-7B7A-43D3-8B79-37D633B846F1}">
                  <asvg:svgBlip xmlns:asvg="http://schemas.microsoft.com/office/drawing/2016/SVG/main" r:embed="rId2"/>
                </a:ext>
              </a:extLst>
            </a:blip>
            <a:stretch>
              <a:fillRect/>
            </a:stretch>
          </a:blipFill>
        </p:spPr>
        <p:txBody>
          <a:bodyPr/>
          <a:lstStyle/>
          <a:p>
            <a:r>
              <a:rPr lang="da-DK"/>
              <a:t>Klik på ikonet for at tilføje et billede</a:t>
            </a:r>
            <a:endParaRPr lang="en-US"/>
          </a:p>
        </p:txBody>
      </p:sp>
      <p:sp>
        <p:nvSpPr>
          <p:cNvPr id="8" name="Pladsholder til billede 6">
            <a:extLst>
              <a:ext uri="{FF2B5EF4-FFF2-40B4-BE49-F238E27FC236}">
                <a16:creationId xmlns:a16="http://schemas.microsoft.com/office/drawing/2014/main" id="{C76FE581-625E-9921-D5A3-BAA9A8CE8C14}"/>
              </a:ext>
            </a:extLst>
          </p:cNvPr>
          <p:cNvSpPr>
            <a:spLocks noGrp="1"/>
          </p:cNvSpPr>
          <p:nvPr>
            <p:ph type="pic" sz="quarter" idx="17"/>
          </p:nvPr>
        </p:nvSpPr>
        <p:spPr>
          <a:xfrm>
            <a:off x="288000" y="6490424"/>
            <a:ext cx="339391" cy="119175"/>
          </a:xfrm>
          <a:blipFill>
            <a:blip>
              <a:extLst>
                <a:ext uri="{96DAC541-7B7A-43D3-8B79-37D633B846F1}">
                  <asvg:svgBlip xmlns:asvg="http://schemas.microsoft.com/office/drawing/2016/SVG/main" r:embed="rId3"/>
                </a:ext>
              </a:extLst>
            </a:blip>
            <a:stretch>
              <a:fillRect/>
            </a:stretch>
          </a:blipFill>
        </p:spPr>
        <p:txBody>
          <a:bodyPr/>
          <a:lstStyle/>
          <a:p>
            <a:r>
              <a:rPr lang="da-DK"/>
              <a:t>Klik på ikonet for at tilføje et billede</a:t>
            </a:r>
            <a:endParaRPr lang="en-US"/>
          </a:p>
        </p:txBody>
      </p:sp>
    </p:spTree>
    <p:extLst>
      <p:ext uri="{BB962C8B-B14F-4D97-AF65-F5344CB8AC3E}">
        <p14:creationId xmlns:p14="http://schemas.microsoft.com/office/powerpoint/2010/main" val="1993531053"/>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MAGE: Full">
    <p:bg>
      <p:bgPr>
        <a:solidFill>
          <a:schemeClr val="bg1"/>
        </a:solidFill>
        <a:effectLst/>
      </p:bgPr>
    </p:bg>
    <p:spTree>
      <p:nvGrpSpPr>
        <p:cNvPr id="1" name=""/>
        <p:cNvGrpSpPr/>
        <p:nvPr/>
      </p:nvGrpSpPr>
      <p:grpSpPr>
        <a:xfrm>
          <a:off x="0" y="0"/>
          <a:ext cx="0" cy="0"/>
          <a:chOff x="0" y="0"/>
          <a:chExt cx="0" cy="0"/>
        </a:xfrm>
      </p:grpSpPr>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14" name="Pladsholder til billede 12">
            <a:extLst>
              <a:ext uri="{FF2B5EF4-FFF2-40B4-BE49-F238E27FC236}">
                <a16:creationId xmlns:a16="http://schemas.microsoft.com/office/drawing/2014/main" id="{F829DBCF-3BDB-AE10-FF83-CD7911F82DD9}"/>
              </a:ext>
            </a:extLst>
          </p:cNvPr>
          <p:cNvSpPr>
            <a:spLocks noGrp="1"/>
          </p:cNvSpPr>
          <p:nvPr>
            <p:ph type="pic" sz="quarter" idx="16"/>
          </p:nvPr>
        </p:nvSpPr>
        <p:spPr>
          <a:xfrm>
            <a:off x="287999" y="252000"/>
            <a:ext cx="11614049" cy="6084000"/>
          </a:xfrm>
          <a:solidFill>
            <a:srgbClr val="DDDDDD"/>
          </a:solidFill>
        </p:spPr>
        <p:txBody>
          <a:bodyPr/>
          <a:lstStyle/>
          <a:p>
            <a:r>
              <a:rPr lang="da-DK"/>
              <a:t>Klik på ikonet for at tilføje et billede</a:t>
            </a:r>
            <a:endParaRPr lang="en-US"/>
          </a:p>
        </p:txBody>
      </p:sp>
    </p:spTree>
    <p:extLst>
      <p:ext uri="{BB962C8B-B14F-4D97-AF65-F5344CB8AC3E}">
        <p14:creationId xmlns:p14="http://schemas.microsoft.com/office/powerpoint/2010/main" val="1248312650"/>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 Two images">
    <p:bg>
      <p:bgPr>
        <a:solidFill>
          <a:schemeClr val="bg1"/>
        </a:solidFill>
        <a:effectLst/>
      </p:bgPr>
    </p:bg>
    <p:spTree>
      <p:nvGrpSpPr>
        <p:cNvPr id="1" name=""/>
        <p:cNvGrpSpPr/>
        <p:nvPr/>
      </p:nvGrpSpPr>
      <p:grpSpPr>
        <a:xfrm>
          <a:off x="0" y="0"/>
          <a:ext cx="0" cy="0"/>
          <a:chOff x="0" y="0"/>
          <a:chExt cx="0" cy="0"/>
        </a:xfrm>
      </p:grpSpPr>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14" name="Pladsholder til billede 12">
            <a:extLst>
              <a:ext uri="{FF2B5EF4-FFF2-40B4-BE49-F238E27FC236}">
                <a16:creationId xmlns:a16="http://schemas.microsoft.com/office/drawing/2014/main" id="{F829DBCF-3BDB-AE10-FF83-CD7911F82DD9}"/>
              </a:ext>
            </a:extLst>
          </p:cNvPr>
          <p:cNvSpPr>
            <a:spLocks noGrp="1"/>
          </p:cNvSpPr>
          <p:nvPr>
            <p:ph type="pic" sz="quarter" idx="16"/>
          </p:nvPr>
        </p:nvSpPr>
        <p:spPr>
          <a:xfrm>
            <a:off x="288000" y="252000"/>
            <a:ext cx="5760000" cy="6084000"/>
          </a:xfrm>
          <a:solidFill>
            <a:srgbClr val="DDDDDD"/>
          </a:solidFill>
        </p:spPr>
        <p:txBody>
          <a:bodyPr/>
          <a:lstStyle/>
          <a:p>
            <a:r>
              <a:rPr lang="da-DK"/>
              <a:t>Klik på ikonet for at tilføje et billede</a:t>
            </a:r>
            <a:endParaRPr lang="en-US"/>
          </a:p>
        </p:txBody>
      </p:sp>
      <p:sp>
        <p:nvSpPr>
          <p:cNvPr id="7" name="Pladsholder til billede 12">
            <a:extLst>
              <a:ext uri="{FF2B5EF4-FFF2-40B4-BE49-F238E27FC236}">
                <a16:creationId xmlns:a16="http://schemas.microsoft.com/office/drawing/2014/main" id="{0E04D114-FFF3-3348-3415-30D0F12F6A5C}"/>
              </a:ext>
            </a:extLst>
          </p:cNvPr>
          <p:cNvSpPr>
            <a:spLocks noGrp="1"/>
          </p:cNvSpPr>
          <p:nvPr>
            <p:ph type="pic" sz="quarter" idx="17"/>
          </p:nvPr>
        </p:nvSpPr>
        <p:spPr>
          <a:xfrm>
            <a:off x="6165852" y="252001"/>
            <a:ext cx="5734973" cy="6084000"/>
          </a:xfrm>
          <a:solidFill>
            <a:srgbClr val="DDDDDD"/>
          </a:solidFill>
        </p:spPr>
        <p:txBody>
          <a:bodyPr/>
          <a:lstStyle/>
          <a:p>
            <a:r>
              <a:rPr lang="da-DK"/>
              <a:t>Klik på ikonet for at tilføje et billede</a:t>
            </a:r>
            <a:endParaRPr lang="en-US"/>
          </a:p>
        </p:txBody>
      </p:sp>
    </p:spTree>
    <p:extLst>
      <p:ext uri="{BB962C8B-B14F-4D97-AF65-F5344CB8AC3E}">
        <p14:creationId xmlns:p14="http://schemas.microsoft.com/office/powerpoint/2010/main" val="3848373613"/>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MAGE: Four images">
    <p:bg>
      <p:bgPr>
        <a:solidFill>
          <a:schemeClr val="bg1"/>
        </a:solidFill>
        <a:effectLst/>
      </p:bgPr>
    </p:bg>
    <p:spTree>
      <p:nvGrpSpPr>
        <p:cNvPr id="1" name=""/>
        <p:cNvGrpSpPr/>
        <p:nvPr/>
      </p:nvGrpSpPr>
      <p:grpSpPr>
        <a:xfrm>
          <a:off x="0" y="0"/>
          <a:ext cx="0" cy="0"/>
          <a:chOff x="0" y="0"/>
          <a:chExt cx="0" cy="0"/>
        </a:xfrm>
      </p:grpSpPr>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14" name="Pladsholder til billede 12">
            <a:extLst>
              <a:ext uri="{FF2B5EF4-FFF2-40B4-BE49-F238E27FC236}">
                <a16:creationId xmlns:a16="http://schemas.microsoft.com/office/drawing/2014/main" id="{F829DBCF-3BDB-AE10-FF83-CD7911F82DD9}"/>
              </a:ext>
            </a:extLst>
          </p:cNvPr>
          <p:cNvSpPr>
            <a:spLocks noGrp="1"/>
          </p:cNvSpPr>
          <p:nvPr>
            <p:ph type="pic" sz="quarter" idx="16"/>
          </p:nvPr>
        </p:nvSpPr>
        <p:spPr>
          <a:xfrm>
            <a:off x="288000" y="252000"/>
            <a:ext cx="5734800" cy="6084000"/>
          </a:xfrm>
          <a:solidFill>
            <a:srgbClr val="DDDDDD"/>
          </a:solidFill>
        </p:spPr>
        <p:txBody>
          <a:bodyPr/>
          <a:lstStyle/>
          <a:p>
            <a:r>
              <a:rPr lang="da-DK"/>
              <a:t>Klik på ikonet for at tilføje et billede</a:t>
            </a:r>
            <a:endParaRPr lang="en-US"/>
          </a:p>
        </p:txBody>
      </p:sp>
      <p:sp>
        <p:nvSpPr>
          <p:cNvPr id="7" name="Pladsholder til billede 12">
            <a:extLst>
              <a:ext uri="{FF2B5EF4-FFF2-40B4-BE49-F238E27FC236}">
                <a16:creationId xmlns:a16="http://schemas.microsoft.com/office/drawing/2014/main" id="{0E04D114-FFF3-3348-3415-30D0F12F6A5C}"/>
              </a:ext>
            </a:extLst>
          </p:cNvPr>
          <p:cNvSpPr>
            <a:spLocks noGrp="1"/>
          </p:cNvSpPr>
          <p:nvPr>
            <p:ph type="pic" sz="quarter" idx="17"/>
          </p:nvPr>
        </p:nvSpPr>
        <p:spPr>
          <a:xfrm>
            <a:off x="6165852" y="252000"/>
            <a:ext cx="5734801" cy="2969538"/>
          </a:xfrm>
          <a:solidFill>
            <a:srgbClr val="DDDDDD"/>
          </a:solidFill>
        </p:spPr>
        <p:txBody>
          <a:bodyPr/>
          <a:lstStyle/>
          <a:p>
            <a:r>
              <a:rPr lang="da-DK"/>
              <a:t>Klik på ikonet for at tilføje et billede</a:t>
            </a:r>
            <a:endParaRPr lang="en-US"/>
          </a:p>
        </p:txBody>
      </p:sp>
      <p:sp>
        <p:nvSpPr>
          <p:cNvPr id="10" name="Pladsholder til billede 12">
            <a:extLst>
              <a:ext uri="{FF2B5EF4-FFF2-40B4-BE49-F238E27FC236}">
                <a16:creationId xmlns:a16="http://schemas.microsoft.com/office/drawing/2014/main" id="{EE9DD861-5021-C5DD-7A73-9E9958A83682}"/>
              </a:ext>
            </a:extLst>
          </p:cNvPr>
          <p:cNvSpPr>
            <a:spLocks noGrp="1"/>
          </p:cNvSpPr>
          <p:nvPr>
            <p:ph type="pic" sz="quarter" idx="18"/>
          </p:nvPr>
        </p:nvSpPr>
        <p:spPr>
          <a:xfrm>
            <a:off x="6165852" y="3347537"/>
            <a:ext cx="3539966" cy="2969539"/>
          </a:xfrm>
          <a:solidFill>
            <a:srgbClr val="DDDDDD"/>
          </a:solidFill>
        </p:spPr>
        <p:txBody>
          <a:bodyPr/>
          <a:lstStyle/>
          <a:p>
            <a:r>
              <a:rPr lang="da-DK"/>
              <a:t>Klik på ikonet for at tilføje et billede</a:t>
            </a:r>
            <a:endParaRPr lang="en-US"/>
          </a:p>
        </p:txBody>
      </p:sp>
      <p:sp>
        <p:nvSpPr>
          <p:cNvPr id="15" name="Pladsholder til billede 12">
            <a:extLst>
              <a:ext uri="{FF2B5EF4-FFF2-40B4-BE49-F238E27FC236}">
                <a16:creationId xmlns:a16="http://schemas.microsoft.com/office/drawing/2014/main" id="{9089F4E9-75DE-E81B-C628-792C9D818F81}"/>
              </a:ext>
            </a:extLst>
          </p:cNvPr>
          <p:cNvSpPr>
            <a:spLocks noGrp="1"/>
          </p:cNvSpPr>
          <p:nvPr>
            <p:ph type="pic" sz="quarter" idx="19"/>
          </p:nvPr>
        </p:nvSpPr>
        <p:spPr>
          <a:xfrm>
            <a:off x="9848696" y="3347539"/>
            <a:ext cx="2052129" cy="2969537"/>
          </a:xfrm>
          <a:solidFill>
            <a:srgbClr val="DDDDDD"/>
          </a:solidFill>
        </p:spPr>
        <p:txBody>
          <a:bodyPr/>
          <a:lstStyle/>
          <a:p>
            <a:r>
              <a:rPr lang="da-DK"/>
              <a:t>Klik på ikonet for at tilføje et billede</a:t>
            </a:r>
            <a:endParaRPr lang="en-US"/>
          </a:p>
        </p:txBody>
      </p:sp>
    </p:spTree>
    <p:extLst>
      <p:ext uri="{BB962C8B-B14F-4D97-AF65-F5344CB8AC3E}">
        <p14:creationId xmlns:p14="http://schemas.microsoft.com/office/powerpoint/2010/main" val="3655771143"/>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 Collage">
    <p:bg>
      <p:bgPr>
        <a:solidFill>
          <a:schemeClr val="bg1"/>
        </a:solidFill>
        <a:effectLst/>
      </p:bgPr>
    </p:bg>
    <p:spTree>
      <p:nvGrpSpPr>
        <p:cNvPr id="1" name=""/>
        <p:cNvGrpSpPr/>
        <p:nvPr/>
      </p:nvGrpSpPr>
      <p:grpSpPr>
        <a:xfrm>
          <a:off x="0" y="0"/>
          <a:ext cx="0" cy="0"/>
          <a:chOff x="0" y="0"/>
          <a:chExt cx="0" cy="0"/>
        </a:xfrm>
      </p:grpSpPr>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14" name="Pladsholder til billede 12">
            <a:extLst>
              <a:ext uri="{FF2B5EF4-FFF2-40B4-BE49-F238E27FC236}">
                <a16:creationId xmlns:a16="http://schemas.microsoft.com/office/drawing/2014/main" id="{F829DBCF-3BDB-AE10-FF83-CD7911F82DD9}"/>
              </a:ext>
            </a:extLst>
          </p:cNvPr>
          <p:cNvSpPr>
            <a:spLocks noGrp="1"/>
          </p:cNvSpPr>
          <p:nvPr>
            <p:ph type="pic" sz="quarter" idx="16"/>
          </p:nvPr>
        </p:nvSpPr>
        <p:spPr>
          <a:xfrm>
            <a:off x="288000" y="2712027"/>
            <a:ext cx="3204000" cy="3623973"/>
          </a:xfrm>
          <a:solidFill>
            <a:srgbClr val="DDDDDD"/>
          </a:solidFill>
        </p:spPr>
        <p:txBody>
          <a:bodyPr/>
          <a:lstStyle/>
          <a:p>
            <a:r>
              <a:rPr lang="da-DK"/>
              <a:t>Klik på ikonet for at tilføje et billede</a:t>
            </a:r>
            <a:endParaRPr lang="en-US"/>
          </a:p>
        </p:txBody>
      </p:sp>
      <p:sp>
        <p:nvSpPr>
          <p:cNvPr id="7" name="Pladsholder til billede 12">
            <a:extLst>
              <a:ext uri="{FF2B5EF4-FFF2-40B4-BE49-F238E27FC236}">
                <a16:creationId xmlns:a16="http://schemas.microsoft.com/office/drawing/2014/main" id="{0E04D114-FFF3-3348-3415-30D0F12F6A5C}"/>
              </a:ext>
            </a:extLst>
          </p:cNvPr>
          <p:cNvSpPr>
            <a:spLocks noGrp="1"/>
          </p:cNvSpPr>
          <p:nvPr>
            <p:ph type="pic" sz="quarter" idx="17"/>
          </p:nvPr>
        </p:nvSpPr>
        <p:spPr>
          <a:xfrm>
            <a:off x="3607808" y="251998"/>
            <a:ext cx="5896973" cy="3386860"/>
          </a:xfrm>
          <a:solidFill>
            <a:srgbClr val="DDDDDD"/>
          </a:solidFill>
        </p:spPr>
        <p:txBody>
          <a:bodyPr/>
          <a:lstStyle/>
          <a:p>
            <a:r>
              <a:rPr lang="da-DK"/>
              <a:t>Klik på ikonet for at tilføje et billede</a:t>
            </a:r>
            <a:endParaRPr lang="en-US"/>
          </a:p>
        </p:txBody>
      </p:sp>
      <p:sp>
        <p:nvSpPr>
          <p:cNvPr id="10" name="Pladsholder til billede 12">
            <a:extLst>
              <a:ext uri="{FF2B5EF4-FFF2-40B4-BE49-F238E27FC236}">
                <a16:creationId xmlns:a16="http://schemas.microsoft.com/office/drawing/2014/main" id="{EE9DD861-5021-C5DD-7A73-9E9958A83682}"/>
              </a:ext>
            </a:extLst>
          </p:cNvPr>
          <p:cNvSpPr>
            <a:spLocks noGrp="1"/>
          </p:cNvSpPr>
          <p:nvPr>
            <p:ph type="pic" sz="quarter" idx="18"/>
          </p:nvPr>
        </p:nvSpPr>
        <p:spPr>
          <a:xfrm>
            <a:off x="3607808" y="3764857"/>
            <a:ext cx="2415167" cy="2571143"/>
          </a:xfrm>
          <a:solidFill>
            <a:srgbClr val="DDDDDD"/>
          </a:solidFill>
        </p:spPr>
        <p:txBody>
          <a:bodyPr/>
          <a:lstStyle/>
          <a:p>
            <a:r>
              <a:rPr lang="da-DK"/>
              <a:t>Klik på ikonet for at tilføje et billede</a:t>
            </a:r>
            <a:endParaRPr lang="en-US"/>
          </a:p>
        </p:txBody>
      </p:sp>
      <p:sp>
        <p:nvSpPr>
          <p:cNvPr id="15" name="Pladsholder til billede 12">
            <a:extLst>
              <a:ext uri="{FF2B5EF4-FFF2-40B4-BE49-F238E27FC236}">
                <a16:creationId xmlns:a16="http://schemas.microsoft.com/office/drawing/2014/main" id="{9089F4E9-75DE-E81B-C628-792C9D818F81}"/>
              </a:ext>
            </a:extLst>
          </p:cNvPr>
          <p:cNvSpPr>
            <a:spLocks noGrp="1"/>
          </p:cNvSpPr>
          <p:nvPr>
            <p:ph type="pic" sz="quarter" idx="19"/>
          </p:nvPr>
        </p:nvSpPr>
        <p:spPr>
          <a:xfrm>
            <a:off x="9647657" y="3763995"/>
            <a:ext cx="2253168" cy="2572006"/>
          </a:xfrm>
          <a:solidFill>
            <a:srgbClr val="DDDDDD"/>
          </a:solidFill>
        </p:spPr>
        <p:txBody>
          <a:bodyPr/>
          <a:lstStyle/>
          <a:p>
            <a:r>
              <a:rPr lang="da-DK"/>
              <a:t>Klik på ikonet for at tilføje et billede</a:t>
            </a:r>
            <a:endParaRPr lang="en-US"/>
          </a:p>
        </p:txBody>
      </p:sp>
      <p:sp>
        <p:nvSpPr>
          <p:cNvPr id="9" name="Pladsholder til billede 12">
            <a:extLst>
              <a:ext uri="{FF2B5EF4-FFF2-40B4-BE49-F238E27FC236}">
                <a16:creationId xmlns:a16="http://schemas.microsoft.com/office/drawing/2014/main" id="{EFE9F6C7-C827-340A-E36F-29B371A2ADB0}"/>
              </a:ext>
            </a:extLst>
          </p:cNvPr>
          <p:cNvSpPr>
            <a:spLocks noGrp="1"/>
          </p:cNvSpPr>
          <p:nvPr>
            <p:ph type="pic" sz="quarter" idx="20"/>
          </p:nvPr>
        </p:nvSpPr>
        <p:spPr>
          <a:xfrm>
            <a:off x="6165851" y="3764858"/>
            <a:ext cx="3338930" cy="2571142"/>
          </a:xfrm>
          <a:solidFill>
            <a:srgbClr val="DDDDDD"/>
          </a:solidFill>
        </p:spPr>
        <p:txBody>
          <a:bodyPr/>
          <a:lstStyle/>
          <a:p>
            <a:r>
              <a:rPr lang="da-DK"/>
              <a:t>Klik på ikonet for at tilføje et billede</a:t>
            </a:r>
            <a:endParaRPr lang="en-US"/>
          </a:p>
        </p:txBody>
      </p:sp>
      <p:sp>
        <p:nvSpPr>
          <p:cNvPr id="11" name="Pladsholder til billede 12">
            <a:extLst>
              <a:ext uri="{FF2B5EF4-FFF2-40B4-BE49-F238E27FC236}">
                <a16:creationId xmlns:a16="http://schemas.microsoft.com/office/drawing/2014/main" id="{1DBA3042-D5EE-E63F-D366-C3CB08AF48D8}"/>
              </a:ext>
            </a:extLst>
          </p:cNvPr>
          <p:cNvSpPr>
            <a:spLocks noGrp="1"/>
          </p:cNvSpPr>
          <p:nvPr>
            <p:ph type="pic" sz="quarter" idx="21"/>
          </p:nvPr>
        </p:nvSpPr>
        <p:spPr>
          <a:xfrm>
            <a:off x="9647657" y="251998"/>
            <a:ext cx="2253168" cy="3386859"/>
          </a:xfrm>
          <a:solidFill>
            <a:srgbClr val="DDDDDD"/>
          </a:solidFill>
        </p:spPr>
        <p:txBody>
          <a:bodyPr/>
          <a:lstStyle/>
          <a:p>
            <a:r>
              <a:rPr lang="da-DK"/>
              <a:t>Klik på ikonet for at tilføje et billede</a:t>
            </a:r>
            <a:endParaRPr lang="en-US"/>
          </a:p>
        </p:txBody>
      </p:sp>
      <p:sp>
        <p:nvSpPr>
          <p:cNvPr id="12" name="Pladsholder til billede 12">
            <a:extLst>
              <a:ext uri="{FF2B5EF4-FFF2-40B4-BE49-F238E27FC236}">
                <a16:creationId xmlns:a16="http://schemas.microsoft.com/office/drawing/2014/main" id="{4E7D2EB0-7BE7-BA29-DFD2-71A8B144BC33}"/>
              </a:ext>
            </a:extLst>
          </p:cNvPr>
          <p:cNvSpPr>
            <a:spLocks noGrp="1"/>
          </p:cNvSpPr>
          <p:nvPr>
            <p:ph type="pic" sz="quarter" idx="22"/>
          </p:nvPr>
        </p:nvSpPr>
        <p:spPr>
          <a:xfrm>
            <a:off x="288000" y="251999"/>
            <a:ext cx="3204000" cy="2334027"/>
          </a:xfrm>
          <a:solidFill>
            <a:srgbClr val="DDDDDD"/>
          </a:solidFill>
        </p:spPr>
        <p:txBody>
          <a:bodyPr/>
          <a:lstStyle/>
          <a:p>
            <a:r>
              <a:rPr lang="da-DK"/>
              <a:t>Klik på ikonet for at tilføje et billede</a:t>
            </a:r>
            <a:endParaRPr lang="en-US"/>
          </a:p>
        </p:txBody>
      </p:sp>
    </p:spTree>
    <p:extLst>
      <p:ext uri="{BB962C8B-B14F-4D97-AF65-F5344CB8AC3E}">
        <p14:creationId xmlns:p14="http://schemas.microsoft.com/office/powerpoint/2010/main" val="1372475225"/>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 5th element">
    <p:bg>
      <p:bgPr>
        <a:solidFill>
          <a:schemeClr val="accent6"/>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E8F2A39-E350-22C2-7EB1-04F9CA14BA4E}"/>
              </a:ext>
            </a:extLst>
          </p:cNvPr>
          <p:cNvSpPr>
            <a:spLocks noGrp="1"/>
          </p:cNvSpPr>
          <p:nvPr>
            <p:ph type="pic" sz="quarter" idx="14" hasCustomPrompt="1"/>
          </p:nvPr>
        </p:nvSpPr>
        <p:spPr>
          <a:xfrm>
            <a:off x="-1" y="0"/>
            <a:ext cx="12188825" cy="6858000"/>
          </a:xfrm>
          <a:prstGeom prst="rect">
            <a:avLst/>
          </a:prstGeom>
          <a:solidFill>
            <a:srgbClr val="636363"/>
          </a:solidFill>
        </p:spPr>
        <p:txBody>
          <a:bodyPr lIns="216000" tIns="216000" rIns="216000" bIns="216000" anchor="b" anchorCtr="0"/>
          <a:lstStyle>
            <a:lvl1pPr algn="ctr">
              <a:defRPr sz="1000" b="0">
                <a:solidFill>
                  <a:schemeClr val="accent4"/>
                </a:solidFill>
              </a:defRPr>
            </a:lvl1pPr>
          </a:lstStyle>
          <a:p>
            <a:r>
              <a:rPr lang="da-DK"/>
              <a:t>Indsæt billede</a:t>
            </a:r>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4"/>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4"/>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4"/>
                </a:solidFill>
              </a:defRPr>
            </a:lvl1pPr>
          </a:lstStyle>
          <a:p>
            <a:endParaRPr lang="da-DK"/>
          </a:p>
        </p:txBody>
      </p:sp>
      <p:sp>
        <p:nvSpPr>
          <p:cNvPr id="18" name="Pladsholder til tekst 17">
            <a:extLst>
              <a:ext uri="{FF2B5EF4-FFF2-40B4-BE49-F238E27FC236}">
                <a16:creationId xmlns:a16="http://schemas.microsoft.com/office/drawing/2014/main" id="{4D77EA3B-C7C5-992D-3D15-98F166F4EB45}"/>
              </a:ext>
            </a:extLst>
          </p:cNvPr>
          <p:cNvSpPr>
            <a:spLocks noGrp="1"/>
          </p:cNvSpPr>
          <p:nvPr>
            <p:ph type="body" sz="quarter" idx="17" hasCustomPrompt="1"/>
          </p:nvPr>
        </p:nvSpPr>
        <p:spPr>
          <a:xfrm>
            <a:off x="288000" y="252000"/>
            <a:ext cx="2567773" cy="552965"/>
          </a:xfrm>
        </p:spPr>
        <p:txBody>
          <a:bodyPr/>
          <a:lstStyle>
            <a:lvl1pPr>
              <a:defRPr sz="1400">
                <a:solidFill>
                  <a:schemeClr val="accent4"/>
                </a:solidFill>
              </a:defRPr>
            </a:lvl1pPr>
          </a:lstStyle>
          <a:p>
            <a:pPr lvl="0"/>
            <a:r>
              <a:rPr lang="da-DK"/>
              <a:t>Small headline</a:t>
            </a:r>
            <a:endParaRPr lang="en-US"/>
          </a:p>
        </p:txBody>
      </p:sp>
      <p:sp>
        <p:nvSpPr>
          <p:cNvPr id="23" name="Pladsholder til billede 21">
            <a:extLst>
              <a:ext uri="{FF2B5EF4-FFF2-40B4-BE49-F238E27FC236}">
                <a16:creationId xmlns:a16="http://schemas.microsoft.com/office/drawing/2014/main" id="{E1C8C303-9727-CD02-4151-D127B3E961BF}"/>
              </a:ext>
            </a:extLst>
          </p:cNvPr>
          <p:cNvSpPr>
            <a:spLocks noGrp="1"/>
          </p:cNvSpPr>
          <p:nvPr>
            <p:ph type="pic" sz="quarter" idx="18"/>
          </p:nvPr>
        </p:nvSpPr>
        <p:spPr>
          <a:xfrm>
            <a:off x="0" y="2833861"/>
            <a:ext cx="12189600" cy="2890800"/>
          </a:xfrm>
          <a:blipFill>
            <a:blip>
              <a:extLst>
                <a:ext uri="{96DAC541-7B7A-43D3-8B79-37D633B846F1}">
                  <asvg:svgBlip xmlns:asvg="http://schemas.microsoft.com/office/drawing/2016/SVG/main" r:embed="rId2"/>
                </a:ext>
              </a:extLst>
            </a:blip>
            <a:stretch>
              <a:fillRect/>
            </a:stretch>
          </a:blipFill>
        </p:spPr>
        <p:txBody>
          <a:bodyPr/>
          <a:lstStyle/>
          <a:p>
            <a:r>
              <a:rPr lang="da-DK"/>
              <a:t>Klik på ikonet for at tilføje et billede</a:t>
            </a:r>
            <a:endParaRPr lang="en-US"/>
          </a:p>
        </p:txBody>
      </p:sp>
      <p:sp>
        <p:nvSpPr>
          <p:cNvPr id="6" name="Pladsholder til billede 6">
            <a:extLst>
              <a:ext uri="{FF2B5EF4-FFF2-40B4-BE49-F238E27FC236}">
                <a16:creationId xmlns:a16="http://schemas.microsoft.com/office/drawing/2014/main" id="{BF694337-AF7E-3180-7BDE-9550F6C83F65}"/>
              </a:ext>
            </a:extLst>
          </p:cNvPr>
          <p:cNvSpPr>
            <a:spLocks noGrp="1"/>
          </p:cNvSpPr>
          <p:nvPr>
            <p:ph type="pic" sz="quarter" idx="15"/>
          </p:nvPr>
        </p:nvSpPr>
        <p:spPr>
          <a:xfrm>
            <a:off x="11450848" y="6491116"/>
            <a:ext cx="450752" cy="118483"/>
          </a:xfrm>
          <a:blipFill>
            <a:blip>
              <a:extLst>
                <a:ext uri="{96DAC541-7B7A-43D3-8B79-37D633B846F1}">
                  <asvg:svgBlip xmlns:asvg="http://schemas.microsoft.com/office/drawing/2016/SVG/main" r:embed="rId3"/>
                </a:ext>
              </a:extLst>
            </a:blip>
            <a:stretch>
              <a:fillRect/>
            </a:stretch>
          </a:blipFill>
        </p:spPr>
        <p:txBody>
          <a:bodyPr/>
          <a:lstStyle/>
          <a:p>
            <a:r>
              <a:rPr lang="da-DK"/>
              <a:t>Klik på ikonet for at tilføje et billede</a:t>
            </a:r>
            <a:endParaRPr lang="en-US"/>
          </a:p>
        </p:txBody>
      </p:sp>
      <p:sp>
        <p:nvSpPr>
          <p:cNvPr id="8" name="Pladsholder til billede 6">
            <a:extLst>
              <a:ext uri="{FF2B5EF4-FFF2-40B4-BE49-F238E27FC236}">
                <a16:creationId xmlns:a16="http://schemas.microsoft.com/office/drawing/2014/main" id="{9FF605E0-1232-0DF0-4172-75346DBFACF4}"/>
              </a:ext>
            </a:extLst>
          </p:cNvPr>
          <p:cNvSpPr>
            <a:spLocks noGrp="1"/>
          </p:cNvSpPr>
          <p:nvPr>
            <p:ph type="pic" sz="quarter" idx="19"/>
          </p:nvPr>
        </p:nvSpPr>
        <p:spPr>
          <a:xfrm>
            <a:off x="288000" y="6490424"/>
            <a:ext cx="339391" cy="119175"/>
          </a:xfrm>
          <a:blipFill>
            <a:blip>
              <a:extLst>
                <a:ext uri="{96DAC541-7B7A-43D3-8B79-37D633B846F1}">
                  <asvg:svgBlip xmlns:asvg="http://schemas.microsoft.com/office/drawing/2016/SVG/main" r:embed="rId4"/>
                </a:ext>
              </a:extLst>
            </a:blip>
            <a:stretch>
              <a:fillRect/>
            </a:stretch>
          </a:blipFill>
        </p:spPr>
        <p:txBody>
          <a:bodyPr/>
          <a:lstStyle/>
          <a:p>
            <a:r>
              <a:rPr lang="da-DK"/>
              <a:t>Klik på ikonet for at tilføje et billede</a:t>
            </a:r>
            <a:endParaRPr lang="en-US"/>
          </a:p>
        </p:txBody>
      </p:sp>
    </p:spTree>
    <p:extLst>
      <p:ext uri="{BB962C8B-B14F-4D97-AF65-F5344CB8AC3E}">
        <p14:creationId xmlns:p14="http://schemas.microsoft.com/office/powerpoint/2010/main" val="3059768615"/>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FOCUS x 2: Image + tex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88000"/>
            <a:ext cx="3581999" cy="6032476"/>
          </a:xfrm>
        </p:spPr>
        <p:txBody>
          <a:bodyPr/>
          <a:lstStyle>
            <a:lvl1pPr>
              <a:defRPr sz="4800"/>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13" name="Pladsholder til tekst 2">
            <a:extLst>
              <a:ext uri="{FF2B5EF4-FFF2-40B4-BE49-F238E27FC236}">
                <a16:creationId xmlns:a16="http://schemas.microsoft.com/office/drawing/2014/main" id="{C37F8CD0-5E47-E738-9D18-5932C4549384}"/>
              </a:ext>
            </a:extLst>
          </p:cNvPr>
          <p:cNvSpPr>
            <a:spLocks noGrp="1"/>
          </p:cNvSpPr>
          <p:nvPr>
            <p:ph idx="14" hasCustomPrompt="1"/>
          </p:nvPr>
        </p:nvSpPr>
        <p:spPr>
          <a:xfrm>
            <a:off x="4015986" y="5640078"/>
            <a:ext cx="3888000" cy="543367"/>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14" name="Pladsholder til tekst 11">
            <a:extLst>
              <a:ext uri="{FF2B5EF4-FFF2-40B4-BE49-F238E27FC236}">
                <a16:creationId xmlns:a16="http://schemas.microsoft.com/office/drawing/2014/main" id="{3FB91753-2DA3-54F0-8189-7622E4F2A92D}"/>
              </a:ext>
            </a:extLst>
          </p:cNvPr>
          <p:cNvSpPr>
            <a:spLocks noGrp="1"/>
          </p:cNvSpPr>
          <p:nvPr>
            <p:ph type="body" sz="quarter" idx="15" hasCustomPrompt="1"/>
          </p:nvPr>
        </p:nvSpPr>
        <p:spPr>
          <a:xfrm>
            <a:off x="4015986" y="5340103"/>
            <a:ext cx="3888000" cy="299975"/>
          </a:xfrm>
        </p:spPr>
        <p:txBody>
          <a:bodyPr/>
          <a:lstStyle>
            <a:lvl1pPr>
              <a:defRPr sz="1800"/>
            </a:lvl1pPr>
          </a:lstStyle>
          <a:p>
            <a:pPr lvl="0"/>
            <a:r>
              <a:rPr lang="da-DK"/>
              <a:t>Headline 1</a:t>
            </a:r>
            <a:endParaRPr lang="en-US"/>
          </a:p>
        </p:txBody>
      </p:sp>
      <p:sp>
        <p:nvSpPr>
          <p:cNvPr id="15" name="Pladsholder til tekst 2">
            <a:extLst>
              <a:ext uri="{FF2B5EF4-FFF2-40B4-BE49-F238E27FC236}">
                <a16:creationId xmlns:a16="http://schemas.microsoft.com/office/drawing/2014/main" id="{B5B55939-CFB1-D166-ADB8-43E520A99908}"/>
              </a:ext>
            </a:extLst>
          </p:cNvPr>
          <p:cNvSpPr>
            <a:spLocks noGrp="1"/>
          </p:cNvSpPr>
          <p:nvPr>
            <p:ph idx="16" hasCustomPrompt="1"/>
          </p:nvPr>
        </p:nvSpPr>
        <p:spPr>
          <a:xfrm>
            <a:off x="8048825" y="5640078"/>
            <a:ext cx="3852000" cy="543367"/>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16" name="Pladsholder til tekst 11">
            <a:extLst>
              <a:ext uri="{FF2B5EF4-FFF2-40B4-BE49-F238E27FC236}">
                <a16:creationId xmlns:a16="http://schemas.microsoft.com/office/drawing/2014/main" id="{132B3D41-0488-9FBE-C7E7-EB46A310FA1B}"/>
              </a:ext>
            </a:extLst>
          </p:cNvPr>
          <p:cNvSpPr>
            <a:spLocks noGrp="1"/>
          </p:cNvSpPr>
          <p:nvPr>
            <p:ph type="body" sz="quarter" idx="17" hasCustomPrompt="1"/>
          </p:nvPr>
        </p:nvSpPr>
        <p:spPr>
          <a:xfrm>
            <a:off x="8048726" y="5340103"/>
            <a:ext cx="3852000" cy="299975"/>
          </a:xfrm>
        </p:spPr>
        <p:txBody>
          <a:bodyPr/>
          <a:lstStyle>
            <a:lvl1pPr>
              <a:defRPr sz="1800"/>
            </a:lvl1pPr>
          </a:lstStyle>
          <a:p>
            <a:pPr lvl="0"/>
            <a:r>
              <a:rPr lang="da-DK"/>
              <a:t>Headline 2</a:t>
            </a:r>
            <a:endParaRPr lang="en-US"/>
          </a:p>
        </p:txBody>
      </p:sp>
      <p:sp>
        <p:nvSpPr>
          <p:cNvPr id="8" name="Pladsholder til billede 6">
            <a:extLst>
              <a:ext uri="{FF2B5EF4-FFF2-40B4-BE49-F238E27FC236}">
                <a16:creationId xmlns:a16="http://schemas.microsoft.com/office/drawing/2014/main" id="{87DA4EBB-0BD3-3AFB-F70A-88C4DBDDD506}"/>
              </a:ext>
            </a:extLst>
          </p:cNvPr>
          <p:cNvSpPr>
            <a:spLocks noGrp="1"/>
          </p:cNvSpPr>
          <p:nvPr>
            <p:ph type="pic" sz="quarter" idx="19"/>
          </p:nvPr>
        </p:nvSpPr>
        <p:spPr>
          <a:xfrm>
            <a:off x="4015986" y="251999"/>
            <a:ext cx="3887999" cy="4932000"/>
          </a:xfrm>
          <a:solidFill>
            <a:schemeClr val="bg1">
              <a:lumMod val="75000"/>
            </a:schemeClr>
          </a:solidFill>
        </p:spPr>
        <p:txBody>
          <a:bodyPr/>
          <a:lstStyle/>
          <a:p>
            <a:r>
              <a:rPr lang="da-DK"/>
              <a:t>Klik på ikonet for at tilføje et billede</a:t>
            </a:r>
            <a:endParaRPr lang="en-US"/>
          </a:p>
        </p:txBody>
      </p:sp>
      <p:sp>
        <p:nvSpPr>
          <p:cNvPr id="9" name="Pladsholder til billede 6">
            <a:extLst>
              <a:ext uri="{FF2B5EF4-FFF2-40B4-BE49-F238E27FC236}">
                <a16:creationId xmlns:a16="http://schemas.microsoft.com/office/drawing/2014/main" id="{92728F66-8A86-5695-3049-5EB14F08723D}"/>
              </a:ext>
            </a:extLst>
          </p:cNvPr>
          <p:cNvSpPr>
            <a:spLocks noGrp="1"/>
          </p:cNvSpPr>
          <p:nvPr>
            <p:ph type="pic" sz="quarter" idx="20"/>
          </p:nvPr>
        </p:nvSpPr>
        <p:spPr>
          <a:xfrm>
            <a:off x="8040298" y="252000"/>
            <a:ext cx="3860527" cy="4932775"/>
          </a:xfrm>
          <a:solidFill>
            <a:schemeClr val="bg1">
              <a:lumMod val="75000"/>
            </a:schemeClr>
          </a:solidFill>
        </p:spPr>
        <p:txBody>
          <a:bodyPr/>
          <a:lstStyle/>
          <a:p>
            <a:r>
              <a:rPr lang="da-DK"/>
              <a:t>Klik på ikonet for at tilføje et billede</a:t>
            </a:r>
            <a:endParaRPr lang="en-US"/>
          </a:p>
        </p:txBody>
      </p:sp>
    </p:spTree>
    <p:extLst>
      <p:ext uri="{BB962C8B-B14F-4D97-AF65-F5344CB8AC3E}">
        <p14:creationId xmlns:p14="http://schemas.microsoft.com/office/powerpoint/2010/main" val="3540819226"/>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OCUS x 3: Numbers">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662414" cy="1811099"/>
          </a:xfrm>
        </p:spPr>
        <p:txBody>
          <a:bodyPr/>
          <a:lstStyle>
            <a:lvl1pPr>
              <a:defRPr sz="4800"/>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a:xfrm>
            <a:off x="4543200" y="6508644"/>
            <a:ext cx="1498029" cy="129454"/>
          </a:xfrm>
        </p:spPr>
        <p:txBody>
          <a:bodyPr/>
          <a:lstStyle/>
          <a:p>
            <a:endParaRPr lang="da-DK"/>
          </a:p>
        </p:txBody>
      </p:sp>
      <p:sp>
        <p:nvSpPr>
          <p:cNvPr id="10" name="Pladsholder til tekst 2">
            <a:extLst>
              <a:ext uri="{FF2B5EF4-FFF2-40B4-BE49-F238E27FC236}">
                <a16:creationId xmlns:a16="http://schemas.microsoft.com/office/drawing/2014/main" id="{B2314E3A-FECC-833F-3089-2828E7C1602F}"/>
              </a:ext>
            </a:extLst>
          </p:cNvPr>
          <p:cNvSpPr>
            <a:spLocks noGrp="1"/>
          </p:cNvSpPr>
          <p:nvPr>
            <p:ph idx="1" hasCustomPrompt="1"/>
          </p:nvPr>
        </p:nvSpPr>
        <p:spPr>
          <a:xfrm>
            <a:off x="288000" y="4318000"/>
            <a:ext cx="3606701" cy="1651000"/>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12" name="Pladsholder til tekst 11">
            <a:extLst>
              <a:ext uri="{FF2B5EF4-FFF2-40B4-BE49-F238E27FC236}">
                <a16:creationId xmlns:a16="http://schemas.microsoft.com/office/drawing/2014/main" id="{156CA167-0C92-B7AA-3270-E2A1E6AC4EBD}"/>
              </a:ext>
            </a:extLst>
          </p:cNvPr>
          <p:cNvSpPr>
            <a:spLocks noGrp="1"/>
          </p:cNvSpPr>
          <p:nvPr>
            <p:ph type="body" sz="quarter" idx="13" hasCustomPrompt="1"/>
          </p:nvPr>
        </p:nvSpPr>
        <p:spPr>
          <a:xfrm>
            <a:off x="288000" y="3937000"/>
            <a:ext cx="3606701" cy="381000"/>
          </a:xfrm>
        </p:spPr>
        <p:txBody>
          <a:bodyPr/>
          <a:lstStyle>
            <a:lvl1pPr>
              <a:defRPr sz="1800"/>
            </a:lvl1pPr>
          </a:lstStyle>
          <a:p>
            <a:pPr lvl="0"/>
            <a:r>
              <a:rPr lang="da-DK"/>
              <a:t>Headline</a:t>
            </a:r>
            <a:endParaRPr lang="en-US"/>
          </a:p>
        </p:txBody>
      </p:sp>
      <p:sp>
        <p:nvSpPr>
          <p:cNvPr id="13" name="Pladsholder til tekst 2">
            <a:extLst>
              <a:ext uri="{FF2B5EF4-FFF2-40B4-BE49-F238E27FC236}">
                <a16:creationId xmlns:a16="http://schemas.microsoft.com/office/drawing/2014/main" id="{C37F8CD0-5E47-E738-9D18-5932C4549384}"/>
              </a:ext>
            </a:extLst>
          </p:cNvPr>
          <p:cNvSpPr>
            <a:spLocks noGrp="1"/>
          </p:cNvSpPr>
          <p:nvPr>
            <p:ph idx="14" hasCustomPrompt="1"/>
          </p:nvPr>
        </p:nvSpPr>
        <p:spPr>
          <a:xfrm>
            <a:off x="4292650" y="4318000"/>
            <a:ext cx="3606701" cy="1651000"/>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14" name="Pladsholder til tekst 11">
            <a:extLst>
              <a:ext uri="{FF2B5EF4-FFF2-40B4-BE49-F238E27FC236}">
                <a16:creationId xmlns:a16="http://schemas.microsoft.com/office/drawing/2014/main" id="{3FB91753-2DA3-54F0-8189-7622E4F2A92D}"/>
              </a:ext>
            </a:extLst>
          </p:cNvPr>
          <p:cNvSpPr>
            <a:spLocks noGrp="1"/>
          </p:cNvSpPr>
          <p:nvPr>
            <p:ph type="body" sz="quarter" idx="15" hasCustomPrompt="1"/>
          </p:nvPr>
        </p:nvSpPr>
        <p:spPr>
          <a:xfrm>
            <a:off x="4292600" y="3937000"/>
            <a:ext cx="3606701" cy="381000"/>
          </a:xfrm>
        </p:spPr>
        <p:txBody>
          <a:bodyPr/>
          <a:lstStyle>
            <a:lvl1pPr>
              <a:defRPr sz="1800"/>
            </a:lvl1pPr>
          </a:lstStyle>
          <a:p>
            <a:pPr lvl="0"/>
            <a:r>
              <a:rPr lang="da-DK"/>
              <a:t>Headline </a:t>
            </a:r>
            <a:endParaRPr lang="en-US"/>
          </a:p>
        </p:txBody>
      </p:sp>
      <p:sp>
        <p:nvSpPr>
          <p:cNvPr id="15" name="Pladsholder til tekst 2">
            <a:extLst>
              <a:ext uri="{FF2B5EF4-FFF2-40B4-BE49-F238E27FC236}">
                <a16:creationId xmlns:a16="http://schemas.microsoft.com/office/drawing/2014/main" id="{B5B55939-CFB1-D166-ADB8-43E520A99908}"/>
              </a:ext>
            </a:extLst>
          </p:cNvPr>
          <p:cNvSpPr>
            <a:spLocks noGrp="1"/>
          </p:cNvSpPr>
          <p:nvPr>
            <p:ph idx="16" hasCustomPrompt="1"/>
          </p:nvPr>
        </p:nvSpPr>
        <p:spPr>
          <a:xfrm>
            <a:off x="8298000" y="4318000"/>
            <a:ext cx="3606701" cy="1651000"/>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16" name="Pladsholder til tekst 11">
            <a:extLst>
              <a:ext uri="{FF2B5EF4-FFF2-40B4-BE49-F238E27FC236}">
                <a16:creationId xmlns:a16="http://schemas.microsoft.com/office/drawing/2014/main" id="{132B3D41-0488-9FBE-C7E7-EB46A310FA1B}"/>
              </a:ext>
            </a:extLst>
          </p:cNvPr>
          <p:cNvSpPr>
            <a:spLocks noGrp="1"/>
          </p:cNvSpPr>
          <p:nvPr>
            <p:ph type="body" sz="quarter" idx="17" hasCustomPrompt="1"/>
          </p:nvPr>
        </p:nvSpPr>
        <p:spPr>
          <a:xfrm>
            <a:off x="8298000" y="3937000"/>
            <a:ext cx="3606701" cy="381000"/>
          </a:xfrm>
        </p:spPr>
        <p:txBody>
          <a:bodyPr/>
          <a:lstStyle>
            <a:lvl1pPr>
              <a:defRPr sz="1800"/>
            </a:lvl1pPr>
          </a:lstStyle>
          <a:p>
            <a:pPr lvl="0"/>
            <a:r>
              <a:rPr lang="da-DK"/>
              <a:t>Headline </a:t>
            </a:r>
            <a:endParaRPr lang="en-US"/>
          </a:p>
        </p:txBody>
      </p:sp>
      <p:sp>
        <p:nvSpPr>
          <p:cNvPr id="17" name="Ellipse 16">
            <a:extLst>
              <a:ext uri="{FF2B5EF4-FFF2-40B4-BE49-F238E27FC236}">
                <a16:creationId xmlns:a16="http://schemas.microsoft.com/office/drawing/2014/main" id="{FC8D66FE-F0C5-5FA5-5346-FB148950007F}"/>
              </a:ext>
            </a:extLst>
          </p:cNvPr>
          <p:cNvSpPr/>
          <p:nvPr userDrawn="1"/>
        </p:nvSpPr>
        <p:spPr>
          <a:xfrm>
            <a:off x="288000" y="3447015"/>
            <a:ext cx="360000" cy="360000"/>
          </a:xfrm>
          <a:prstGeom prst="ellipse">
            <a:avLst/>
          </a:prstGeom>
          <a:noFill/>
          <a:ln w="1905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800" spc="-60" baseline="0" dirty="0" err="1">
                <a:solidFill>
                  <a:schemeClr val="tx2"/>
                </a:solidFill>
                <a:cs typeface="Arial"/>
              </a:rPr>
              <a:t>1</a:t>
            </a:r>
          </a:p>
        </p:txBody>
      </p:sp>
      <p:sp>
        <p:nvSpPr>
          <p:cNvPr id="18" name="Ellipse 17">
            <a:extLst>
              <a:ext uri="{FF2B5EF4-FFF2-40B4-BE49-F238E27FC236}">
                <a16:creationId xmlns:a16="http://schemas.microsoft.com/office/drawing/2014/main" id="{4D82CC6B-C20B-D03A-1E59-D16E1BD28F4A}"/>
              </a:ext>
            </a:extLst>
          </p:cNvPr>
          <p:cNvSpPr/>
          <p:nvPr userDrawn="1"/>
        </p:nvSpPr>
        <p:spPr>
          <a:xfrm>
            <a:off x="4291062" y="3447015"/>
            <a:ext cx="360000" cy="360000"/>
          </a:xfrm>
          <a:prstGeom prst="ellipse">
            <a:avLst/>
          </a:prstGeom>
          <a:noFill/>
          <a:ln w="1905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800" spc="-60" baseline="0" dirty="0" err="1">
                <a:solidFill>
                  <a:schemeClr val="tx2"/>
                </a:solidFill>
                <a:cs typeface="Arial"/>
              </a:rPr>
              <a:t>2</a:t>
            </a:r>
          </a:p>
        </p:txBody>
      </p:sp>
      <p:sp>
        <p:nvSpPr>
          <p:cNvPr id="19" name="Ellipse 18">
            <a:extLst>
              <a:ext uri="{FF2B5EF4-FFF2-40B4-BE49-F238E27FC236}">
                <a16:creationId xmlns:a16="http://schemas.microsoft.com/office/drawing/2014/main" id="{60E6C755-C664-E518-24E4-B404FA0842CA}"/>
              </a:ext>
            </a:extLst>
          </p:cNvPr>
          <p:cNvSpPr/>
          <p:nvPr userDrawn="1"/>
        </p:nvSpPr>
        <p:spPr>
          <a:xfrm>
            <a:off x="8298000" y="3447015"/>
            <a:ext cx="360000" cy="360000"/>
          </a:xfrm>
          <a:prstGeom prst="ellipse">
            <a:avLst/>
          </a:prstGeom>
          <a:noFill/>
          <a:ln w="1905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800" spc="-60" baseline="0" dirty="0" err="1">
                <a:solidFill>
                  <a:schemeClr val="tx2"/>
                </a:solidFill>
                <a:cs typeface="Arial"/>
              </a:rPr>
              <a:t>3</a:t>
            </a:r>
          </a:p>
        </p:txBody>
      </p:sp>
    </p:spTree>
    <p:extLst>
      <p:ext uri="{BB962C8B-B14F-4D97-AF65-F5344CB8AC3E}">
        <p14:creationId xmlns:p14="http://schemas.microsoft.com/office/powerpoint/2010/main" val="3848735859"/>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OCUS x 3: Image + tex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5662414" cy="1811099"/>
          </a:xfrm>
        </p:spPr>
        <p:txBody>
          <a:bodyPr/>
          <a:lstStyle>
            <a:lvl1pPr>
              <a:defRPr sz="4800"/>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10" name="Pladsholder til tekst 2">
            <a:extLst>
              <a:ext uri="{FF2B5EF4-FFF2-40B4-BE49-F238E27FC236}">
                <a16:creationId xmlns:a16="http://schemas.microsoft.com/office/drawing/2014/main" id="{B2314E3A-FECC-833F-3089-2828E7C1602F}"/>
              </a:ext>
            </a:extLst>
          </p:cNvPr>
          <p:cNvSpPr>
            <a:spLocks noGrp="1"/>
          </p:cNvSpPr>
          <p:nvPr>
            <p:ph idx="1" hasCustomPrompt="1"/>
          </p:nvPr>
        </p:nvSpPr>
        <p:spPr>
          <a:xfrm>
            <a:off x="288000" y="5640078"/>
            <a:ext cx="3712475" cy="543367"/>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12" name="Pladsholder til tekst 11">
            <a:extLst>
              <a:ext uri="{FF2B5EF4-FFF2-40B4-BE49-F238E27FC236}">
                <a16:creationId xmlns:a16="http://schemas.microsoft.com/office/drawing/2014/main" id="{156CA167-0C92-B7AA-3270-E2A1E6AC4EBD}"/>
              </a:ext>
            </a:extLst>
          </p:cNvPr>
          <p:cNvSpPr>
            <a:spLocks noGrp="1"/>
          </p:cNvSpPr>
          <p:nvPr>
            <p:ph type="body" sz="quarter" idx="13" hasCustomPrompt="1"/>
          </p:nvPr>
        </p:nvSpPr>
        <p:spPr>
          <a:xfrm>
            <a:off x="288000" y="5340103"/>
            <a:ext cx="3712475" cy="299975"/>
          </a:xfrm>
        </p:spPr>
        <p:txBody>
          <a:bodyPr/>
          <a:lstStyle>
            <a:lvl1pPr>
              <a:defRPr sz="1800"/>
            </a:lvl1pPr>
          </a:lstStyle>
          <a:p>
            <a:pPr lvl="0"/>
            <a:r>
              <a:rPr lang="da-DK"/>
              <a:t>Headline 1</a:t>
            </a:r>
            <a:endParaRPr lang="en-US"/>
          </a:p>
        </p:txBody>
      </p:sp>
      <p:sp>
        <p:nvSpPr>
          <p:cNvPr id="13" name="Pladsholder til tekst 2">
            <a:extLst>
              <a:ext uri="{FF2B5EF4-FFF2-40B4-BE49-F238E27FC236}">
                <a16:creationId xmlns:a16="http://schemas.microsoft.com/office/drawing/2014/main" id="{C37F8CD0-5E47-E738-9D18-5932C4549384}"/>
              </a:ext>
            </a:extLst>
          </p:cNvPr>
          <p:cNvSpPr>
            <a:spLocks noGrp="1"/>
          </p:cNvSpPr>
          <p:nvPr>
            <p:ph idx="14" hasCustomPrompt="1"/>
          </p:nvPr>
        </p:nvSpPr>
        <p:spPr>
          <a:xfrm>
            <a:off x="4238175" y="5640078"/>
            <a:ext cx="3712475" cy="543367"/>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14" name="Pladsholder til tekst 11">
            <a:extLst>
              <a:ext uri="{FF2B5EF4-FFF2-40B4-BE49-F238E27FC236}">
                <a16:creationId xmlns:a16="http://schemas.microsoft.com/office/drawing/2014/main" id="{3FB91753-2DA3-54F0-8189-7622E4F2A92D}"/>
              </a:ext>
            </a:extLst>
          </p:cNvPr>
          <p:cNvSpPr>
            <a:spLocks noGrp="1"/>
          </p:cNvSpPr>
          <p:nvPr>
            <p:ph type="body" sz="quarter" idx="15" hasCustomPrompt="1"/>
          </p:nvPr>
        </p:nvSpPr>
        <p:spPr>
          <a:xfrm>
            <a:off x="4238175" y="5340103"/>
            <a:ext cx="3712475" cy="299975"/>
          </a:xfrm>
        </p:spPr>
        <p:txBody>
          <a:bodyPr/>
          <a:lstStyle>
            <a:lvl1pPr>
              <a:defRPr sz="1800"/>
            </a:lvl1pPr>
          </a:lstStyle>
          <a:p>
            <a:pPr lvl="0"/>
            <a:r>
              <a:rPr lang="da-DK"/>
              <a:t>Headline 2</a:t>
            </a:r>
            <a:endParaRPr lang="en-US"/>
          </a:p>
        </p:txBody>
      </p:sp>
      <p:sp>
        <p:nvSpPr>
          <p:cNvPr id="15" name="Pladsholder til tekst 2">
            <a:extLst>
              <a:ext uri="{FF2B5EF4-FFF2-40B4-BE49-F238E27FC236}">
                <a16:creationId xmlns:a16="http://schemas.microsoft.com/office/drawing/2014/main" id="{B5B55939-CFB1-D166-ADB8-43E520A99908}"/>
              </a:ext>
            </a:extLst>
          </p:cNvPr>
          <p:cNvSpPr>
            <a:spLocks noGrp="1"/>
          </p:cNvSpPr>
          <p:nvPr>
            <p:ph idx="16" hasCustomPrompt="1"/>
          </p:nvPr>
        </p:nvSpPr>
        <p:spPr>
          <a:xfrm>
            <a:off x="8188351" y="5640078"/>
            <a:ext cx="3712475" cy="543367"/>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16" name="Pladsholder til tekst 11">
            <a:extLst>
              <a:ext uri="{FF2B5EF4-FFF2-40B4-BE49-F238E27FC236}">
                <a16:creationId xmlns:a16="http://schemas.microsoft.com/office/drawing/2014/main" id="{132B3D41-0488-9FBE-C7E7-EB46A310FA1B}"/>
              </a:ext>
            </a:extLst>
          </p:cNvPr>
          <p:cNvSpPr>
            <a:spLocks noGrp="1"/>
          </p:cNvSpPr>
          <p:nvPr>
            <p:ph type="body" sz="quarter" idx="17" hasCustomPrompt="1"/>
          </p:nvPr>
        </p:nvSpPr>
        <p:spPr>
          <a:xfrm>
            <a:off x="8188351" y="5340103"/>
            <a:ext cx="3712475" cy="299975"/>
          </a:xfrm>
        </p:spPr>
        <p:txBody>
          <a:bodyPr/>
          <a:lstStyle>
            <a:lvl1pPr>
              <a:defRPr sz="1800"/>
            </a:lvl1pPr>
          </a:lstStyle>
          <a:p>
            <a:pPr lvl="0"/>
            <a:r>
              <a:rPr lang="da-DK"/>
              <a:t>Headline 3</a:t>
            </a:r>
            <a:endParaRPr lang="en-US"/>
          </a:p>
        </p:txBody>
      </p:sp>
      <p:sp>
        <p:nvSpPr>
          <p:cNvPr id="7" name="Pladsholder til billede 6">
            <a:extLst>
              <a:ext uri="{FF2B5EF4-FFF2-40B4-BE49-F238E27FC236}">
                <a16:creationId xmlns:a16="http://schemas.microsoft.com/office/drawing/2014/main" id="{7F807AA5-D9A3-76EE-7FEE-899FC98B8EBC}"/>
              </a:ext>
            </a:extLst>
          </p:cNvPr>
          <p:cNvSpPr>
            <a:spLocks noGrp="1"/>
          </p:cNvSpPr>
          <p:nvPr>
            <p:ph type="pic" sz="quarter" idx="18"/>
          </p:nvPr>
        </p:nvSpPr>
        <p:spPr>
          <a:xfrm>
            <a:off x="288000" y="3284538"/>
            <a:ext cx="3712474" cy="1900237"/>
          </a:xfrm>
          <a:solidFill>
            <a:schemeClr val="bg1">
              <a:lumMod val="75000"/>
            </a:schemeClr>
          </a:solidFill>
        </p:spPr>
        <p:txBody>
          <a:bodyPr/>
          <a:lstStyle/>
          <a:p>
            <a:r>
              <a:rPr lang="da-DK"/>
              <a:t>Klik på ikonet for at tilføje et billede</a:t>
            </a:r>
            <a:endParaRPr lang="en-US"/>
          </a:p>
        </p:txBody>
      </p:sp>
      <p:sp>
        <p:nvSpPr>
          <p:cNvPr id="8" name="Pladsholder til billede 6">
            <a:extLst>
              <a:ext uri="{FF2B5EF4-FFF2-40B4-BE49-F238E27FC236}">
                <a16:creationId xmlns:a16="http://schemas.microsoft.com/office/drawing/2014/main" id="{87DA4EBB-0BD3-3AFB-F70A-88C4DBDDD506}"/>
              </a:ext>
            </a:extLst>
          </p:cNvPr>
          <p:cNvSpPr>
            <a:spLocks noGrp="1"/>
          </p:cNvSpPr>
          <p:nvPr>
            <p:ph type="pic" sz="quarter" idx="19"/>
          </p:nvPr>
        </p:nvSpPr>
        <p:spPr>
          <a:xfrm>
            <a:off x="4238175" y="3284538"/>
            <a:ext cx="3712474" cy="1900237"/>
          </a:xfrm>
          <a:solidFill>
            <a:schemeClr val="bg1">
              <a:lumMod val="75000"/>
            </a:schemeClr>
          </a:solidFill>
        </p:spPr>
        <p:txBody>
          <a:bodyPr/>
          <a:lstStyle/>
          <a:p>
            <a:r>
              <a:rPr lang="da-DK"/>
              <a:t>Klik på ikonet for at tilføje et billede</a:t>
            </a:r>
            <a:endParaRPr lang="en-US"/>
          </a:p>
        </p:txBody>
      </p:sp>
      <p:sp>
        <p:nvSpPr>
          <p:cNvPr id="9" name="Pladsholder til billede 6">
            <a:extLst>
              <a:ext uri="{FF2B5EF4-FFF2-40B4-BE49-F238E27FC236}">
                <a16:creationId xmlns:a16="http://schemas.microsoft.com/office/drawing/2014/main" id="{92728F66-8A86-5695-3049-5EB14F08723D}"/>
              </a:ext>
            </a:extLst>
          </p:cNvPr>
          <p:cNvSpPr>
            <a:spLocks noGrp="1"/>
          </p:cNvSpPr>
          <p:nvPr>
            <p:ph type="pic" sz="quarter" idx="20"/>
          </p:nvPr>
        </p:nvSpPr>
        <p:spPr>
          <a:xfrm>
            <a:off x="8188351" y="3284538"/>
            <a:ext cx="3712475" cy="1900237"/>
          </a:xfrm>
          <a:solidFill>
            <a:schemeClr val="bg1">
              <a:lumMod val="75000"/>
            </a:schemeClr>
          </a:solidFill>
        </p:spPr>
        <p:txBody>
          <a:bodyPr/>
          <a:lstStyle/>
          <a:p>
            <a:r>
              <a:rPr lang="da-DK"/>
              <a:t>Klik på ikonet for at tilføje et billede</a:t>
            </a:r>
            <a:endParaRPr lang="en-US"/>
          </a:p>
        </p:txBody>
      </p:sp>
    </p:spTree>
    <p:extLst>
      <p:ext uri="{BB962C8B-B14F-4D97-AF65-F5344CB8AC3E}">
        <p14:creationId xmlns:p14="http://schemas.microsoft.com/office/powerpoint/2010/main" val="891912389"/>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FOCUS x 3: With intro text">
    <p:bg>
      <p:bgPr>
        <a:solidFill>
          <a:schemeClr val="bg1"/>
        </a:solidFill>
        <a:effectLst/>
      </p:bgPr>
    </p:bg>
    <p:spTree>
      <p:nvGrpSpPr>
        <p:cNvPr id="1" name=""/>
        <p:cNvGrpSpPr/>
        <p:nvPr/>
      </p:nvGrpSpPr>
      <p:grpSpPr>
        <a:xfrm>
          <a:off x="0" y="0"/>
          <a:ext cx="0" cy="0"/>
          <a:chOff x="0" y="0"/>
          <a:chExt cx="0" cy="0"/>
        </a:xfrm>
      </p:grpSpPr>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10" name="Pladsholder til tekst 19">
            <a:extLst>
              <a:ext uri="{FF2B5EF4-FFF2-40B4-BE49-F238E27FC236}">
                <a16:creationId xmlns:a16="http://schemas.microsoft.com/office/drawing/2014/main" id="{4F9A999D-C9B4-9473-0B6C-B51CE97ACF5A}"/>
              </a:ext>
            </a:extLst>
          </p:cNvPr>
          <p:cNvSpPr>
            <a:spLocks noGrp="1"/>
          </p:cNvSpPr>
          <p:nvPr>
            <p:ph type="body" sz="quarter" idx="23" hasCustomPrompt="1"/>
          </p:nvPr>
        </p:nvSpPr>
        <p:spPr>
          <a:xfrm>
            <a:off x="288000" y="252000"/>
            <a:ext cx="2592000" cy="468000"/>
          </a:xfrm>
        </p:spPr>
        <p:txBody>
          <a:bodyPr/>
          <a:lstStyle>
            <a:lvl1pPr>
              <a:lnSpc>
                <a:spcPct val="100000"/>
              </a:lnSpc>
              <a:spcAft>
                <a:spcPts val="0"/>
              </a:spcAft>
              <a:defRPr sz="1400"/>
            </a:lvl1pPr>
          </a:lstStyle>
          <a:p>
            <a:pPr lvl="0"/>
            <a:r>
              <a:rPr lang="da-DK"/>
              <a:t>Title</a:t>
            </a:r>
            <a:br>
              <a:rPr lang="da-DK"/>
            </a:br>
            <a:r>
              <a:rPr lang="da-DK"/>
              <a:t>Subtitle</a:t>
            </a:r>
            <a:endParaRPr lang="en-US"/>
          </a:p>
        </p:txBody>
      </p:sp>
      <p:sp>
        <p:nvSpPr>
          <p:cNvPr id="26" name="Pladsholder til tekst 19">
            <a:extLst>
              <a:ext uri="{FF2B5EF4-FFF2-40B4-BE49-F238E27FC236}">
                <a16:creationId xmlns:a16="http://schemas.microsoft.com/office/drawing/2014/main" id="{65F999F6-7D6F-FFC9-9D32-25DD74F732D9}"/>
              </a:ext>
            </a:extLst>
          </p:cNvPr>
          <p:cNvSpPr>
            <a:spLocks noGrp="1"/>
          </p:cNvSpPr>
          <p:nvPr>
            <p:ph type="body" sz="quarter" idx="38" hasCustomPrompt="1"/>
          </p:nvPr>
        </p:nvSpPr>
        <p:spPr>
          <a:xfrm>
            <a:off x="288000" y="3284538"/>
            <a:ext cx="2592000" cy="3081538"/>
          </a:xfrm>
        </p:spPr>
        <p:txBody>
          <a:bodyPr/>
          <a:lstStyle>
            <a:lvl1pPr>
              <a:lnSpc>
                <a:spcPct val="100000"/>
              </a:lnSpc>
              <a:spcAft>
                <a:spcPts val="400"/>
              </a:spcAft>
              <a:defRPr sz="1200"/>
            </a:lvl1pPr>
          </a:lstStyle>
          <a:p>
            <a:pPr lvl="0"/>
            <a:r>
              <a:rPr lang="da-DK"/>
              <a:t>Text</a:t>
            </a:r>
            <a:endParaRPr lang="en-US"/>
          </a:p>
        </p:txBody>
      </p:sp>
      <p:sp>
        <p:nvSpPr>
          <p:cNvPr id="8" name="Pladsholder til tekst 19">
            <a:extLst>
              <a:ext uri="{FF2B5EF4-FFF2-40B4-BE49-F238E27FC236}">
                <a16:creationId xmlns:a16="http://schemas.microsoft.com/office/drawing/2014/main" id="{4F4ADB87-6453-3879-976F-FE669ABBFB20}"/>
              </a:ext>
            </a:extLst>
          </p:cNvPr>
          <p:cNvSpPr>
            <a:spLocks noGrp="1"/>
          </p:cNvSpPr>
          <p:nvPr>
            <p:ph type="body" sz="quarter" idx="43" hasCustomPrompt="1"/>
          </p:nvPr>
        </p:nvSpPr>
        <p:spPr>
          <a:xfrm>
            <a:off x="288000" y="792000"/>
            <a:ext cx="2592000" cy="1370216"/>
          </a:xfrm>
        </p:spPr>
        <p:txBody>
          <a:bodyPr/>
          <a:lstStyle>
            <a:lvl1pPr>
              <a:lnSpc>
                <a:spcPct val="100000"/>
              </a:lnSpc>
              <a:spcAft>
                <a:spcPts val="400"/>
              </a:spcAft>
              <a:defRPr sz="1200"/>
            </a:lvl1pPr>
          </a:lstStyle>
          <a:p>
            <a:pPr lvl="0"/>
            <a:r>
              <a:rPr lang="da-DK"/>
              <a:t>Text</a:t>
            </a:r>
            <a:endParaRPr lang="en-US"/>
          </a:p>
        </p:txBody>
      </p:sp>
      <p:sp>
        <p:nvSpPr>
          <p:cNvPr id="2" name="Pladsholder til billede 12">
            <a:extLst>
              <a:ext uri="{FF2B5EF4-FFF2-40B4-BE49-F238E27FC236}">
                <a16:creationId xmlns:a16="http://schemas.microsoft.com/office/drawing/2014/main" id="{32194F45-F4A0-4326-043F-D1EE1CBF7E22}"/>
              </a:ext>
            </a:extLst>
          </p:cNvPr>
          <p:cNvSpPr>
            <a:spLocks noGrp="1"/>
          </p:cNvSpPr>
          <p:nvPr>
            <p:ph type="pic" sz="quarter" idx="17"/>
          </p:nvPr>
        </p:nvSpPr>
        <p:spPr>
          <a:xfrm>
            <a:off x="3003975" y="252000"/>
            <a:ext cx="2890800" cy="5087822"/>
          </a:xfrm>
          <a:solidFill>
            <a:srgbClr val="DDDDDD"/>
          </a:solidFill>
        </p:spPr>
        <p:txBody>
          <a:bodyPr/>
          <a:lstStyle/>
          <a:p>
            <a:r>
              <a:rPr lang="da-DK"/>
              <a:t>Klik på ikonet for at tilføje et billede</a:t>
            </a:r>
            <a:endParaRPr lang="en-US"/>
          </a:p>
        </p:txBody>
      </p:sp>
      <p:sp>
        <p:nvSpPr>
          <p:cNvPr id="6" name="Pladsholder til billede 12">
            <a:extLst>
              <a:ext uri="{FF2B5EF4-FFF2-40B4-BE49-F238E27FC236}">
                <a16:creationId xmlns:a16="http://schemas.microsoft.com/office/drawing/2014/main" id="{471D0805-8333-4AA0-D1D3-E92DE2AB8ABB}"/>
              </a:ext>
            </a:extLst>
          </p:cNvPr>
          <p:cNvSpPr>
            <a:spLocks noGrp="1"/>
          </p:cNvSpPr>
          <p:nvPr>
            <p:ph type="pic" sz="quarter" idx="18"/>
          </p:nvPr>
        </p:nvSpPr>
        <p:spPr>
          <a:xfrm>
            <a:off x="6025000" y="252000"/>
            <a:ext cx="2890800" cy="5087822"/>
          </a:xfrm>
          <a:solidFill>
            <a:srgbClr val="DDDDDD"/>
          </a:solidFill>
        </p:spPr>
        <p:txBody>
          <a:bodyPr/>
          <a:lstStyle/>
          <a:p>
            <a:r>
              <a:rPr lang="da-DK"/>
              <a:t>Klik på ikonet for at tilføje et billede</a:t>
            </a:r>
            <a:endParaRPr lang="en-US"/>
          </a:p>
        </p:txBody>
      </p:sp>
      <p:sp>
        <p:nvSpPr>
          <p:cNvPr id="7" name="Pladsholder til billede 12">
            <a:extLst>
              <a:ext uri="{FF2B5EF4-FFF2-40B4-BE49-F238E27FC236}">
                <a16:creationId xmlns:a16="http://schemas.microsoft.com/office/drawing/2014/main" id="{5323E42B-C7EA-CB77-25C8-E8862E1B0820}"/>
              </a:ext>
            </a:extLst>
          </p:cNvPr>
          <p:cNvSpPr>
            <a:spLocks noGrp="1"/>
          </p:cNvSpPr>
          <p:nvPr>
            <p:ph type="pic" sz="quarter" idx="19"/>
          </p:nvPr>
        </p:nvSpPr>
        <p:spPr>
          <a:xfrm>
            <a:off x="9046025" y="252000"/>
            <a:ext cx="2854800" cy="5087822"/>
          </a:xfrm>
          <a:solidFill>
            <a:srgbClr val="DDDDDD"/>
          </a:solidFill>
        </p:spPr>
        <p:txBody>
          <a:bodyPr/>
          <a:lstStyle/>
          <a:p>
            <a:r>
              <a:rPr lang="da-DK"/>
              <a:t>Klik på ikonet for at tilføje et billede</a:t>
            </a:r>
            <a:endParaRPr lang="en-US"/>
          </a:p>
        </p:txBody>
      </p:sp>
      <p:sp>
        <p:nvSpPr>
          <p:cNvPr id="11" name="Pladsholder til tekst 19">
            <a:extLst>
              <a:ext uri="{FF2B5EF4-FFF2-40B4-BE49-F238E27FC236}">
                <a16:creationId xmlns:a16="http://schemas.microsoft.com/office/drawing/2014/main" id="{5003258C-3D4D-5597-C005-F33DCC35EE6E}"/>
              </a:ext>
            </a:extLst>
          </p:cNvPr>
          <p:cNvSpPr>
            <a:spLocks noGrp="1"/>
          </p:cNvSpPr>
          <p:nvPr>
            <p:ph type="body" sz="quarter" idx="24" hasCustomPrompt="1"/>
          </p:nvPr>
        </p:nvSpPr>
        <p:spPr>
          <a:xfrm>
            <a:off x="3004675" y="5419457"/>
            <a:ext cx="2890800" cy="946619"/>
          </a:xfrm>
        </p:spPr>
        <p:txBody>
          <a:bodyPr/>
          <a:lstStyle>
            <a:lvl1pPr>
              <a:lnSpc>
                <a:spcPct val="100000"/>
              </a:lnSpc>
              <a:defRPr sz="1200"/>
            </a:lvl1pPr>
          </a:lstStyle>
          <a:p>
            <a:pPr lvl="0"/>
            <a:r>
              <a:rPr lang="da-DK"/>
              <a:t>Title</a:t>
            </a:r>
            <a:endParaRPr lang="en-US"/>
          </a:p>
        </p:txBody>
      </p:sp>
      <p:sp>
        <p:nvSpPr>
          <p:cNvPr id="14" name="Pladsholder til tekst 19">
            <a:extLst>
              <a:ext uri="{FF2B5EF4-FFF2-40B4-BE49-F238E27FC236}">
                <a16:creationId xmlns:a16="http://schemas.microsoft.com/office/drawing/2014/main" id="{B0B2D461-2B0A-F29D-332E-08C092A3ABB1}"/>
              </a:ext>
            </a:extLst>
          </p:cNvPr>
          <p:cNvSpPr>
            <a:spLocks noGrp="1"/>
          </p:cNvSpPr>
          <p:nvPr>
            <p:ph type="body" sz="quarter" idx="25" hasCustomPrompt="1"/>
          </p:nvPr>
        </p:nvSpPr>
        <p:spPr>
          <a:xfrm>
            <a:off x="6025075" y="5419457"/>
            <a:ext cx="2890800" cy="946619"/>
          </a:xfrm>
        </p:spPr>
        <p:txBody>
          <a:bodyPr/>
          <a:lstStyle>
            <a:lvl1pPr>
              <a:lnSpc>
                <a:spcPct val="100000"/>
              </a:lnSpc>
              <a:defRPr sz="1200"/>
            </a:lvl1pPr>
          </a:lstStyle>
          <a:p>
            <a:pPr lvl="0"/>
            <a:r>
              <a:rPr lang="da-DK"/>
              <a:t>Title</a:t>
            </a:r>
            <a:endParaRPr lang="en-US"/>
          </a:p>
        </p:txBody>
      </p:sp>
      <p:sp>
        <p:nvSpPr>
          <p:cNvPr id="19" name="Pladsholder til tekst 19">
            <a:extLst>
              <a:ext uri="{FF2B5EF4-FFF2-40B4-BE49-F238E27FC236}">
                <a16:creationId xmlns:a16="http://schemas.microsoft.com/office/drawing/2014/main" id="{E9D4408E-49A2-63A3-EB35-118B2AFEAECC}"/>
              </a:ext>
            </a:extLst>
          </p:cNvPr>
          <p:cNvSpPr>
            <a:spLocks noGrp="1"/>
          </p:cNvSpPr>
          <p:nvPr>
            <p:ph type="body" sz="quarter" idx="26" hasCustomPrompt="1"/>
          </p:nvPr>
        </p:nvSpPr>
        <p:spPr>
          <a:xfrm>
            <a:off x="9045475" y="5419457"/>
            <a:ext cx="2854800" cy="946619"/>
          </a:xfrm>
        </p:spPr>
        <p:txBody>
          <a:bodyPr/>
          <a:lstStyle>
            <a:lvl1pPr>
              <a:lnSpc>
                <a:spcPct val="100000"/>
              </a:lnSpc>
              <a:defRPr sz="1200"/>
            </a:lvl1pPr>
          </a:lstStyle>
          <a:p>
            <a:pPr lvl="0"/>
            <a:r>
              <a:rPr lang="da-DK"/>
              <a:t>Title</a:t>
            </a:r>
            <a:endParaRPr lang="en-US"/>
          </a:p>
        </p:txBody>
      </p:sp>
    </p:spTree>
    <p:extLst>
      <p:ext uri="{BB962C8B-B14F-4D97-AF65-F5344CB8AC3E}">
        <p14:creationId xmlns:p14="http://schemas.microsoft.com/office/powerpoint/2010/main" val="251613146"/>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FOCUS x 3: Harbour Mist">
    <p:bg>
      <p:bgPr>
        <a:solidFill>
          <a:schemeClr val="accent6"/>
        </a:solidFill>
        <a:effectLst/>
      </p:bgPr>
    </p:bg>
    <p:spTree>
      <p:nvGrpSpPr>
        <p:cNvPr id="1" name=""/>
        <p:cNvGrpSpPr/>
        <p:nvPr/>
      </p:nvGrpSpPr>
      <p:grpSpPr>
        <a:xfrm>
          <a:off x="0" y="0"/>
          <a:ext cx="0" cy="0"/>
          <a:chOff x="0" y="0"/>
          <a:chExt cx="0" cy="0"/>
        </a:xfrm>
      </p:grpSpPr>
      <p:grpSp>
        <p:nvGrpSpPr>
          <p:cNvPr id="24" name="Gruppe 23">
            <a:extLst>
              <a:ext uri="{FF2B5EF4-FFF2-40B4-BE49-F238E27FC236}">
                <a16:creationId xmlns:a16="http://schemas.microsoft.com/office/drawing/2014/main" id="{32E39A34-F551-DD74-3B4A-8CB05B34B06B}"/>
              </a:ext>
            </a:extLst>
          </p:cNvPr>
          <p:cNvGrpSpPr/>
          <p:nvPr userDrawn="1"/>
        </p:nvGrpSpPr>
        <p:grpSpPr>
          <a:xfrm>
            <a:off x="4675541" y="544372"/>
            <a:ext cx="1930363" cy="5405016"/>
            <a:chOff x="1084210" y="428625"/>
            <a:chExt cx="2088000" cy="5846400"/>
          </a:xfrm>
        </p:grpSpPr>
        <p:sp>
          <p:nvSpPr>
            <p:cNvPr id="17" name="Ellipse 16">
              <a:extLst>
                <a:ext uri="{FF2B5EF4-FFF2-40B4-BE49-F238E27FC236}">
                  <a16:creationId xmlns:a16="http://schemas.microsoft.com/office/drawing/2014/main" id="{FC8D66FE-F0C5-5FA5-5346-FB148950007F}"/>
                </a:ext>
              </a:extLst>
            </p:cNvPr>
            <p:cNvSpPr/>
            <p:nvPr userDrawn="1"/>
          </p:nvSpPr>
          <p:spPr>
            <a:xfrm>
              <a:off x="1084210" y="4286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1500" spc="-60" baseline="0" dirty="0" err="1">
                  <a:solidFill>
                    <a:schemeClr val="accent6"/>
                  </a:solidFill>
                  <a:cs typeface="Arial"/>
                </a:rPr>
                <a:t>1</a:t>
              </a:r>
            </a:p>
          </p:txBody>
        </p:sp>
        <p:sp>
          <p:nvSpPr>
            <p:cNvPr id="8" name="Ellipse 7">
              <a:extLst>
                <a:ext uri="{FF2B5EF4-FFF2-40B4-BE49-F238E27FC236}">
                  <a16:creationId xmlns:a16="http://schemas.microsoft.com/office/drawing/2014/main" id="{DBD370CD-0A91-ABF9-B050-B6AA3EDEBBCA}"/>
                </a:ext>
              </a:extLst>
            </p:cNvPr>
            <p:cNvSpPr/>
            <p:nvPr userDrawn="1"/>
          </p:nvSpPr>
          <p:spPr>
            <a:xfrm>
              <a:off x="1084210" y="23078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9" name="Ellipse 8">
              <a:extLst>
                <a:ext uri="{FF2B5EF4-FFF2-40B4-BE49-F238E27FC236}">
                  <a16:creationId xmlns:a16="http://schemas.microsoft.com/office/drawing/2014/main" id="{36F1F4D1-B20E-1BC0-7CB8-E14C7C651CA8}"/>
                </a:ext>
              </a:extLst>
            </p:cNvPr>
            <p:cNvSpPr/>
            <p:nvPr userDrawn="1"/>
          </p:nvSpPr>
          <p:spPr>
            <a:xfrm>
              <a:off x="1084210" y="41870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23" name="Rektangel 22">
              <a:extLst>
                <a:ext uri="{FF2B5EF4-FFF2-40B4-BE49-F238E27FC236}">
                  <a16:creationId xmlns:a16="http://schemas.microsoft.com/office/drawing/2014/main" id="{8B991A93-E3AA-7FF7-F6EE-3114857C9DE2}"/>
                </a:ext>
              </a:extLst>
            </p:cNvPr>
            <p:cNvSpPr/>
            <p:nvPr userDrawn="1"/>
          </p:nvSpPr>
          <p:spPr>
            <a:xfrm>
              <a:off x="1084210" y="3347429"/>
              <a:ext cx="2088000" cy="1884328"/>
            </a:xfrm>
            <a:prstGeom prst="rect">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grpSp>
      <p:grpSp>
        <p:nvGrpSpPr>
          <p:cNvPr id="35" name="Gruppe 34">
            <a:extLst>
              <a:ext uri="{FF2B5EF4-FFF2-40B4-BE49-F238E27FC236}">
                <a16:creationId xmlns:a16="http://schemas.microsoft.com/office/drawing/2014/main" id="{F7BEF383-129B-B9F3-14F3-D3089FA6023B}"/>
              </a:ext>
            </a:extLst>
          </p:cNvPr>
          <p:cNvGrpSpPr/>
          <p:nvPr userDrawn="1"/>
        </p:nvGrpSpPr>
        <p:grpSpPr>
          <a:xfrm>
            <a:off x="7112908" y="544372"/>
            <a:ext cx="1930363" cy="5405016"/>
            <a:chOff x="1084210" y="428625"/>
            <a:chExt cx="2088000" cy="5846400"/>
          </a:xfrm>
        </p:grpSpPr>
        <p:sp>
          <p:nvSpPr>
            <p:cNvPr id="39" name="Rektangel 38">
              <a:extLst>
                <a:ext uri="{FF2B5EF4-FFF2-40B4-BE49-F238E27FC236}">
                  <a16:creationId xmlns:a16="http://schemas.microsoft.com/office/drawing/2014/main" id="{297A0184-9F17-800C-D92F-AC420341C6C8}"/>
                </a:ext>
              </a:extLst>
            </p:cNvPr>
            <p:cNvSpPr/>
            <p:nvPr userDrawn="1"/>
          </p:nvSpPr>
          <p:spPr>
            <a:xfrm>
              <a:off x="1084210" y="1477952"/>
              <a:ext cx="2088000" cy="3753806"/>
            </a:xfrm>
            <a:prstGeom prst="rect">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36" name="Ellipse 35">
              <a:extLst>
                <a:ext uri="{FF2B5EF4-FFF2-40B4-BE49-F238E27FC236}">
                  <a16:creationId xmlns:a16="http://schemas.microsoft.com/office/drawing/2014/main" id="{BAE5D415-1E5B-3493-E36B-C530203BC812}"/>
                </a:ext>
              </a:extLst>
            </p:cNvPr>
            <p:cNvSpPr/>
            <p:nvPr userDrawn="1"/>
          </p:nvSpPr>
          <p:spPr>
            <a:xfrm>
              <a:off x="1084210" y="4286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1500" spc="-60" baseline="0" dirty="0" err="1">
                  <a:solidFill>
                    <a:schemeClr val="accent6"/>
                  </a:solidFill>
                  <a:cs typeface="Arial"/>
                </a:rPr>
                <a:t>2</a:t>
              </a:r>
            </a:p>
          </p:txBody>
        </p:sp>
        <p:sp>
          <p:nvSpPr>
            <p:cNvPr id="37" name="Ellipse 36">
              <a:extLst>
                <a:ext uri="{FF2B5EF4-FFF2-40B4-BE49-F238E27FC236}">
                  <a16:creationId xmlns:a16="http://schemas.microsoft.com/office/drawing/2014/main" id="{CD1937FF-7909-C157-939D-132243122017}"/>
                </a:ext>
              </a:extLst>
            </p:cNvPr>
            <p:cNvSpPr/>
            <p:nvPr userDrawn="1"/>
          </p:nvSpPr>
          <p:spPr>
            <a:xfrm>
              <a:off x="1084210" y="23078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38" name="Ellipse 37">
              <a:extLst>
                <a:ext uri="{FF2B5EF4-FFF2-40B4-BE49-F238E27FC236}">
                  <a16:creationId xmlns:a16="http://schemas.microsoft.com/office/drawing/2014/main" id="{E74EC7F2-E684-0E1E-96E7-969DAA2056A0}"/>
                </a:ext>
              </a:extLst>
            </p:cNvPr>
            <p:cNvSpPr/>
            <p:nvPr userDrawn="1"/>
          </p:nvSpPr>
          <p:spPr>
            <a:xfrm>
              <a:off x="1084210" y="41870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grpSp>
      <p:grpSp>
        <p:nvGrpSpPr>
          <p:cNvPr id="42" name="Gruppe 41">
            <a:extLst>
              <a:ext uri="{FF2B5EF4-FFF2-40B4-BE49-F238E27FC236}">
                <a16:creationId xmlns:a16="http://schemas.microsoft.com/office/drawing/2014/main" id="{C605EF4A-C179-8FFA-2989-BF574EB5A6A1}"/>
              </a:ext>
            </a:extLst>
          </p:cNvPr>
          <p:cNvGrpSpPr/>
          <p:nvPr userDrawn="1"/>
        </p:nvGrpSpPr>
        <p:grpSpPr>
          <a:xfrm>
            <a:off x="9550275" y="544372"/>
            <a:ext cx="1930363" cy="5405016"/>
            <a:chOff x="1084210" y="428625"/>
            <a:chExt cx="2088000" cy="5846400"/>
          </a:xfrm>
        </p:grpSpPr>
        <p:sp>
          <p:nvSpPr>
            <p:cNvPr id="46" name="Rektangel 45">
              <a:extLst>
                <a:ext uri="{FF2B5EF4-FFF2-40B4-BE49-F238E27FC236}">
                  <a16:creationId xmlns:a16="http://schemas.microsoft.com/office/drawing/2014/main" id="{1EAA7F3C-15C2-F259-B4CC-72067DDAC243}"/>
                </a:ext>
              </a:extLst>
            </p:cNvPr>
            <p:cNvSpPr/>
            <p:nvPr userDrawn="1"/>
          </p:nvSpPr>
          <p:spPr>
            <a:xfrm>
              <a:off x="1084210" y="1472625"/>
              <a:ext cx="2088000" cy="1884328"/>
            </a:xfrm>
            <a:prstGeom prst="rect">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43" name="Ellipse 42">
              <a:extLst>
                <a:ext uri="{FF2B5EF4-FFF2-40B4-BE49-F238E27FC236}">
                  <a16:creationId xmlns:a16="http://schemas.microsoft.com/office/drawing/2014/main" id="{79F06573-A3A7-1F5A-7DA1-7B737AB03930}"/>
                </a:ext>
              </a:extLst>
            </p:cNvPr>
            <p:cNvSpPr/>
            <p:nvPr userDrawn="1"/>
          </p:nvSpPr>
          <p:spPr>
            <a:xfrm>
              <a:off x="1084210" y="4286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1500" spc="-60" baseline="0" dirty="0" err="1">
                  <a:solidFill>
                    <a:schemeClr val="accent6"/>
                  </a:solidFill>
                  <a:cs typeface="Arial"/>
                </a:rPr>
                <a:t>3</a:t>
              </a:r>
            </a:p>
          </p:txBody>
        </p:sp>
        <p:sp>
          <p:nvSpPr>
            <p:cNvPr id="44" name="Ellipse 43">
              <a:extLst>
                <a:ext uri="{FF2B5EF4-FFF2-40B4-BE49-F238E27FC236}">
                  <a16:creationId xmlns:a16="http://schemas.microsoft.com/office/drawing/2014/main" id="{DFDFD667-65BF-6034-F0C8-6BE13F983D45}"/>
                </a:ext>
              </a:extLst>
            </p:cNvPr>
            <p:cNvSpPr/>
            <p:nvPr userDrawn="1"/>
          </p:nvSpPr>
          <p:spPr>
            <a:xfrm>
              <a:off x="1084210" y="23078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45" name="Ellipse 44">
              <a:extLst>
                <a:ext uri="{FF2B5EF4-FFF2-40B4-BE49-F238E27FC236}">
                  <a16:creationId xmlns:a16="http://schemas.microsoft.com/office/drawing/2014/main" id="{68F425FD-AC45-2BD0-F1F9-CDA1327786EB}"/>
                </a:ext>
              </a:extLst>
            </p:cNvPr>
            <p:cNvSpPr/>
            <p:nvPr userDrawn="1"/>
          </p:nvSpPr>
          <p:spPr>
            <a:xfrm>
              <a:off x="1084210" y="41870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gr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47" name="Pladsholder til tekst 2">
            <a:extLst>
              <a:ext uri="{FF2B5EF4-FFF2-40B4-BE49-F238E27FC236}">
                <a16:creationId xmlns:a16="http://schemas.microsoft.com/office/drawing/2014/main" id="{316B54D1-A07F-833D-7898-046C88AF5D12}"/>
              </a:ext>
            </a:extLst>
          </p:cNvPr>
          <p:cNvSpPr>
            <a:spLocks noGrp="1"/>
          </p:cNvSpPr>
          <p:nvPr>
            <p:ph idx="19" hasCustomPrompt="1"/>
          </p:nvPr>
        </p:nvSpPr>
        <p:spPr>
          <a:xfrm>
            <a:off x="9855726" y="4738688"/>
            <a:ext cx="1319460" cy="983941"/>
          </a:xfrm>
          <a:prstGeom prst="rect">
            <a:avLst/>
          </a:prstGeom>
        </p:spPr>
        <p:txBody>
          <a:bodyPr vert="horz" lIns="0" tIns="0" rIns="0" bIns="0" rtlCol="0">
            <a:noAutofit/>
          </a:bodyPr>
          <a:lstStyle>
            <a:lvl1pPr marL="105750" indent="-105750">
              <a:lnSpc>
                <a:spcPct val="100000"/>
              </a:lnSpc>
              <a:buFont typeface="Arial" panose="020B0604020202020204" pitchFamily="34" charset="0"/>
              <a:buChar char="•"/>
              <a:defRPr sz="1000">
                <a:solidFill>
                  <a:schemeClr val="bg2"/>
                </a:solidFill>
              </a:defRPr>
            </a:lvl1pPr>
          </a:lstStyle>
          <a:p>
            <a:pPr lvl="0"/>
            <a:r>
              <a:rPr lang="da-DK"/>
              <a:t>Bullets</a:t>
            </a:r>
          </a:p>
        </p:txBody>
      </p:sp>
      <p:sp>
        <p:nvSpPr>
          <p:cNvPr id="48" name="Pladsholder til tekst 11">
            <a:extLst>
              <a:ext uri="{FF2B5EF4-FFF2-40B4-BE49-F238E27FC236}">
                <a16:creationId xmlns:a16="http://schemas.microsoft.com/office/drawing/2014/main" id="{A71B4A2F-F1BC-49AC-9666-CA6ACCD8F9C2}"/>
              </a:ext>
            </a:extLst>
          </p:cNvPr>
          <p:cNvSpPr>
            <a:spLocks noGrp="1"/>
          </p:cNvSpPr>
          <p:nvPr>
            <p:ph type="body" sz="quarter" idx="20" hasCustomPrompt="1"/>
          </p:nvPr>
        </p:nvSpPr>
        <p:spPr>
          <a:xfrm>
            <a:off x="9854437" y="4429128"/>
            <a:ext cx="1319460" cy="381000"/>
          </a:xfrm>
        </p:spPr>
        <p:txBody>
          <a:bodyPr/>
          <a:lstStyle>
            <a:lvl1pPr>
              <a:defRPr sz="1600">
                <a:solidFill>
                  <a:schemeClr val="bg2"/>
                </a:solidFill>
              </a:defRPr>
            </a:lvl1pPr>
          </a:lstStyle>
          <a:p>
            <a:pPr lvl="0"/>
            <a:r>
              <a:rPr lang="da-DK"/>
              <a:t>Headline</a:t>
            </a:r>
            <a:endParaRPr lang="en-US"/>
          </a:p>
        </p:txBody>
      </p:sp>
      <p:sp>
        <p:nvSpPr>
          <p:cNvPr id="57" name="Pladsholder til tekst 2">
            <a:extLst>
              <a:ext uri="{FF2B5EF4-FFF2-40B4-BE49-F238E27FC236}">
                <a16:creationId xmlns:a16="http://schemas.microsoft.com/office/drawing/2014/main" id="{0FB05EB1-379E-C15E-AD61-3B71F8B49E83}"/>
              </a:ext>
            </a:extLst>
          </p:cNvPr>
          <p:cNvSpPr>
            <a:spLocks noGrp="1"/>
          </p:cNvSpPr>
          <p:nvPr>
            <p:ph idx="21" hasCustomPrompt="1"/>
          </p:nvPr>
        </p:nvSpPr>
        <p:spPr>
          <a:xfrm>
            <a:off x="4980992" y="4738688"/>
            <a:ext cx="1319460" cy="983941"/>
          </a:xfrm>
          <a:prstGeom prst="rect">
            <a:avLst/>
          </a:prstGeom>
        </p:spPr>
        <p:txBody>
          <a:bodyPr vert="horz" lIns="0" tIns="0" rIns="0" bIns="0" rtlCol="0">
            <a:noAutofit/>
          </a:bodyPr>
          <a:lstStyle>
            <a:lvl1pPr marL="105750" indent="-105750">
              <a:lnSpc>
                <a:spcPct val="100000"/>
              </a:lnSpc>
              <a:buFont typeface="Arial" panose="020B0604020202020204" pitchFamily="34" charset="0"/>
              <a:buChar char="•"/>
              <a:defRPr sz="1000">
                <a:solidFill>
                  <a:schemeClr val="bg2"/>
                </a:solidFill>
              </a:defRPr>
            </a:lvl1pPr>
          </a:lstStyle>
          <a:p>
            <a:pPr lvl="0"/>
            <a:r>
              <a:rPr lang="da-DK"/>
              <a:t>Bullets</a:t>
            </a:r>
          </a:p>
        </p:txBody>
      </p:sp>
      <p:sp>
        <p:nvSpPr>
          <p:cNvPr id="58" name="Pladsholder til tekst 11">
            <a:extLst>
              <a:ext uri="{FF2B5EF4-FFF2-40B4-BE49-F238E27FC236}">
                <a16:creationId xmlns:a16="http://schemas.microsoft.com/office/drawing/2014/main" id="{B56A2666-9BC0-2361-1402-0C49E32F8548}"/>
              </a:ext>
            </a:extLst>
          </p:cNvPr>
          <p:cNvSpPr>
            <a:spLocks noGrp="1"/>
          </p:cNvSpPr>
          <p:nvPr>
            <p:ph type="body" sz="quarter" idx="22" hasCustomPrompt="1"/>
          </p:nvPr>
        </p:nvSpPr>
        <p:spPr>
          <a:xfrm>
            <a:off x="4980992" y="4429128"/>
            <a:ext cx="1319460" cy="381000"/>
          </a:xfrm>
        </p:spPr>
        <p:txBody>
          <a:bodyPr/>
          <a:lstStyle>
            <a:lvl1pPr>
              <a:defRPr sz="1600">
                <a:solidFill>
                  <a:schemeClr val="bg2"/>
                </a:solidFill>
              </a:defRPr>
            </a:lvl1pPr>
          </a:lstStyle>
          <a:p>
            <a:pPr lvl="0"/>
            <a:r>
              <a:rPr lang="da-DK"/>
              <a:t>Headline</a:t>
            </a:r>
            <a:endParaRPr lang="en-US"/>
          </a:p>
        </p:txBody>
      </p:sp>
      <p:sp>
        <p:nvSpPr>
          <p:cNvPr id="59" name="Pladsholder til tekst 2">
            <a:extLst>
              <a:ext uri="{FF2B5EF4-FFF2-40B4-BE49-F238E27FC236}">
                <a16:creationId xmlns:a16="http://schemas.microsoft.com/office/drawing/2014/main" id="{5981D693-B869-9585-D3C0-0572244D8FB4}"/>
              </a:ext>
            </a:extLst>
          </p:cNvPr>
          <p:cNvSpPr>
            <a:spLocks noGrp="1"/>
          </p:cNvSpPr>
          <p:nvPr>
            <p:ph idx="23" hasCustomPrompt="1"/>
          </p:nvPr>
        </p:nvSpPr>
        <p:spPr>
          <a:xfrm>
            <a:off x="7418359" y="4738688"/>
            <a:ext cx="1319460" cy="983941"/>
          </a:xfrm>
          <a:prstGeom prst="rect">
            <a:avLst/>
          </a:prstGeom>
        </p:spPr>
        <p:txBody>
          <a:bodyPr vert="horz" lIns="0" tIns="0" rIns="0" bIns="0" rtlCol="0">
            <a:noAutofit/>
          </a:bodyPr>
          <a:lstStyle>
            <a:lvl1pPr marL="105750" indent="-105750">
              <a:lnSpc>
                <a:spcPct val="100000"/>
              </a:lnSpc>
              <a:buFont typeface="Arial" panose="020B0604020202020204" pitchFamily="34" charset="0"/>
              <a:buChar char="•"/>
              <a:defRPr sz="1000">
                <a:solidFill>
                  <a:schemeClr val="bg2"/>
                </a:solidFill>
              </a:defRPr>
            </a:lvl1pPr>
          </a:lstStyle>
          <a:p>
            <a:pPr lvl="0"/>
            <a:r>
              <a:rPr lang="da-DK"/>
              <a:t>Bullets</a:t>
            </a:r>
          </a:p>
        </p:txBody>
      </p:sp>
      <p:sp>
        <p:nvSpPr>
          <p:cNvPr id="60" name="Pladsholder til tekst 11">
            <a:extLst>
              <a:ext uri="{FF2B5EF4-FFF2-40B4-BE49-F238E27FC236}">
                <a16:creationId xmlns:a16="http://schemas.microsoft.com/office/drawing/2014/main" id="{D3574B78-EA4F-BEED-B231-0BA84A677862}"/>
              </a:ext>
            </a:extLst>
          </p:cNvPr>
          <p:cNvSpPr>
            <a:spLocks noGrp="1"/>
          </p:cNvSpPr>
          <p:nvPr>
            <p:ph type="body" sz="quarter" idx="24" hasCustomPrompt="1"/>
          </p:nvPr>
        </p:nvSpPr>
        <p:spPr>
          <a:xfrm>
            <a:off x="7418359" y="4429128"/>
            <a:ext cx="1319460" cy="381000"/>
          </a:xfrm>
        </p:spPr>
        <p:txBody>
          <a:bodyPr/>
          <a:lstStyle>
            <a:lvl1pPr>
              <a:defRPr sz="1600">
                <a:solidFill>
                  <a:schemeClr val="bg2"/>
                </a:solidFill>
              </a:defRPr>
            </a:lvl1pPr>
          </a:lstStyle>
          <a:p>
            <a:pPr lvl="0"/>
            <a:r>
              <a:rPr lang="da-DK"/>
              <a:t>Headline</a:t>
            </a:r>
            <a:endParaRPr lang="en-US"/>
          </a:p>
        </p:txBody>
      </p:sp>
      <p:sp>
        <p:nvSpPr>
          <p:cNvPr id="2" name="Titel 1">
            <a:extLst>
              <a:ext uri="{FF2B5EF4-FFF2-40B4-BE49-F238E27FC236}">
                <a16:creationId xmlns:a16="http://schemas.microsoft.com/office/drawing/2014/main" id="{67C9C632-16F6-B662-A4AF-4AFFA23431F4}"/>
              </a:ext>
            </a:extLst>
          </p:cNvPr>
          <p:cNvSpPr>
            <a:spLocks noGrp="1"/>
          </p:cNvSpPr>
          <p:nvPr>
            <p:ph type="title"/>
          </p:nvPr>
        </p:nvSpPr>
        <p:spPr>
          <a:xfrm>
            <a:off x="288000" y="252000"/>
            <a:ext cx="3599502" cy="1811099"/>
          </a:xfrm>
        </p:spPr>
        <p:txBody>
          <a:bodyPr/>
          <a:lstStyle>
            <a:lvl1pPr>
              <a:defRPr sz="4800"/>
            </a:lvl1pPr>
          </a:lstStyle>
          <a:p>
            <a:r>
              <a:rPr lang="da-DK"/>
              <a:t>Klik for at redigere titeltypografien i masteren</a:t>
            </a:r>
            <a:endParaRPr lang="en-US"/>
          </a:p>
        </p:txBody>
      </p:sp>
    </p:spTree>
    <p:extLst>
      <p:ext uri="{BB962C8B-B14F-4D97-AF65-F5344CB8AC3E}">
        <p14:creationId xmlns:p14="http://schemas.microsoft.com/office/powerpoint/2010/main" val="3343896138"/>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FOCUS x 3: Cream">
    <p:bg>
      <p:bgPr>
        <a:solidFill>
          <a:schemeClr val="accent4"/>
        </a:solidFill>
        <a:effectLst/>
      </p:bgPr>
    </p:bg>
    <p:spTree>
      <p:nvGrpSpPr>
        <p:cNvPr id="1" name=""/>
        <p:cNvGrpSpPr/>
        <p:nvPr/>
      </p:nvGrpSpPr>
      <p:grpSpPr>
        <a:xfrm>
          <a:off x="0" y="0"/>
          <a:ext cx="0" cy="0"/>
          <a:chOff x="0" y="0"/>
          <a:chExt cx="0" cy="0"/>
        </a:xfrm>
      </p:grpSpPr>
      <p:grpSp>
        <p:nvGrpSpPr>
          <p:cNvPr id="24" name="Gruppe 23">
            <a:extLst>
              <a:ext uri="{FF2B5EF4-FFF2-40B4-BE49-F238E27FC236}">
                <a16:creationId xmlns:a16="http://schemas.microsoft.com/office/drawing/2014/main" id="{32E39A34-F551-DD74-3B4A-8CB05B34B06B}"/>
              </a:ext>
            </a:extLst>
          </p:cNvPr>
          <p:cNvGrpSpPr/>
          <p:nvPr userDrawn="1"/>
        </p:nvGrpSpPr>
        <p:grpSpPr>
          <a:xfrm>
            <a:off x="4675541" y="544372"/>
            <a:ext cx="1930363" cy="5405016"/>
            <a:chOff x="1084210" y="428625"/>
            <a:chExt cx="2088000" cy="5846400"/>
          </a:xfrm>
        </p:grpSpPr>
        <p:sp>
          <p:nvSpPr>
            <p:cNvPr id="17" name="Ellipse 16">
              <a:extLst>
                <a:ext uri="{FF2B5EF4-FFF2-40B4-BE49-F238E27FC236}">
                  <a16:creationId xmlns:a16="http://schemas.microsoft.com/office/drawing/2014/main" id="{FC8D66FE-F0C5-5FA5-5346-FB148950007F}"/>
                </a:ext>
              </a:extLst>
            </p:cNvPr>
            <p:cNvSpPr/>
            <p:nvPr userDrawn="1"/>
          </p:nvSpPr>
          <p:spPr>
            <a:xfrm>
              <a:off x="1084210" y="428625"/>
              <a:ext cx="2088000" cy="2088000"/>
            </a:xfrm>
            <a:prstGeom prst="ellipse">
              <a:avLst/>
            </a:pr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1500" spc="-60" baseline="0" dirty="0" err="1">
                  <a:solidFill>
                    <a:schemeClr val="accent4"/>
                  </a:solidFill>
                  <a:cs typeface="Arial"/>
                </a:rPr>
                <a:t>1</a:t>
              </a:r>
            </a:p>
          </p:txBody>
        </p:sp>
        <p:sp>
          <p:nvSpPr>
            <p:cNvPr id="8" name="Ellipse 7">
              <a:extLst>
                <a:ext uri="{FF2B5EF4-FFF2-40B4-BE49-F238E27FC236}">
                  <a16:creationId xmlns:a16="http://schemas.microsoft.com/office/drawing/2014/main" id="{DBD370CD-0A91-ABF9-B050-B6AA3EDEBBCA}"/>
                </a:ext>
              </a:extLst>
            </p:cNvPr>
            <p:cNvSpPr/>
            <p:nvPr userDrawn="1"/>
          </p:nvSpPr>
          <p:spPr>
            <a:xfrm>
              <a:off x="1084210" y="2307825"/>
              <a:ext cx="2088000" cy="2088000"/>
            </a:xfrm>
            <a:prstGeom prst="ellipse">
              <a:avLst/>
            </a:pr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9" name="Ellipse 8">
              <a:extLst>
                <a:ext uri="{FF2B5EF4-FFF2-40B4-BE49-F238E27FC236}">
                  <a16:creationId xmlns:a16="http://schemas.microsoft.com/office/drawing/2014/main" id="{36F1F4D1-B20E-1BC0-7CB8-E14C7C651CA8}"/>
                </a:ext>
              </a:extLst>
            </p:cNvPr>
            <p:cNvSpPr/>
            <p:nvPr userDrawn="1"/>
          </p:nvSpPr>
          <p:spPr>
            <a:xfrm>
              <a:off x="1084210" y="4187025"/>
              <a:ext cx="2088000" cy="2088000"/>
            </a:xfrm>
            <a:prstGeom prst="ellipse">
              <a:avLst/>
            </a:pr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23" name="Rektangel 22">
              <a:extLst>
                <a:ext uri="{FF2B5EF4-FFF2-40B4-BE49-F238E27FC236}">
                  <a16:creationId xmlns:a16="http://schemas.microsoft.com/office/drawing/2014/main" id="{8B991A93-E3AA-7FF7-F6EE-3114857C9DE2}"/>
                </a:ext>
              </a:extLst>
            </p:cNvPr>
            <p:cNvSpPr/>
            <p:nvPr userDrawn="1"/>
          </p:nvSpPr>
          <p:spPr>
            <a:xfrm>
              <a:off x="1084210" y="3347429"/>
              <a:ext cx="2088000" cy="1884328"/>
            </a:xfrm>
            <a:prstGeom prst="rect">
              <a:avLst/>
            </a:pr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grpSp>
      <p:grpSp>
        <p:nvGrpSpPr>
          <p:cNvPr id="35" name="Gruppe 34">
            <a:extLst>
              <a:ext uri="{FF2B5EF4-FFF2-40B4-BE49-F238E27FC236}">
                <a16:creationId xmlns:a16="http://schemas.microsoft.com/office/drawing/2014/main" id="{F7BEF383-129B-B9F3-14F3-D3089FA6023B}"/>
              </a:ext>
            </a:extLst>
          </p:cNvPr>
          <p:cNvGrpSpPr/>
          <p:nvPr userDrawn="1"/>
        </p:nvGrpSpPr>
        <p:grpSpPr>
          <a:xfrm>
            <a:off x="7112908" y="544372"/>
            <a:ext cx="1930363" cy="5405016"/>
            <a:chOff x="1084210" y="428625"/>
            <a:chExt cx="2088000" cy="5846400"/>
          </a:xfrm>
        </p:grpSpPr>
        <p:sp>
          <p:nvSpPr>
            <p:cNvPr id="39" name="Rektangel 38">
              <a:extLst>
                <a:ext uri="{FF2B5EF4-FFF2-40B4-BE49-F238E27FC236}">
                  <a16:creationId xmlns:a16="http://schemas.microsoft.com/office/drawing/2014/main" id="{297A0184-9F17-800C-D92F-AC420341C6C8}"/>
                </a:ext>
              </a:extLst>
            </p:cNvPr>
            <p:cNvSpPr/>
            <p:nvPr userDrawn="1"/>
          </p:nvSpPr>
          <p:spPr>
            <a:xfrm>
              <a:off x="1084210" y="1477952"/>
              <a:ext cx="2088000" cy="3753806"/>
            </a:xfrm>
            <a:prstGeom prst="rect">
              <a:avLst/>
            </a:pr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36" name="Ellipse 35">
              <a:extLst>
                <a:ext uri="{FF2B5EF4-FFF2-40B4-BE49-F238E27FC236}">
                  <a16:creationId xmlns:a16="http://schemas.microsoft.com/office/drawing/2014/main" id="{BAE5D415-1E5B-3493-E36B-C530203BC812}"/>
                </a:ext>
              </a:extLst>
            </p:cNvPr>
            <p:cNvSpPr/>
            <p:nvPr userDrawn="1"/>
          </p:nvSpPr>
          <p:spPr>
            <a:xfrm>
              <a:off x="1084210" y="428625"/>
              <a:ext cx="2088000" cy="2088000"/>
            </a:xfrm>
            <a:prstGeom prst="ellipse">
              <a:avLst/>
            </a:pr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1500" spc="-60" baseline="0" dirty="0" err="1">
                  <a:solidFill>
                    <a:schemeClr val="accent4"/>
                  </a:solidFill>
                  <a:cs typeface="Arial"/>
                </a:rPr>
                <a:t>2</a:t>
              </a:r>
            </a:p>
          </p:txBody>
        </p:sp>
        <p:sp>
          <p:nvSpPr>
            <p:cNvPr id="37" name="Ellipse 36">
              <a:extLst>
                <a:ext uri="{FF2B5EF4-FFF2-40B4-BE49-F238E27FC236}">
                  <a16:creationId xmlns:a16="http://schemas.microsoft.com/office/drawing/2014/main" id="{CD1937FF-7909-C157-939D-132243122017}"/>
                </a:ext>
              </a:extLst>
            </p:cNvPr>
            <p:cNvSpPr/>
            <p:nvPr userDrawn="1"/>
          </p:nvSpPr>
          <p:spPr>
            <a:xfrm>
              <a:off x="1084210" y="2307825"/>
              <a:ext cx="2088000" cy="2088000"/>
            </a:xfrm>
            <a:prstGeom prst="ellipse">
              <a:avLst/>
            </a:pr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38" name="Ellipse 37">
              <a:extLst>
                <a:ext uri="{FF2B5EF4-FFF2-40B4-BE49-F238E27FC236}">
                  <a16:creationId xmlns:a16="http://schemas.microsoft.com/office/drawing/2014/main" id="{E74EC7F2-E684-0E1E-96E7-969DAA2056A0}"/>
                </a:ext>
              </a:extLst>
            </p:cNvPr>
            <p:cNvSpPr/>
            <p:nvPr userDrawn="1"/>
          </p:nvSpPr>
          <p:spPr>
            <a:xfrm>
              <a:off x="1084210" y="4187025"/>
              <a:ext cx="2088000" cy="2088000"/>
            </a:xfrm>
            <a:prstGeom prst="ellipse">
              <a:avLst/>
            </a:pr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grpSp>
      <p:grpSp>
        <p:nvGrpSpPr>
          <p:cNvPr id="42" name="Gruppe 41">
            <a:extLst>
              <a:ext uri="{FF2B5EF4-FFF2-40B4-BE49-F238E27FC236}">
                <a16:creationId xmlns:a16="http://schemas.microsoft.com/office/drawing/2014/main" id="{C605EF4A-C179-8FFA-2989-BF574EB5A6A1}"/>
              </a:ext>
            </a:extLst>
          </p:cNvPr>
          <p:cNvGrpSpPr/>
          <p:nvPr userDrawn="1"/>
        </p:nvGrpSpPr>
        <p:grpSpPr>
          <a:xfrm>
            <a:off x="9550275" y="544372"/>
            <a:ext cx="1930363" cy="5405016"/>
            <a:chOff x="1084210" y="428625"/>
            <a:chExt cx="2088000" cy="5846400"/>
          </a:xfrm>
        </p:grpSpPr>
        <p:sp>
          <p:nvSpPr>
            <p:cNvPr id="46" name="Rektangel 45">
              <a:extLst>
                <a:ext uri="{FF2B5EF4-FFF2-40B4-BE49-F238E27FC236}">
                  <a16:creationId xmlns:a16="http://schemas.microsoft.com/office/drawing/2014/main" id="{1EAA7F3C-15C2-F259-B4CC-72067DDAC243}"/>
                </a:ext>
              </a:extLst>
            </p:cNvPr>
            <p:cNvSpPr/>
            <p:nvPr userDrawn="1"/>
          </p:nvSpPr>
          <p:spPr>
            <a:xfrm>
              <a:off x="1084210" y="1472625"/>
              <a:ext cx="2088000" cy="1884328"/>
            </a:xfrm>
            <a:prstGeom prst="rect">
              <a:avLst/>
            </a:pr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43" name="Ellipse 42">
              <a:extLst>
                <a:ext uri="{FF2B5EF4-FFF2-40B4-BE49-F238E27FC236}">
                  <a16:creationId xmlns:a16="http://schemas.microsoft.com/office/drawing/2014/main" id="{79F06573-A3A7-1F5A-7DA1-7B737AB03930}"/>
                </a:ext>
              </a:extLst>
            </p:cNvPr>
            <p:cNvSpPr/>
            <p:nvPr userDrawn="1"/>
          </p:nvSpPr>
          <p:spPr>
            <a:xfrm>
              <a:off x="1084210" y="428625"/>
              <a:ext cx="2088000" cy="2088000"/>
            </a:xfrm>
            <a:prstGeom prst="ellipse">
              <a:avLst/>
            </a:pr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1500" spc="-60" baseline="0" dirty="0" err="1">
                  <a:solidFill>
                    <a:schemeClr val="accent4"/>
                  </a:solidFill>
                  <a:cs typeface="Arial"/>
                </a:rPr>
                <a:t>3</a:t>
              </a:r>
            </a:p>
          </p:txBody>
        </p:sp>
        <p:sp>
          <p:nvSpPr>
            <p:cNvPr id="44" name="Ellipse 43">
              <a:extLst>
                <a:ext uri="{FF2B5EF4-FFF2-40B4-BE49-F238E27FC236}">
                  <a16:creationId xmlns:a16="http://schemas.microsoft.com/office/drawing/2014/main" id="{DFDFD667-65BF-6034-F0C8-6BE13F983D45}"/>
                </a:ext>
              </a:extLst>
            </p:cNvPr>
            <p:cNvSpPr/>
            <p:nvPr userDrawn="1"/>
          </p:nvSpPr>
          <p:spPr>
            <a:xfrm>
              <a:off x="1084210" y="2307825"/>
              <a:ext cx="2088000" cy="2088000"/>
            </a:xfrm>
            <a:prstGeom prst="ellipse">
              <a:avLst/>
            </a:pr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45" name="Ellipse 44">
              <a:extLst>
                <a:ext uri="{FF2B5EF4-FFF2-40B4-BE49-F238E27FC236}">
                  <a16:creationId xmlns:a16="http://schemas.microsoft.com/office/drawing/2014/main" id="{68F425FD-AC45-2BD0-F1F9-CDA1327786EB}"/>
                </a:ext>
              </a:extLst>
            </p:cNvPr>
            <p:cNvSpPr/>
            <p:nvPr userDrawn="1"/>
          </p:nvSpPr>
          <p:spPr>
            <a:xfrm>
              <a:off x="1084210" y="4187025"/>
              <a:ext cx="2088000" cy="2088000"/>
            </a:xfrm>
            <a:prstGeom prst="ellipse">
              <a:avLst/>
            </a:pr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gr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3"/>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3"/>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3"/>
                </a:solidFill>
              </a:defRPr>
            </a:lvl1pPr>
          </a:lstStyle>
          <a:p>
            <a:endParaRPr lang="da-DK"/>
          </a:p>
        </p:txBody>
      </p:sp>
      <p:sp>
        <p:nvSpPr>
          <p:cNvPr id="47" name="Pladsholder til tekst 2">
            <a:extLst>
              <a:ext uri="{FF2B5EF4-FFF2-40B4-BE49-F238E27FC236}">
                <a16:creationId xmlns:a16="http://schemas.microsoft.com/office/drawing/2014/main" id="{316B54D1-A07F-833D-7898-046C88AF5D12}"/>
              </a:ext>
            </a:extLst>
          </p:cNvPr>
          <p:cNvSpPr>
            <a:spLocks noGrp="1"/>
          </p:cNvSpPr>
          <p:nvPr>
            <p:ph idx="19" hasCustomPrompt="1"/>
          </p:nvPr>
        </p:nvSpPr>
        <p:spPr>
          <a:xfrm>
            <a:off x="9855726" y="4738688"/>
            <a:ext cx="1319460" cy="983941"/>
          </a:xfrm>
          <a:prstGeom prst="rect">
            <a:avLst/>
          </a:prstGeom>
        </p:spPr>
        <p:txBody>
          <a:bodyPr vert="horz" lIns="0" tIns="0" rIns="0" bIns="0" rtlCol="0">
            <a:noAutofit/>
          </a:bodyPr>
          <a:lstStyle>
            <a:lvl1pPr marL="105750" indent="-105750">
              <a:lnSpc>
                <a:spcPct val="100000"/>
              </a:lnSpc>
              <a:buFont typeface="Arial" panose="020B0604020202020204" pitchFamily="34" charset="0"/>
              <a:buChar char="•"/>
              <a:defRPr sz="1000">
                <a:solidFill>
                  <a:schemeClr val="accent4"/>
                </a:solidFill>
              </a:defRPr>
            </a:lvl1pPr>
          </a:lstStyle>
          <a:p>
            <a:pPr lvl="0"/>
            <a:r>
              <a:rPr lang="da-DK"/>
              <a:t>Bullets</a:t>
            </a:r>
          </a:p>
        </p:txBody>
      </p:sp>
      <p:sp>
        <p:nvSpPr>
          <p:cNvPr id="48" name="Pladsholder til tekst 11">
            <a:extLst>
              <a:ext uri="{FF2B5EF4-FFF2-40B4-BE49-F238E27FC236}">
                <a16:creationId xmlns:a16="http://schemas.microsoft.com/office/drawing/2014/main" id="{A71B4A2F-F1BC-49AC-9666-CA6ACCD8F9C2}"/>
              </a:ext>
            </a:extLst>
          </p:cNvPr>
          <p:cNvSpPr>
            <a:spLocks noGrp="1"/>
          </p:cNvSpPr>
          <p:nvPr>
            <p:ph type="body" sz="quarter" idx="20" hasCustomPrompt="1"/>
          </p:nvPr>
        </p:nvSpPr>
        <p:spPr>
          <a:xfrm>
            <a:off x="9854437" y="4429128"/>
            <a:ext cx="1319460" cy="381000"/>
          </a:xfrm>
        </p:spPr>
        <p:txBody>
          <a:bodyPr/>
          <a:lstStyle>
            <a:lvl1pPr>
              <a:defRPr sz="1600">
                <a:solidFill>
                  <a:schemeClr val="accent4"/>
                </a:solidFill>
              </a:defRPr>
            </a:lvl1pPr>
          </a:lstStyle>
          <a:p>
            <a:pPr lvl="0"/>
            <a:r>
              <a:rPr lang="da-DK"/>
              <a:t>Headline</a:t>
            </a:r>
            <a:endParaRPr lang="en-US"/>
          </a:p>
        </p:txBody>
      </p:sp>
      <p:sp>
        <p:nvSpPr>
          <p:cNvPr id="57" name="Pladsholder til tekst 2">
            <a:extLst>
              <a:ext uri="{FF2B5EF4-FFF2-40B4-BE49-F238E27FC236}">
                <a16:creationId xmlns:a16="http://schemas.microsoft.com/office/drawing/2014/main" id="{0FB05EB1-379E-C15E-AD61-3B71F8B49E83}"/>
              </a:ext>
            </a:extLst>
          </p:cNvPr>
          <p:cNvSpPr>
            <a:spLocks noGrp="1"/>
          </p:cNvSpPr>
          <p:nvPr>
            <p:ph idx="21" hasCustomPrompt="1"/>
          </p:nvPr>
        </p:nvSpPr>
        <p:spPr>
          <a:xfrm>
            <a:off x="4980992" y="4738688"/>
            <a:ext cx="1319460" cy="983941"/>
          </a:xfrm>
          <a:prstGeom prst="rect">
            <a:avLst/>
          </a:prstGeom>
        </p:spPr>
        <p:txBody>
          <a:bodyPr vert="horz" lIns="0" tIns="0" rIns="0" bIns="0" rtlCol="0">
            <a:noAutofit/>
          </a:bodyPr>
          <a:lstStyle>
            <a:lvl1pPr marL="105750" indent="-105750">
              <a:lnSpc>
                <a:spcPct val="100000"/>
              </a:lnSpc>
              <a:buFont typeface="Arial" panose="020B0604020202020204" pitchFamily="34" charset="0"/>
              <a:buChar char="•"/>
              <a:defRPr sz="1000">
                <a:solidFill>
                  <a:schemeClr val="accent4"/>
                </a:solidFill>
              </a:defRPr>
            </a:lvl1pPr>
          </a:lstStyle>
          <a:p>
            <a:pPr lvl="0"/>
            <a:r>
              <a:rPr lang="da-DK"/>
              <a:t>Bullets</a:t>
            </a:r>
          </a:p>
        </p:txBody>
      </p:sp>
      <p:sp>
        <p:nvSpPr>
          <p:cNvPr id="58" name="Pladsholder til tekst 11">
            <a:extLst>
              <a:ext uri="{FF2B5EF4-FFF2-40B4-BE49-F238E27FC236}">
                <a16:creationId xmlns:a16="http://schemas.microsoft.com/office/drawing/2014/main" id="{B56A2666-9BC0-2361-1402-0C49E32F8548}"/>
              </a:ext>
            </a:extLst>
          </p:cNvPr>
          <p:cNvSpPr>
            <a:spLocks noGrp="1"/>
          </p:cNvSpPr>
          <p:nvPr>
            <p:ph type="body" sz="quarter" idx="22" hasCustomPrompt="1"/>
          </p:nvPr>
        </p:nvSpPr>
        <p:spPr>
          <a:xfrm>
            <a:off x="4980992" y="4429128"/>
            <a:ext cx="1319460" cy="381000"/>
          </a:xfrm>
        </p:spPr>
        <p:txBody>
          <a:bodyPr/>
          <a:lstStyle>
            <a:lvl1pPr>
              <a:defRPr sz="1600">
                <a:solidFill>
                  <a:schemeClr val="accent4"/>
                </a:solidFill>
              </a:defRPr>
            </a:lvl1pPr>
          </a:lstStyle>
          <a:p>
            <a:pPr lvl="0"/>
            <a:r>
              <a:rPr lang="da-DK"/>
              <a:t>Headline</a:t>
            </a:r>
            <a:endParaRPr lang="en-US"/>
          </a:p>
        </p:txBody>
      </p:sp>
      <p:sp>
        <p:nvSpPr>
          <p:cNvPr id="59" name="Pladsholder til tekst 2">
            <a:extLst>
              <a:ext uri="{FF2B5EF4-FFF2-40B4-BE49-F238E27FC236}">
                <a16:creationId xmlns:a16="http://schemas.microsoft.com/office/drawing/2014/main" id="{5981D693-B869-9585-D3C0-0572244D8FB4}"/>
              </a:ext>
            </a:extLst>
          </p:cNvPr>
          <p:cNvSpPr>
            <a:spLocks noGrp="1"/>
          </p:cNvSpPr>
          <p:nvPr>
            <p:ph idx="23" hasCustomPrompt="1"/>
          </p:nvPr>
        </p:nvSpPr>
        <p:spPr>
          <a:xfrm>
            <a:off x="7418359" y="4738688"/>
            <a:ext cx="1319460" cy="983941"/>
          </a:xfrm>
          <a:prstGeom prst="rect">
            <a:avLst/>
          </a:prstGeom>
        </p:spPr>
        <p:txBody>
          <a:bodyPr vert="horz" lIns="0" tIns="0" rIns="0" bIns="0" rtlCol="0">
            <a:noAutofit/>
          </a:bodyPr>
          <a:lstStyle>
            <a:lvl1pPr marL="105750" indent="-105750">
              <a:lnSpc>
                <a:spcPct val="100000"/>
              </a:lnSpc>
              <a:buFont typeface="Arial" panose="020B0604020202020204" pitchFamily="34" charset="0"/>
              <a:buChar char="•"/>
              <a:defRPr sz="1000">
                <a:solidFill>
                  <a:schemeClr val="accent4"/>
                </a:solidFill>
              </a:defRPr>
            </a:lvl1pPr>
          </a:lstStyle>
          <a:p>
            <a:pPr lvl="0"/>
            <a:r>
              <a:rPr lang="da-DK"/>
              <a:t>Bullets</a:t>
            </a:r>
          </a:p>
        </p:txBody>
      </p:sp>
      <p:sp>
        <p:nvSpPr>
          <p:cNvPr id="60" name="Pladsholder til tekst 11">
            <a:extLst>
              <a:ext uri="{FF2B5EF4-FFF2-40B4-BE49-F238E27FC236}">
                <a16:creationId xmlns:a16="http://schemas.microsoft.com/office/drawing/2014/main" id="{D3574B78-EA4F-BEED-B231-0BA84A677862}"/>
              </a:ext>
            </a:extLst>
          </p:cNvPr>
          <p:cNvSpPr>
            <a:spLocks noGrp="1"/>
          </p:cNvSpPr>
          <p:nvPr>
            <p:ph type="body" sz="quarter" idx="24" hasCustomPrompt="1"/>
          </p:nvPr>
        </p:nvSpPr>
        <p:spPr>
          <a:xfrm>
            <a:off x="7418359" y="4429128"/>
            <a:ext cx="1319460" cy="381000"/>
          </a:xfrm>
        </p:spPr>
        <p:txBody>
          <a:bodyPr/>
          <a:lstStyle>
            <a:lvl1pPr>
              <a:defRPr sz="1600">
                <a:solidFill>
                  <a:schemeClr val="accent4"/>
                </a:solidFill>
              </a:defRPr>
            </a:lvl1pPr>
          </a:lstStyle>
          <a:p>
            <a:pPr lvl="0"/>
            <a:r>
              <a:rPr lang="da-DK"/>
              <a:t>Headline</a:t>
            </a:r>
            <a:endParaRPr lang="en-US"/>
          </a:p>
        </p:txBody>
      </p:sp>
      <p:sp>
        <p:nvSpPr>
          <p:cNvPr id="2" name="Titel 1">
            <a:extLst>
              <a:ext uri="{FF2B5EF4-FFF2-40B4-BE49-F238E27FC236}">
                <a16:creationId xmlns:a16="http://schemas.microsoft.com/office/drawing/2014/main" id="{67C9C632-16F6-B662-A4AF-4AFFA23431F4}"/>
              </a:ext>
            </a:extLst>
          </p:cNvPr>
          <p:cNvSpPr>
            <a:spLocks noGrp="1"/>
          </p:cNvSpPr>
          <p:nvPr>
            <p:ph type="title"/>
          </p:nvPr>
        </p:nvSpPr>
        <p:spPr>
          <a:xfrm>
            <a:off x="288000" y="252000"/>
            <a:ext cx="3599502" cy="1811099"/>
          </a:xfrm>
        </p:spPr>
        <p:txBody>
          <a:bodyPr/>
          <a:lstStyle>
            <a:lvl1pPr>
              <a:defRPr sz="4800">
                <a:solidFill>
                  <a:schemeClr val="accent3"/>
                </a:solidFill>
              </a:defRPr>
            </a:lvl1pPr>
          </a:lstStyle>
          <a:p>
            <a:r>
              <a:rPr lang="da-DK"/>
              <a:t>Klik for at redigere titeltypografien i masteren</a:t>
            </a:r>
            <a:endParaRPr lang="en-US"/>
          </a:p>
        </p:txBody>
      </p:sp>
      <p:grpSp>
        <p:nvGrpSpPr>
          <p:cNvPr id="11" name="Gruppe 10">
            <a:extLst>
              <a:ext uri="{FF2B5EF4-FFF2-40B4-BE49-F238E27FC236}">
                <a16:creationId xmlns:a16="http://schemas.microsoft.com/office/drawing/2014/main" id="{622D25D0-326D-EE0B-2613-C948BFDF6043}"/>
              </a:ext>
            </a:extLst>
          </p:cNvPr>
          <p:cNvGrpSpPr/>
          <p:nvPr userDrawn="1"/>
        </p:nvGrpSpPr>
        <p:grpSpPr>
          <a:xfrm>
            <a:off x="288000" y="6490800"/>
            <a:ext cx="11614351" cy="118982"/>
            <a:chOff x="288000" y="6523200"/>
            <a:chExt cx="11614351" cy="118982"/>
          </a:xfrm>
        </p:grpSpPr>
        <p:pic>
          <p:nvPicPr>
            <p:cNvPr id="12" name="Grafik 11">
              <a:extLst>
                <a:ext uri="{FF2B5EF4-FFF2-40B4-BE49-F238E27FC236}">
                  <a16:creationId xmlns:a16="http://schemas.microsoft.com/office/drawing/2014/main" id="{EA8FE49D-551C-7D6C-5643-7B81DE46752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523200"/>
              <a:ext cx="339391" cy="118982"/>
            </a:xfrm>
            <a:prstGeom prst="rect">
              <a:avLst/>
            </a:prstGeom>
          </p:spPr>
        </p:pic>
        <p:pic>
          <p:nvPicPr>
            <p:cNvPr id="13" name="Picture 3">
              <a:extLst>
                <a:ext uri="{FF2B5EF4-FFF2-40B4-BE49-F238E27FC236}">
                  <a16:creationId xmlns:a16="http://schemas.microsoft.com/office/drawing/2014/main" id="{1AAB53CD-F226-9FFE-5294-E5B3581AD79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451600" y="6523200"/>
              <a:ext cx="450751" cy="117503"/>
            </a:xfrm>
            <a:prstGeom prst="rect">
              <a:avLst/>
            </a:prstGeom>
          </p:spPr>
        </p:pic>
      </p:grpSp>
    </p:spTree>
    <p:extLst>
      <p:ext uri="{BB962C8B-B14F-4D97-AF65-F5344CB8AC3E}">
        <p14:creationId xmlns:p14="http://schemas.microsoft.com/office/powerpoint/2010/main" val="3393176301"/>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OCUS x 4: Images">
    <p:bg>
      <p:bgPr>
        <a:solidFill>
          <a:schemeClr val="bg1"/>
        </a:solidFill>
        <a:effectLst/>
      </p:bgPr>
    </p:bg>
    <p:spTree>
      <p:nvGrpSpPr>
        <p:cNvPr id="1" name=""/>
        <p:cNvGrpSpPr/>
        <p:nvPr/>
      </p:nvGrpSpPr>
      <p:grpSpPr>
        <a:xfrm>
          <a:off x="0" y="0"/>
          <a:ext cx="0" cy="0"/>
          <a:chOff x="0" y="0"/>
          <a:chExt cx="0" cy="0"/>
        </a:xfrm>
      </p:grpSpPr>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14" name="Pladsholder til billede 12">
            <a:extLst>
              <a:ext uri="{FF2B5EF4-FFF2-40B4-BE49-F238E27FC236}">
                <a16:creationId xmlns:a16="http://schemas.microsoft.com/office/drawing/2014/main" id="{F829DBCF-3BDB-AE10-FF83-CD7911F82DD9}"/>
              </a:ext>
            </a:extLst>
          </p:cNvPr>
          <p:cNvSpPr>
            <a:spLocks noGrp="1"/>
          </p:cNvSpPr>
          <p:nvPr>
            <p:ph type="pic" sz="quarter" idx="16"/>
          </p:nvPr>
        </p:nvSpPr>
        <p:spPr>
          <a:xfrm>
            <a:off x="288000" y="252000"/>
            <a:ext cx="2808000" cy="6083999"/>
          </a:xfrm>
          <a:solidFill>
            <a:srgbClr val="DDDDDD"/>
          </a:solidFill>
        </p:spPr>
        <p:txBody>
          <a:bodyPr/>
          <a:lstStyle/>
          <a:p>
            <a:r>
              <a:rPr lang="da-DK"/>
              <a:t>Klik på ikonet for at tilføje et billede</a:t>
            </a:r>
            <a:endParaRPr lang="en-US"/>
          </a:p>
        </p:txBody>
      </p:sp>
      <p:sp>
        <p:nvSpPr>
          <p:cNvPr id="11" name="Pladsholder til billede 12">
            <a:extLst>
              <a:ext uri="{FF2B5EF4-FFF2-40B4-BE49-F238E27FC236}">
                <a16:creationId xmlns:a16="http://schemas.microsoft.com/office/drawing/2014/main" id="{66997ECD-8973-8BF1-61F8-BCF079637AFE}"/>
              </a:ext>
            </a:extLst>
          </p:cNvPr>
          <p:cNvSpPr>
            <a:spLocks noGrp="1"/>
          </p:cNvSpPr>
          <p:nvPr>
            <p:ph type="pic" sz="quarter" idx="17"/>
          </p:nvPr>
        </p:nvSpPr>
        <p:spPr>
          <a:xfrm>
            <a:off x="3198942" y="252000"/>
            <a:ext cx="2844000" cy="6083999"/>
          </a:xfrm>
          <a:solidFill>
            <a:srgbClr val="DDDDDD"/>
          </a:solidFill>
        </p:spPr>
        <p:txBody>
          <a:bodyPr/>
          <a:lstStyle/>
          <a:p>
            <a:r>
              <a:rPr lang="da-DK"/>
              <a:t>Klik på ikonet for at tilføje et billede</a:t>
            </a:r>
            <a:endParaRPr lang="en-US"/>
          </a:p>
        </p:txBody>
      </p:sp>
      <p:sp>
        <p:nvSpPr>
          <p:cNvPr id="12" name="Pladsholder til billede 12">
            <a:extLst>
              <a:ext uri="{FF2B5EF4-FFF2-40B4-BE49-F238E27FC236}">
                <a16:creationId xmlns:a16="http://schemas.microsoft.com/office/drawing/2014/main" id="{B3A4B443-5BFD-43A1-2E60-3554B285B77C}"/>
              </a:ext>
            </a:extLst>
          </p:cNvPr>
          <p:cNvSpPr>
            <a:spLocks noGrp="1"/>
          </p:cNvSpPr>
          <p:nvPr>
            <p:ph type="pic" sz="quarter" idx="18"/>
          </p:nvPr>
        </p:nvSpPr>
        <p:spPr>
          <a:xfrm>
            <a:off x="6145884" y="252000"/>
            <a:ext cx="2844000" cy="6083999"/>
          </a:xfrm>
          <a:solidFill>
            <a:srgbClr val="DDDDDD"/>
          </a:solidFill>
        </p:spPr>
        <p:txBody>
          <a:bodyPr/>
          <a:lstStyle/>
          <a:p>
            <a:r>
              <a:rPr lang="da-DK"/>
              <a:t>Klik på ikonet for at tilføje et billede</a:t>
            </a:r>
            <a:endParaRPr lang="en-US"/>
          </a:p>
        </p:txBody>
      </p:sp>
      <p:sp>
        <p:nvSpPr>
          <p:cNvPr id="13" name="Pladsholder til billede 12">
            <a:extLst>
              <a:ext uri="{FF2B5EF4-FFF2-40B4-BE49-F238E27FC236}">
                <a16:creationId xmlns:a16="http://schemas.microsoft.com/office/drawing/2014/main" id="{223F50DF-086F-FB84-CB1C-000E8D95B312}"/>
              </a:ext>
            </a:extLst>
          </p:cNvPr>
          <p:cNvSpPr>
            <a:spLocks noGrp="1"/>
          </p:cNvSpPr>
          <p:nvPr>
            <p:ph type="pic" sz="quarter" idx="19"/>
          </p:nvPr>
        </p:nvSpPr>
        <p:spPr>
          <a:xfrm>
            <a:off x="9092825" y="252000"/>
            <a:ext cx="2808000" cy="6084000"/>
          </a:xfrm>
          <a:solidFill>
            <a:srgbClr val="DDDDDD"/>
          </a:solidFill>
        </p:spPr>
        <p:txBody>
          <a:bodyPr/>
          <a:lstStyle/>
          <a:p>
            <a:r>
              <a:rPr lang="da-DK"/>
              <a:t>Klik på ikonet for at tilføje et billede</a:t>
            </a:r>
            <a:endParaRPr lang="en-US"/>
          </a:p>
        </p:txBody>
      </p:sp>
    </p:spTree>
    <p:extLst>
      <p:ext uri="{BB962C8B-B14F-4D97-AF65-F5344CB8AC3E}">
        <p14:creationId xmlns:p14="http://schemas.microsoft.com/office/powerpoint/2010/main" val="164880328"/>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FOCUS x 4: Numbers">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3606701" cy="1811099"/>
          </a:xfrm>
        </p:spPr>
        <p:txBody>
          <a:bodyPr/>
          <a:lstStyle>
            <a:lvl1pPr>
              <a:defRPr sz="4800"/>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13" name="Pladsholder til tekst 2">
            <a:extLst>
              <a:ext uri="{FF2B5EF4-FFF2-40B4-BE49-F238E27FC236}">
                <a16:creationId xmlns:a16="http://schemas.microsoft.com/office/drawing/2014/main" id="{C37F8CD0-5E47-E738-9D18-5932C4549384}"/>
              </a:ext>
            </a:extLst>
          </p:cNvPr>
          <p:cNvSpPr>
            <a:spLocks noGrp="1"/>
          </p:cNvSpPr>
          <p:nvPr>
            <p:ph idx="14" hasCustomPrompt="1"/>
          </p:nvPr>
        </p:nvSpPr>
        <p:spPr>
          <a:xfrm>
            <a:off x="4291062" y="4318000"/>
            <a:ext cx="3606701" cy="1651000"/>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14" name="Pladsholder til tekst 11">
            <a:extLst>
              <a:ext uri="{FF2B5EF4-FFF2-40B4-BE49-F238E27FC236}">
                <a16:creationId xmlns:a16="http://schemas.microsoft.com/office/drawing/2014/main" id="{3FB91753-2DA3-54F0-8189-7622E4F2A92D}"/>
              </a:ext>
            </a:extLst>
          </p:cNvPr>
          <p:cNvSpPr>
            <a:spLocks noGrp="1"/>
          </p:cNvSpPr>
          <p:nvPr>
            <p:ph type="body" sz="quarter" idx="15" hasCustomPrompt="1"/>
          </p:nvPr>
        </p:nvSpPr>
        <p:spPr>
          <a:xfrm>
            <a:off x="4291062" y="3937000"/>
            <a:ext cx="3606701" cy="381000"/>
          </a:xfrm>
        </p:spPr>
        <p:txBody>
          <a:bodyPr/>
          <a:lstStyle>
            <a:lvl1pPr>
              <a:defRPr sz="1800"/>
            </a:lvl1pPr>
          </a:lstStyle>
          <a:p>
            <a:pPr lvl="0"/>
            <a:r>
              <a:rPr lang="da-DK"/>
              <a:t>Headline</a:t>
            </a:r>
            <a:endParaRPr lang="en-US"/>
          </a:p>
        </p:txBody>
      </p:sp>
      <p:sp>
        <p:nvSpPr>
          <p:cNvPr id="15" name="Pladsholder til tekst 2">
            <a:extLst>
              <a:ext uri="{FF2B5EF4-FFF2-40B4-BE49-F238E27FC236}">
                <a16:creationId xmlns:a16="http://schemas.microsoft.com/office/drawing/2014/main" id="{B5B55939-CFB1-D166-ADB8-43E520A99908}"/>
              </a:ext>
            </a:extLst>
          </p:cNvPr>
          <p:cNvSpPr>
            <a:spLocks noGrp="1"/>
          </p:cNvSpPr>
          <p:nvPr>
            <p:ph idx="16" hasCustomPrompt="1"/>
          </p:nvPr>
        </p:nvSpPr>
        <p:spPr>
          <a:xfrm>
            <a:off x="8294124" y="4318000"/>
            <a:ext cx="3606701" cy="1651000"/>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16" name="Pladsholder til tekst 11">
            <a:extLst>
              <a:ext uri="{FF2B5EF4-FFF2-40B4-BE49-F238E27FC236}">
                <a16:creationId xmlns:a16="http://schemas.microsoft.com/office/drawing/2014/main" id="{132B3D41-0488-9FBE-C7E7-EB46A310FA1B}"/>
              </a:ext>
            </a:extLst>
          </p:cNvPr>
          <p:cNvSpPr>
            <a:spLocks noGrp="1"/>
          </p:cNvSpPr>
          <p:nvPr>
            <p:ph type="body" sz="quarter" idx="17" hasCustomPrompt="1"/>
          </p:nvPr>
        </p:nvSpPr>
        <p:spPr>
          <a:xfrm>
            <a:off x="8294025" y="3937000"/>
            <a:ext cx="3606701" cy="381000"/>
          </a:xfrm>
        </p:spPr>
        <p:txBody>
          <a:bodyPr/>
          <a:lstStyle>
            <a:lvl1pPr>
              <a:defRPr sz="1800"/>
            </a:lvl1pPr>
          </a:lstStyle>
          <a:p>
            <a:pPr lvl="0"/>
            <a:r>
              <a:rPr lang="da-DK"/>
              <a:t>Headline</a:t>
            </a:r>
            <a:endParaRPr lang="en-US"/>
          </a:p>
        </p:txBody>
      </p:sp>
      <p:sp>
        <p:nvSpPr>
          <p:cNvPr id="18" name="Ellipse 17">
            <a:extLst>
              <a:ext uri="{FF2B5EF4-FFF2-40B4-BE49-F238E27FC236}">
                <a16:creationId xmlns:a16="http://schemas.microsoft.com/office/drawing/2014/main" id="{4D82CC6B-C20B-D03A-1E59-D16E1BD28F4A}"/>
              </a:ext>
            </a:extLst>
          </p:cNvPr>
          <p:cNvSpPr/>
          <p:nvPr userDrawn="1"/>
        </p:nvSpPr>
        <p:spPr>
          <a:xfrm>
            <a:off x="4291062" y="3447015"/>
            <a:ext cx="360000" cy="360000"/>
          </a:xfrm>
          <a:prstGeom prst="ellipse">
            <a:avLst/>
          </a:prstGeom>
          <a:noFill/>
          <a:ln w="1905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800" spc="-60" baseline="0" dirty="0" err="1">
                <a:solidFill>
                  <a:schemeClr val="tx2"/>
                </a:solidFill>
                <a:cs typeface="Arial"/>
              </a:rPr>
              <a:t>3</a:t>
            </a:r>
          </a:p>
        </p:txBody>
      </p:sp>
      <p:sp>
        <p:nvSpPr>
          <p:cNvPr id="19" name="Ellipse 18">
            <a:extLst>
              <a:ext uri="{FF2B5EF4-FFF2-40B4-BE49-F238E27FC236}">
                <a16:creationId xmlns:a16="http://schemas.microsoft.com/office/drawing/2014/main" id="{60E6C755-C664-E518-24E4-B404FA0842CA}"/>
              </a:ext>
            </a:extLst>
          </p:cNvPr>
          <p:cNvSpPr/>
          <p:nvPr userDrawn="1"/>
        </p:nvSpPr>
        <p:spPr>
          <a:xfrm>
            <a:off x="8290949" y="3447015"/>
            <a:ext cx="360000" cy="360000"/>
          </a:xfrm>
          <a:prstGeom prst="ellipse">
            <a:avLst/>
          </a:prstGeom>
          <a:noFill/>
          <a:ln w="1905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800" spc="-60" baseline="0" dirty="0" err="1">
                <a:solidFill>
                  <a:schemeClr val="tx2"/>
                </a:solidFill>
                <a:cs typeface="Arial"/>
              </a:rPr>
              <a:t>4</a:t>
            </a:r>
          </a:p>
        </p:txBody>
      </p:sp>
      <p:sp>
        <p:nvSpPr>
          <p:cNvPr id="6" name="Pladsholder til tekst 2">
            <a:extLst>
              <a:ext uri="{FF2B5EF4-FFF2-40B4-BE49-F238E27FC236}">
                <a16:creationId xmlns:a16="http://schemas.microsoft.com/office/drawing/2014/main" id="{C8FF04B3-B41B-3169-6003-46666D62034E}"/>
              </a:ext>
            </a:extLst>
          </p:cNvPr>
          <p:cNvSpPr>
            <a:spLocks noGrp="1"/>
          </p:cNvSpPr>
          <p:nvPr>
            <p:ph idx="18" hasCustomPrompt="1"/>
          </p:nvPr>
        </p:nvSpPr>
        <p:spPr>
          <a:xfrm>
            <a:off x="4291062" y="1103132"/>
            <a:ext cx="3606701" cy="1651000"/>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7" name="Pladsholder til tekst 11">
            <a:extLst>
              <a:ext uri="{FF2B5EF4-FFF2-40B4-BE49-F238E27FC236}">
                <a16:creationId xmlns:a16="http://schemas.microsoft.com/office/drawing/2014/main" id="{FB3B7F12-51AD-1154-264C-A7B6B388EED3}"/>
              </a:ext>
            </a:extLst>
          </p:cNvPr>
          <p:cNvSpPr>
            <a:spLocks noGrp="1"/>
          </p:cNvSpPr>
          <p:nvPr>
            <p:ph type="body" sz="quarter" idx="19" hasCustomPrompt="1"/>
          </p:nvPr>
        </p:nvSpPr>
        <p:spPr>
          <a:xfrm>
            <a:off x="4291062" y="722132"/>
            <a:ext cx="3606701" cy="381000"/>
          </a:xfrm>
        </p:spPr>
        <p:txBody>
          <a:bodyPr/>
          <a:lstStyle>
            <a:lvl1pPr>
              <a:defRPr sz="1800"/>
            </a:lvl1pPr>
          </a:lstStyle>
          <a:p>
            <a:pPr lvl="0"/>
            <a:r>
              <a:rPr lang="da-DK"/>
              <a:t>Headline</a:t>
            </a:r>
            <a:endParaRPr lang="en-US"/>
          </a:p>
        </p:txBody>
      </p:sp>
      <p:sp>
        <p:nvSpPr>
          <p:cNvPr id="8" name="Pladsholder til tekst 2">
            <a:extLst>
              <a:ext uri="{FF2B5EF4-FFF2-40B4-BE49-F238E27FC236}">
                <a16:creationId xmlns:a16="http://schemas.microsoft.com/office/drawing/2014/main" id="{AF478F71-503E-BE1E-8FE9-E2574DEBA735}"/>
              </a:ext>
            </a:extLst>
          </p:cNvPr>
          <p:cNvSpPr>
            <a:spLocks noGrp="1"/>
          </p:cNvSpPr>
          <p:nvPr>
            <p:ph idx="20" hasCustomPrompt="1"/>
          </p:nvPr>
        </p:nvSpPr>
        <p:spPr>
          <a:xfrm>
            <a:off x="8294124" y="1103132"/>
            <a:ext cx="3606701" cy="1651000"/>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9" name="Pladsholder til tekst 11">
            <a:extLst>
              <a:ext uri="{FF2B5EF4-FFF2-40B4-BE49-F238E27FC236}">
                <a16:creationId xmlns:a16="http://schemas.microsoft.com/office/drawing/2014/main" id="{B57EC8D4-5271-EB1B-F1DD-92949C0A5DDF}"/>
              </a:ext>
            </a:extLst>
          </p:cNvPr>
          <p:cNvSpPr>
            <a:spLocks noGrp="1"/>
          </p:cNvSpPr>
          <p:nvPr>
            <p:ph type="body" sz="quarter" idx="21" hasCustomPrompt="1"/>
          </p:nvPr>
        </p:nvSpPr>
        <p:spPr>
          <a:xfrm>
            <a:off x="8294025" y="722132"/>
            <a:ext cx="3606701" cy="381000"/>
          </a:xfrm>
        </p:spPr>
        <p:txBody>
          <a:bodyPr/>
          <a:lstStyle>
            <a:lvl1pPr>
              <a:defRPr sz="1800"/>
            </a:lvl1pPr>
          </a:lstStyle>
          <a:p>
            <a:pPr lvl="0"/>
            <a:r>
              <a:rPr lang="da-DK"/>
              <a:t>Headline</a:t>
            </a:r>
            <a:endParaRPr lang="en-US"/>
          </a:p>
        </p:txBody>
      </p:sp>
      <p:sp>
        <p:nvSpPr>
          <p:cNvPr id="11" name="Ellipse 10">
            <a:extLst>
              <a:ext uri="{FF2B5EF4-FFF2-40B4-BE49-F238E27FC236}">
                <a16:creationId xmlns:a16="http://schemas.microsoft.com/office/drawing/2014/main" id="{D4FB6324-B7E4-E17B-0345-F4C0D96128CC}"/>
              </a:ext>
            </a:extLst>
          </p:cNvPr>
          <p:cNvSpPr/>
          <p:nvPr userDrawn="1"/>
        </p:nvSpPr>
        <p:spPr>
          <a:xfrm>
            <a:off x="4291062" y="232147"/>
            <a:ext cx="360000" cy="360000"/>
          </a:xfrm>
          <a:prstGeom prst="ellipse">
            <a:avLst/>
          </a:prstGeom>
          <a:noFill/>
          <a:ln w="1905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800" spc="-60" baseline="0" dirty="0" err="1">
                <a:solidFill>
                  <a:schemeClr val="tx2"/>
                </a:solidFill>
                <a:cs typeface="Arial"/>
              </a:rPr>
              <a:t>1</a:t>
            </a:r>
          </a:p>
        </p:txBody>
      </p:sp>
      <p:sp>
        <p:nvSpPr>
          <p:cNvPr id="20" name="Ellipse 19">
            <a:extLst>
              <a:ext uri="{FF2B5EF4-FFF2-40B4-BE49-F238E27FC236}">
                <a16:creationId xmlns:a16="http://schemas.microsoft.com/office/drawing/2014/main" id="{C356B4CE-C542-DC3E-D820-F9584D074CB2}"/>
              </a:ext>
            </a:extLst>
          </p:cNvPr>
          <p:cNvSpPr/>
          <p:nvPr userDrawn="1"/>
        </p:nvSpPr>
        <p:spPr>
          <a:xfrm>
            <a:off x="8290949" y="232147"/>
            <a:ext cx="360000" cy="360000"/>
          </a:xfrm>
          <a:prstGeom prst="ellipse">
            <a:avLst/>
          </a:prstGeom>
          <a:noFill/>
          <a:ln w="1905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800" spc="-60" baseline="0" dirty="0" err="1">
                <a:solidFill>
                  <a:schemeClr val="tx2"/>
                </a:solidFill>
                <a:cs typeface="Arial"/>
              </a:rPr>
              <a:t>2</a:t>
            </a:r>
          </a:p>
        </p:txBody>
      </p:sp>
    </p:spTree>
    <p:extLst>
      <p:ext uri="{BB962C8B-B14F-4D97-AF65-F5344CB8AC3E}">
        <p14:creationId xmlns:p14="http://schemas.microsoft.com/office/powerpoint/2010/main" val="908391879"/>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FOCUS x 4: Harbour Mist">
    <p:bg>
      <p:bgPr>
        <a:solidFill>
          <a:schemeClr val="accent6"/>
        </a:solidFill>
        <a:effectLst/>
      </p:bgPr>
    </p:bg>
    <p:spTree>
      <p:nvGrpSpPr>
        <p:cNvPr id="1" name=""/>
        <p:cNvGrpSpPr/>
        <p:nvPr/>
      </p:nvGrpSpPr>
      <p:grpSpPr>
        <a:xfrm>
          <a:off x="0" y="0"/>
          <a:ext cx="0" cy="0"/>
          <a:chOff x="0" y="0"/>
          <a:chExt cx="0" cy="0"/>
        </a:xfrm>
      </p:grpSpPr>
      <p:grpSp>
        <p:nvGrpSpPr>
          <p:cNvPr id="24" name="Gruppe 23">
            <a:extLst>
              <a:ext uri="{FF2B5EF4-FFF2-40B4-BE49-F238E27FC236}">
                <a16:creationId xmlns:a16="http://schemas.microsoft.com/office/drawing/2014/main" id="{32E39A34-F551-DD74-3B4A-8CB05B34B06B}"/>
              </a:ext>
            </a:extLst>
          </p:cNvPr>
          <p:cNvGrpSpPr/>
          <p:nvPr userDrawn="1"/>
        </p:nvGrpSpPr>
        <p:grpSpPr>
          <a:xfrm>
            <a:off x="1093012" y="544372"/>
            <a:ext cx="1930363" cy="5405016"/>
            <a:chOff x="1084210" y="428625"/>
            <a:chExt cx="2088000" cy="5846400"/>
          </a:xfrm>
        </p:grpSpPr>
        <p:sp>
          <p:nvSpPr>
            <p:cNvPr id="17" name="Ellipse 16">
              <a:extLst>
                <a:ext uri="{FF2B5EF4-FFF2-40B4-BE49-F238E27FC236}">
                  <a16:creationId xmlns:a16="http://schemas.microsoft.com/office/drawing/2014/main" id="{FC8D66FE-F0C5-5FA5-5346-FB148950007F}"/>
                </a:ext>
              </a:extLst>
            </p:cNvPr>
            <p:cNvSpPr/>
            <p:nvPr userDrawn="1"/>
          </p:nvSpPr>
          <p:spPr>
            <a:xfrm>
              <a:off x="1084210" y="4286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1500" spc="-60" baseline="0" dirty="0" err="1">
                  <a:solidFill>
                    <a:schemeClr val="accent6"/>
                  </a:solidFill>
                  <a:cs typeface="Arial"/>
                </a:rPr>
                <a:t>1</a:t>
              </a:r>
            </a:p>
          </p:txBody>
        </p:sp>
        <p:sp>
          <p:nvSpPr>
            <p:cNvPr id="8" name="Ellipse 7">
              <a:extLst>
                <a:ext uri="{FF2B5EF4-FFF2-40B4-BE49-F238E27FC236}">
                  <a16:creationId xmlns:a16="http://schemas.microsoft.com/office/drawing/2014/main" id="{DBD370CD-0A91-ABF9-B050-B6AA3EDEBBCA}"/>
                </a:ext>
              </a:extLst>
            </p:cNvPr>
            <p:cNvSpPr/>
            <p:nvPr userDrawn="1"/>
          </p:nvSpPr>
          <p:spPr>
            <a:xfrm>
              <a:off x="1084210" y="23078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9" name="Ellipse 8">
              <a:extLst>
                <a:ext uri="{FF2B5EF4-FFF2-40B4-BE49-F238E27FC236}">
                  <a16:creationId xmlns:a16="http://schemas.microsoft.com/office/drawing/2014/main" id="{36F1F4D1-B20E-1BC0-7CB8-E14C7C651CA8}"/>
                </a:ext>
              </a:extLst>
            </p:cNvPr>
            <p:cNvSpPr/>
            <p:nvPr userDrawn="1"/>
          </p:nvSpPr>
          <p:spPr>
            <a:xfrm>
              <a:off x="1084210" y="41870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23" name="Rektangel 22">
              <a:extLst>
                <a:ext uri="{FF2B5EF4-FFF2-40B4-BE49-F238E27FC236}">
                  <a16:creationId xmlns:a16="http://schemas.microsoft.com/office/drawing/2014/main" id="{8B991A93-E3AA-7FF7-F6EE-3114857C9DE2}"/>
                </a:ext>
              </a:extLst>
            </p:cNvPr>
            <p:cNvSpPr/>
            <p:nvPr userDrawn="1"/>
          </p:nvSpPr>
          <p:spPr>
            <a:xfrm>
              <a:off x="1084210" y="3347429"/>
              <a:ext cx="2088000" cy="1884328"/>
            </a:xfrm>
            <a:prstGeom prst="rect">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grpSp>
      <p:grpSp>
        <p:nvGrpSpPr>
          <p:cNvPr id="35" name="Gruppe 34">
            <a:extLst>
              <a:ext uri="{FF2B5EF4-FFF2-40B4-BE49-F238E27FC236}">
                <a16:creationId xmlns:a16="http://schemas.microsoft.com/office/drawing/2014/main" id="{F7BEF383-129B-B9F3-14F3-D3089FA6023B}"/>
              </a:ext>
            </a:extLst>
          </p:cNvPr>
          <p:cNvGrpSpPr/>
          <p:nvPr userDrawn="1"/>
        </p:nvGrpSpPr>
        <p:grpSpPr>
          <a:xfrm>
            <a:off x="3783825" y="544372"/>
            <a:ext cx="1930363" cy="5405016"/>
            <a:chOff x="1084210" y="428625"/>
            <a:chExt cx="2088000" cy="5846400"/>
          </a:xfrm>
        </p:grpSpPr>
        <p:sp>
          <p:nvSpPr>
            <p:cNvPr id="39" name="Rektangel 38">
              <a:extLst>
                <a:ext uri="{FF2B5EF4-FFF2-40B4-BE49-F238E27FC236}">
                  <a16:creationId xmlns:a16="http://schemas.microsoft.com/office/drawing/2014/main" id="{297A0184-9F17-800C-D92F-AC420341C6C8}"/>
                </a:ext>
              </a:extLst>
            </p:cNvPr>
            <p:cNvSpPr/>
            <p:nvPr userDrawn="1"/>
          </p:nvSpPr>
          <p:spPr>
            <a:xfrm>
              <a:off x="1084210" y="1477952"/>
              <a:ext cx="2088000" cy="3753806"/>
            </a:xfrm>
            <a:prstGeom prst="rect">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36" name="Ellipse 35">
              <a:extLst>
                <a:ext uri="{FF2B5EF4-FFF2-40B4-BE49-F238E27FC236}">
                  <a16:creationId xmlns:a16="http://schemas.microsoft.com/office/drawing/2014/main" id="{BAE5D415-1E5B-3493-E36B-C530203BC812}"/>
                </a:ext>
              </a:extLst>
            </p:cNvPr>
            <p:cNvSpPr/>
            <p:nvPr userDrawn="1"/>
          </p:nvSpPr>
          <p:spPr>
            <a:xfrm>
              <a:off x="1084210" y="4286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1500" spc="-60" baseline="0" dirty="0" err="1">
                  <a:solidFill>
                    <a:schemeClr val="accent6"/>
                  </a:solidFill>
                  <a:cs typeface="Arial"/>
                </a:rPr>
                <a:t>2</a:t>
              </a:r>
            </a:p>
          </p:txBody>
        </p:sp>
        <p:sp>
          <p:nvSpPr>
            <p:cNvPr id="37" name="Ellipse 36">
              <a:extLst>
                <a:ext uri="{FF2B5EF4-FFF2-40B4-BE49-F238E27FC236}">
                  <a16:creationId xmlns:a16="http://schemas.microsoft.com/office/drawing/2014/main" id="{CD1937FF-7909-C157-939D-132243122017}"/>
                </a:ext>
              </a:extLst>
            </p:cNvPr>
            <p:cNvSpPr/>
            <p:nvPr userDrawn="1"/>
          </p:nvSpPr>
          <p:spPr>
            <a:xfrm>
              <a:off x="1084210" y="23078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38" name="Ellipse 37">
              <a:extLst>
                <a:ext uri="{FF2B5EF4-FFF2-40B4-BE49-F238E27FC236}">
                  <a16:creationId xmlns:a16="http://schemas.microsoft.com/office/drawing/2014/main" id="{E74EC7F2-E684-0E1E-96E7-969DAA2056A0}"/>
                </a:ext>
              </a:extLst>
            </p:cNvPr>
            <p:cNvSpPr/>
            <p:nvPr userDrawn="1"/>
          </p:nvSpPr>
          <p:spPr>
            <a:xfrm>
              <a:off x="1084210" y="41870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grpSp>
      <p:grpSp>
        <p:nvGrpSpPr>
          <p:cNvPr id="42" name="Gruppe 41">
            <a:extLst>
              <a:ext uri="{FF2B5EF4-FFF2-40B4-BE49-F238E27FC236}">
                <a16:creationId xmlns:a16="http://schemas.microsoft.com/office/drawing/2014/main" id="{C605EF4A-C179-8FFA-2989-BF574EB5A6A1}"/>
              </a:ext>
            </a:extLst>
          </p:cNvPr>
          <p:cNvGrpSpPr/>
          <p:nvPr userDrawn="1"/>
        </p:nvGrpSpPr>
        <p:grpSpPr>
          <a:xfrm>
            <a:off x="6474638" y="544372"/>
            <a:ext cx="1930363" cy="5405016"/>
            <a:chOff x="1084210" y="428625"/>
            <a:chExt cx="2088000" cy="5846400"/>
          </a:xfrm>
        </p:grpSpPr>
        <p:sp>
          <p:nvSpPr>
            <p:cNvPr id="46" name="Rektangel 45">
              <a:extLst>
                <a:ext uri="{FF2B5EF4-FFF2-40B4-BE49-F238E27FC236}">
                  <a16:creationId xmlns:a16="http://schemas.microsoft.com/office/drawing/2014/main" id="{1EAA7F3C-15C2-F259-B4CC-72067DDAC243}"/>
                </a:ext>
              </a:extLst>
            </p:cNvPr>
            <p:cNvSpPr/>
            <p:nvPr userDrawn="1"/>
          </p:nvSpPr>
          <p:spPr>
            <a:xfrm>
              <a:off x="1084210" y="1472625"/>
              <a:ext cx="2088000" cy="1884328"/>
            </a:xfrm>
            <a:prstGeom prst="rect">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43" name="Ellipse 42">
              <a:extLst>
                <a:ext uri="{FF2B5EF4-FFF2-40B4-BE49-F238E27FC236}">
                  <a16:creationId xmlns:a16="http://schemas.microsoft.com/office/drawing/2014/main" id="{79F06573-A3A7-1F5A-7DA1-7B737AB03930}"/>
                </a:ext>
              </a:extLst>
            </p:cNvPr>
            <p:cNvSpPr/>
            <p:nvPr userDrawn="1"/>
          </p:nvSpPr>
          <p:spPr>
            <a:xfrm>
              <a:off x="1084210" y="4286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1500" spc="-60" baseline="0" dirty="0" err="1">
                  <a:solidFill>
                    <a:schemeClr val="accent6"/>
                  </a:solidFill>
                  <a:cs typeface="Arial"/>
                </a:rPr>
                <a:t>3</a:t>
              </a:r>
            </a:p>
          </p:txBody>
        </p:sp>
        <p:sp>
          <p:nvSpPr>
            <p:cNvPr id="44" name="Ellipse 43">
              <a:extLst>
                <a:ext uri="{FF2B5EF4-FFF2-40B4-BE49-F238E27FC236}">
                  <a16:creationId xmlns:a16="http://schemas.microsoft.com/office/drawing/2014/main" id="{DFDFD667-65BF-6034-F0C8-6BE13F983D45}"/>
                </a:ext>
              </a:extLst>
            </p:cNvPr>
            <p:cNvSpPr/>
            <p:nvPr userDrawn="1"/>
          </p:nvSpPr>
          <p:spPr>
            <a:xfrm>
              <a:off x="1084210" y="23078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45" name="Ellipse 44">
              <a:extLst>
                <a:ext uri="{FF2B5EF4-FFF2-40B4-BE49-F238E27FC236}">
                  <a16:creationId xmlns:a16="http://schemas.microsoft.com/office/drawing/2014/main" id="{68F425FD-AC45-2BD0-F1F9-CDA1327786EB}"/>
                </a:ext>
              </a:extLst>
            </p:cNvPr>
            <p:cNvSpPr/>
            <p:nvPr userDrawn="1"/>
          </p:nvSpPr>
          <p:spPr>
            <a:xfrm>
              <a:off x="1084210" y="41870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grpSp>
      <p:grpSp>
        <p:nvGrpSpPr>
          <p:cNvPr id="49" name="Gruppe 48">
            <a:extLst>
              <a:ext uri="{FF2B5EF4-FFF2-40B4-BE49-F238E27FC236}">
                <a16:creationId xmlns:a16="http://schemas.microsoft.com/office/drawing/2014/main" id="{A98F00D6-B127-1E58-F81A-47C2DA79EF9B}"/>
              </a:ext>
            </a:extLst>
          </p:cNvPr>
          <p:cNvGrpSpPr/>
          <p:nvPr userDrawn="1"/>
        </p:nvGrpSpPr>
        <p:grpSpPr>
          <a:xfrm>
            <a:off x="9165450" y="544372"/>
            <a:ext cx="1930363" cy="5405016"/>
            <a:chOff x="1084210" y="428625"/>
            <a:chExt cx="2088000" cy="5846400"/>
          </a:xfrm>
        </p:grpSpPr>
        <p:sp>
          <p:nvSpPr>
            <p:cNvPr id="50" name="Ellipse 49">
              <a:extLst>
                <a:ext uri="{FF2B5EF4-FFF2-40B4-BE49-F238E27FC236}">
                  <a16:creationId xmlns:a16="http://schemas.microsoft.com/office/drawing/2014/main" id="{41BE961C-1A9F-F84A-D970-5EAF9465CB23}"/>
                </a:ext>
              </a:extLst>
            </p:cNvPr>
            <p:cNvSpPr/>
            <p:nvPr userDrawn="1"/>
          </p:nvSpPr>
          <p:spPr>
            <a:xfrm>
              <a:off x="1084210" y="4286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80000" rIns="180000" bIns="180000" rtlCol="0" anchor="ctr">
              <a:noAutofit/>
            </a:bodyPr>
            <a:lstStyle/>
            <a:p>
              <a:pPr algn="ctr">
                <a:lnSpc>
                  <a:spcPct val="100000"/>
                </a:lnSpc>
              </a:pPr>
              <a:r>
                <a:rPr lang="en-US" sz="11500" spc="-60" baseline="0" dirty="0" err="1">
                  <a:solidFill>
                    <a:schemeClr val="accent6"/>
                  </a:solidFill>
                  <a:cs typeface="Arial"/>
                </a:rPr>
                <a:t>4</a:t>
              </a:r>
            </a:p>
          </p:txBody>
        </p:sp>
        <p:sp>
          <p:nvSpPr>
            <p:cNvPr id="51" name="Ellipse 50">
              <a:extLst>
                <a:ext uri="{FF2B5EF4-FFF2-40B4-BE49-F238E27FC236}">
                  <a16:creationId xmlns:a16="http://schemas.microsoft.com/office/drawing/2014/main" id="{C2129BF2-43C2-2232-CD1D-3F236E29167C}"/>
                </a:ext>
              </a:extLst>
            </p:cNvPr>
            <p:cNvSpPr/>
            <p:nvPr userDrawn="1"/>
          </p:nvSpPr>
          <p:spPr>
            <a:xfrm>
              <a:off x="1084210" y="23078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52" name="Ellipse 51">
              <a:extLst>
                <a:ext uri="{FF2B5EF4-FFF2-40B4-BE49-F238E27FC236}">
                  <a16:creationId xmlns:a16="http://schemas.microsoft.com/office/drawing/2014/main" id="{B0C0F74E-70D8-7CC9-C095-A362D640C6C8}"/>
                </a:ext>
              </a:extLst>
            </p:cNvPr>
            <p:cNvSpPr/>
            <p:nvPr userDrawn="1"/>
          </p:nvSpPr>
          <p:spPr>
            <a:xfrm>
              <a:off x="1084210" y="4187025"/>
              <a:ext cx="2088000" cy="2088000"/>
            </a:xfrm>
            <a:prstGeom prst="ellipse">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sp>
          <p:nvSpPr>
            <p:cNvPr id="53" name="Rektangel 52">
              <a:extLst>
                <a:ext uri="{FF2B5EF4-FFF2-40B4-BE49-F238E27FC236}">
                  <a16:creationId xmlns:a16="http://schemas.microsoft.com/office/drawing/2014/main" id="{F8FCDE54-6C26-5651-D130-58910452D982}"/>
                </a:ext>
              </a:extLst>
            </p:cNvPr>
            <p:cNvSpPr/>
            <p:nvPr userDrawn="1"/>
          </p:nvSpPr>
          <p:spPr>
            <a:xfrm>
              <a:off x="1084210" y="3347429"/>
              <a:ext cx="2088000" cy="1884328"/>
            </a:xfrm>
            <a:prstGeom prst="rect">
              <a:avLst/>
            </a:prstGeom>
            <a:solidFill>
              <a:schemeClr val="tx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6"/>
                </a:solidFill>
                <a:cs typeface="Arial"/>
              </a:endParaRPr>
            </a:p>
          </p:txBody>
        </p:sp>
      </p:gr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47" name="Pladsholder til tekst 2">
            <a:extLst>
              <a:ext uri="{FF2B5EF4-FFF2-40B4-BE49-F238E27FC236}">
                <a16:creationId xmlns:a16="http://schemas.microsoft.com/office/drawing/2014/main" id="{316B54D1-A07F-833D-7898-046C88AF5D12}"/>
              </a:ext>
            </a:extLst>
          </p:cNvPr>
          <p:cNvSpPr>
            <a:spLocks noGrp="1"/>
          </p:cNvSpPr>
          <p:nvPr>
            <p:ph idx="19" hasCustomPrompt="1"/>
          </p:nvPr>
        </p:nvSpPr>
        <p:spPr>
          <a:xfrm>
            <a:off x="6780089" y="4738688"/>
            <a:ext cx="1319460" cy="983941"/>
          </a:xfrm>
          <a:prstGeom prst="rect">
            <a:avLst/>
          </a:prstGeom>
        </p:spPr>
        <p:txBody>
          <a:bodyPr vert="horz" lIns="0" tIns="0" rIns="0" bIns="0" rtlCol="0">
            <a:noAutofit/>
          </a:bodyPr>
          <a:lstStyle>
            <a:lvl1pPr marL="105750" indent="-105750">
              <a:lnSpc>
                <a:spcPct val="100000"/>
              </a:lnSpc>
              <a:buFont typeface="Arial" panose="020B0604020202020204" pitchFamily="34" charset="0"/>
              <a:buChar char="•"/>
              <a:defRPr sz="1000">
                <a:solidFill>
                  <a:schemeClr val="bg2"/>
                </a:solidFill>
              </a:defRPr>
            </a:lvl1pPr>
          </a:lstStyle>
          <a:p>
            <a:pPr lvl="0"/>
            <a:r>
              <a:rPr lang="da-DK"/>
              <a:t>Bullets</a:t>
            </a:r>
          </a:p>
        </p:txBody>
      </p:sp>
      <p:sp>
        <p:nvSpPr>
          <p:cNvPr id="48" name="Pladsholder til tekst 11">
            <a:extLst>
              <a:ext uri="{FF2B5EF4-FFF2-40B4-BE49-F238E27FC236}">
                <a16:creationId xmlns:a16="http://schemas.microsoft.com/office/drawing/2014/main" id="{A71B4A2F-F1BC-49AC-9666-CA6ACCD8F9C2}"/>
              </a:ext>
            </a:extLst>
          </p:cNvPr>
          <p:cNvSpPr>
            <a:spLocks noGrp="1"/>
          </p:cNvSpPr>
          <p:nvPr>
            <p:ph type="body" sz="quarter" idx="20" hasCustomPrompt="1"/>
          </p:nvPr>
        </p:nvSpPr>
        <p:spPr>
          <a:xfrm>
            <a:off x="6778800" y="4429128"/>
            <a:ext cx="1319460" cy="381000"/>
          </a:xfrm>
        </p:spPr>
        <p:txBody>
          <a:bodyPr/>
          <a:lstStyle>
            <a:lvl1pPr>
              <a:defRPr sz="1600">
                <a:solidFill>
                  <a:schemeClr val="bg2"/>
                </a:solidFill>
              </a:defRPr>
            </a:lvl1pPr>
          </a:lstStyle>
          <a:p>
            <a:pPr lvl="0"/>
            <a:r>
              <a:rPr lang="da-DK"/>
              <a:t>Headline</a:t>
            </a:r>
            <a:endParaRPr lang="en-US"/>
          </a:p>
        </p:txBody>
      </p:sp>
      <p:sp>
        <p:nvSpPr>
          <p:cNvPr id="57" name="Pladsholder til tekst 2">
            <a:extLst>
              <a:ext uri="{FF2B5EF4-FFF2-40B4-BE49-F238E27FC236}">
                <a16:creationId xmlns:a16="http://schemas.microsoft.com/office/drawing/2014/main" id="{0FB05EB1-379E-C15E-AD61-3B71F8B49E83}"/>
              </a:ext>
            </a:extLst>
          </p:cNvPr>
          <p:cNvSpPr>
            <a:spLocks noGrp="1"/>
          </p:cNvSpPr>
          <p:nvPr>
            <p:ph idx="21" hasCustomPrompt="1"/>
          </p:nvPr>
        </p:nvSpPr>
        <p:spPr>
          <a:xfrm>
            <a:off x="1398463" y="4738688"/>
            <a:ext cx="1319460" cy="983941"/>
          </a:xfrm>
          <a:prstGeom prst="rect">
            <a:avLst/>
          </a:prstGeom>
        </p:spPr>
        <p:txBody>
          <a:bodyPr vert="horz" lIns="0" tIns="0" rIns="0" bIns="0" rtlCol="0">
            <a:noAutofit/>
          </a:bodyPr>
          <a:lstStyle>
            <a:lvl1pPr marL="105750" indent="-105750">
              <a:lnSpc>
                <a:spcPct val="100000"/>
              </a:lnSpc>
              <a:buFont typeface="Arial" panose="020B0604020202020204" pitchFamily="34" charset="0"/>
              <a:buChar char="•"/>
              <a:defRPr sz="1000">
                <a:solidFill>
                  <a:schemeClr val="bg2"/>
                </a:solidFill>
              </a:defRPr>
            </a:lvl1pPr>
          </a:lstStyle>
          <a:p>
            <a:pPr lvl="0"/>
            <a:r>
              <a:rPr lang="da-DK"/>
              <a:t>Bullets</a:t>
            </a:r>
          </a:p>
        </p:txBody>
      </p:sp>
      <p:sp>
        <p:nvSpPr>
          <p:cNvPr id="58" name="Pladsholder til tekst 11">
            <a:extLst>
              <a:ext uri="{FF2B5EF4-FFF2-40B4-BE49-F238E27FC236}">
                <a16:creationId xmlns:a16="http://schemas.microsoft.com/office/drawing/2014/main" id="{B56A2666-9BC0-2361-1402-0C49E32F8548}"/>
              </a:ext>
            </a:extLst>
          </p:cNvPr>
          <p:cNvSpPr>
            <a:spLocks noGrp="1"/>
          </p:cNvSpPr>
          <p:nvPr>
            <p:ph type="body" sz="quarter" idx="22" hasCustomPrompt="1"/>
          </p:nvPr>
        </p:nvSpPr>
        <p:spPr>
          <a:xfrm>
            <a:off x="1398463" y="4429128"/>
            <a:ext cx="1319460" cy="381000"/>
          </a:xfrm>
        </p:spPr>
        <p:txBody>
          <a:bodyPr/>
          <a:lstStyle>
            <a:lvl1pPr>
              <a:defRPr sz="1600">
                <a:solidFill>
                  <a:schemeClr val="bg2"/>
                </a:solidFill>
              </a:defRPr>
            </a:lvl1pPr>
          </a:lstStyle>
          <a:p>
            <a:pPr lvl="0"/>
            <a:r>
              <a:rPr lang="da-DK"/>
              <a:t>Headline</a:t>
            </a:r>
            <a:endParaRPr lang="en-US"/>
          </a:p>
        </p:txBody>
      </p:sp>
      <p:sp>
        <p:nvSpPr>
          <p:cNvPr id="59" name="Pladsholder til tekst 2">
            <a:extLst>
              <a:ext uri="{FF2B5EF4-FFF2-40B4-BE49-F238E27FC236}">
                <a16:creationId xmlns:a16="http://schemas.microsoft.com/office/drawing/2014/main" id="{5981D693-B869-9585-D3C0-0572244D8FB4}"/>
              </a:ext>
            </a:extLst>
          </p:cNvPr>
          <p:cNvSpPr>
            <a:spLocks noGrp="1"/>
          </p:cNvSpPr>
          <p:nvPr>
            <p:ph idx="23" hasCustomPrompt="1"/>
          </p:nvPr>
        </p:nvSpPr>
        <p:spPr>
          <a:xfrm>
            <a:off x="4089276" y="4738688"/>
            <a:ext cx="1319460" cy="983941"/>
          </a:xfrm>
          <a:prstGeom prst="rect">
            <a:avLst/>
          </a:prstGeom>
        </p:spPr>
        <p:txBody>
          <a:bodyPr vert="horz" lIns="0" tIns="0" rIns="0" bIns="0" rtlCol="0">
            <a:noAutofit/>
          </a:bodyPr>
          <a:lstStyle>
            <a:lvl1pPr marL="105750" indent="-105750">
              <a:lnSpc>
                <a:spcPct val="100000"/>
              </a:lnSpc>
              <a:buFont typeface="Arial" panose="020B0604020202020204" pitchFamily="34" charset="0"/>
              <a:buChar char="•"/>
              <a:defRPr sz="1000">
                <a:solidFill>
                  <a:schemeClr val="bg2"/>
                </a:solidFill>
              </a:defRPr>
            </a:lvl1pPr>
          </a:lstStyle>
          <a:p>
            <a:pPr lvl="0"/>
            <a:r>
              <a:rPr lang="da-DK"/>
              <a:t>Bullets</a:t>
            </a:r>
          </a:p>
        </p:txBody>
      </p:sp>
      <p:sp>
        <p:nvSpPr>
          <p:cNvPr id="60" name="Pladsholder til tekst 11">
            <a:extLst>
              <a:ext uri="{FF2B5EF4-FFF2-40B4-BE49-F238E27FC236}">
                <a16:creationId xmlns:a16="http://schemas.microsoft.com/office/drawing/2014/main" id="{D3574B78-EA4F-BEED-B231-0BA84A677862}"/>
              </a:ext>
            </a:extLst>
          </p:cNvPr>
          <p:cNvSpPr>
            <a:spLocks noGrp="1"/>
          </p:cNvSpPr>
          <p:nvPr>
            <p:ph type="body" sz="quarter" idx="24" hasCustomPrompt="1"/>
          </p:nvPr>
        </p:nvSpPr>
        <p:spPr>
          <a:xfrm>
            <a:off x="4089276" y="4429128"/>
            <a:ext cx="1319460" cy="381000"/>
          </a:xfrm>
        </p:spPr>
        <p:txBody>
          <a:bodyPr/>
          <a:lstStyle>
            <a:lvl1pPr>
              <a:defRPr sz="1600">
                <a:solidFill>
                  <a:schemeClr val="bg2"/>
                </a:solidFill>
              </a:defRPr>
            </a:lvl1pPr>
          </a:lstStyle>
          <a:p>
            <a:pPr lvl="0"/>
            <a:r>
              <a:rPr lang="da-DK"/>
              <a:t>Headline</a:t>
            </a:r>
            <a:endParaRPr lang="en-US"/>
          </a:p>
        </p:txBody>
      </p:sp>
      <p:sp>
        <p:nvSpPr>
          <p:cNvPr id="61" name="Pladsholder til tekst 2">
            <a:extLst>
              <a:ext uri="{FF2B5EF4-FFF2-40B4-BE49-F238E27FC236}">
                <a16:creationId xmlns:a16="http://schemas.microsoft.com/office/drawing/2014/main" id="{8ADA7D18-8A8C-8038-78D5-DFC74CE212E0}"/>
              </a:ext>
            </a:extLst>
          </p:cNvPr>
          <p:cNvSpPr>
            <a:spLocks noGrp="1"/>
          </p:cNvSpPr>
          <p:nvPr>
            <p:ph idx="25" hasCustomPrompt="1"/>
          </p:nvPr>
        </p:nvSpPr>
        <p:spPr>
          <a:xfrm>
            <a:off x="9470902" y="4738688"/>
            <a:ext cx="1319460" cy="983941"/>
          </a:xfrm>
          <a:prstGeom prst="rect">
            <a:avLst/>
          </a:prstGeom>
        </p:spPr>
        <p:txBody>
          <a:bodyPr vert="horz" lIns="0" tIns="0" rIns="0" bIns="0" rtlCol="0">
            <a:noAutofit/>
          </a:bodyPr>
          <a:lstStyle>
            <a:lvl1pPr marL="105750" indent="-105750">
              <a:lnSpc>
                <a:spcPct val="100000"/>
              </a:lnSpc>
              <a:buFont typeface="Arial" panose="020B0604020202020204" pitchFamily="34" charset="0"/>
              <a:buChar char="•"/>
              <a:defRPr sz="1000">
                <a:solidFill>
                  <a:schemeClr val="bg2"/>
                </a:solidFill>
              </a:defRPr>
            </a:lvl1pPr>
          </a:lstStyle>
          <a:p>
            <a:pPr lvl="0"/>
            <a:r>
              <a:rPr lang="da-DK"/>
              <a:t>Bullets</a:t>
            </a:r>
          </a:p>
        </p:txBody>
      </p:sp>
      <p:sp>
        <p:nvSpPr>
          <p:cNvPr id="62" name="Pladsholder til tekst 11">
            <a:extLst>
              <a:ext uri="{FF2B5EF4-FFF2-40B4-BE49-F238E27FC236}">
                <a16:creationId xmlns:a16="http://schemas.microsoft.com/office/drawing/2014/main" id="{A9CC982F-40F9-541A-071E-22469FA13E87}"/>
              </a:ext>
            </a:extLst>
          </p:cNvPr>
          <p:cNvSpPr>
            <a:spLocks noGrp="1"/>
          </p:cNvSpPr>
          <p:nvPr>
            <p:ph type="body" sz="quarter" idx="26" hasCustomPrompt="1"/>
          </p:nvPr>
        </p:nvSpPr>
        <p:spPr>
          <a:xfrm>
            <a:off x="9469613" y="4429128"/>
            <a:ext cx="1319460" cy="381000"/>
          </a:xfrm>
        </p:spPr>
        <p:txBody>
          <a:bodyPr/>
          <a:lstStyle>
            <a:lvl1pPr>
              <a:defRPr sz="1600">
                <a:solidFill>
                  <a:schemeClr val="bg2"/>
                </a:solidFill>
              </a:defRPr>
            </a:lvl1pPr>
          </a:lstStyle>
          <a:p>
            <a:pPr lvl="0"/>
            <a:r>
              <a:rPr lang="da-DK"/>
              <a:t>Headline</a:t>
            </a:r>
            <a:endParaRPr lang="en-US"/>
          </a:p>
        </p:txBody>
      </p:sp>
    </p:spTree>
    <p:extLst>
      <p:ext uri="{BB962C8B-B14F-4D97-AF65-F5344CB8AC3E}">
        <p14:creationId xmlns:p14="http://schemas.microsoft.com/office/powerpoint/2010/main" val="4217193872"/>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FOCUS x 4: Cream">
    <p:bg>
      <p:bgPr>
        <a:solidFill>
          <a:schemeClr val="accent4"/>
        </a:solidFill>
        <a:effectLst/>
      </p:bgPr>
    </p:bg>
    <p:spTree>
      <p:nvGrpSpPr>
        <p:cNvPr id="1" name=""/>
        <p:cNvGrpSpPr/>
        <p:nvPr/>
      </p:nvGrpSpPr>
      <p:grpSpPr>
        <a:xfrm>
          <a:off x="0" y="0"/>
          <a:ext cx="0" cy="0"/>
          <a:chOff x="0" y="0"/>
          <a:chExt cx="0" cy="0"/>
        </a:xfrm>
      </p:grpSpPr>
      <p:grpSp>
        <p:nvGrpSpPr>
          <p:cNvPr id="24" name="Gruppe 23">
            <a:extLst>
              <a:ext uri="{FF2B5EF4-FFF2-40B4-BE49-F238E27FC236}">
                <a16:creationId xmlns:a16="http://schemas.microsoft.com/office/drawing/2014/main" id="{32E39A34-F551-DD74-3B4A-8CB05B34B06B}"/>
              </a:ext>
            </a:extLst>
          </p:cNvPr>
          <p:cNvGrpSpPr/>
          <p:nvPr userDrawn="1"/>
        </p:nvGrpSpPr>
        <p:grpSpPr>
          <a:xfrm>
            <a:off x="1093012" y="544372"/>
            <a:ext cx="1930363" cy="5405016"/>
            <a:chOff x="1084210" y="428625"/>
            <a:chExt cx="2088000" cy="5846400"/>
          </a:xfrm>
          <a:solidFill>
            <a:schemeClr val="accent3"/>
          </a:solidFill>
        </p:grpSpPr>
        <p:sp>
          <p:nvSpPr>
            <p:cNvPr id="17" name="Ellipse 16">
              <a:extLst>
                <a:ext uri="{FF2B5EF4-FFF2-40B4-BE49-F238E27FC236}">
                  <a16:creationId xmlns:a16="http://schemas.microsoft.com/office/drawing/2014/main" id="{FC8D66FE-F0C5-5FA5-5346-FB148950007F}"/>
                </a:ext>
              </a:extLst>
            </p:cNvPr>
            <p:cNvSpPr/>
            <p:nvPr userDrawn="1"/>
          </p:nvSpPr>
          <p:spPr>
            <a:xfrm>
              <a:off x="1084210" y="428625"/>
              <a:ext cx="2088000" cy="2088000"/>
            </a:xfrm>
            <a:prstGeom prst="ellipse">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1500" spc="-60" baseline="0" dirty="0" err="1">
                  <a:solidFill>
                    <a:schemeClr val="accent4"/>
                  </a:solidFill>
                  <a:cs typeface="Arial"/>
                </a:rPr>
                <a:t>1</a:t>
              </a:r>
            </a:p>
          </p:txBody>
        </p:sp>
        <p:sp>
          <p:nvSpPr>
            <p:cNvPr id="8" name="Ellipse 7">
              <a:extLst>
                <a:ext uri="{FF2B5EF4-FFF2-40B4-BE49-F238E27FC236}">
                  <a16:creationId xmlns:a16="http://schemas.microsoft.com/office/drawing/2014/main" id="{DBD370CD-0A91-ABF9-B050-B6AA3EDEBBCA}"/>
                </a:ext>
              </a:extLst>
            </p:cNvPr>
            <p:cNvSpPr/>
            <p:nvPr userDrawn="1"/>
          </p:nvSpPr>
          <p:spPr>
            <a:xfrm>
              <a:off x="1084210" y="2307825"/>
              <a:ext cx="2088000" cy="2088000"/>
            </a:xfrm>
            <a:prstGeom prst="ellipse">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4"/>
                </a:solidFill>
                <a:cs typeface="Arial"/>
              </a:endParaRPr>
            </a:p>
          </p:txBody>
        </p:sp>
        <p:sp>
          <p:nvSpPr>
            <p:cNvPr id="9" name="Ellipse 8">
              <a:extLst>
                <a:ext uri="{FF2B5EF4-FFF2-40B4-BE49-F238E27FC236}">
                  <a16:creationId xmlns:a16="http://schemas.microsoft.com/office/drawing/2014/main" id="{36F1F4D1-B20E-1BC0-7CB8-E14C7C651CA8}"/>
                </a:ext>
              </a:extLst>
            </p:cNvPr>
            <p:cNvSpPr/>
            <p:nvPr userDrawn="1"/>
          </p:nvSpPr>
          <p:spPr>
            <a:xfrm>
              <a:off x="1084210" y="4187025"/>
              <a:ext cx="2088000" cy="2088000"/>
            </a:xfrm>
            <a:prstGeom prst="ellipse">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4"/>
                </a:solidFill>
                <a:cs typeface="Arial"/>
              </a:endParaRPr>
            </a:p>
          </p:txBody>
        </p:sp>
        <p:sp>
          <p:nvSpPr>
            <p:cNvPr id="23" name="Rektangel 22">
              <a:extLst>
                <a:ext uri="{FF2B5EF4-FFF2-40B4-BE49-F238E27FC236}">
                  <a16:creationId xmlns:a16="http://schemas.microsoft.com/office/drawing/2014/main" id="{8B991A93-E3AA-7FF7-F6EE-3114857C9DE2}"/>
                </a:ext>
              </a:extLst>
            </p:cNvPr>
            <p:cNvSpPr/>
            <p:nvPr userDrawn="1"/>
          </p:nvSpPr>
          <p:spPr>
            <a:xfrm>
              <a:off x="1084210" y="3347429"/>
              <a:ext cx="2088000" cy="1884328"/>
            </a:xfrm>
            <a:prstGeom prst="rect">
              <a:avLst/>
            </a:pr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4"/>
                </a:solidFill>
                <a:cs typeface="Arial"/>
              </a:endParaRPr>
            </a:p>
          </p:txBody>
        </p:sp>
      </p:grpSp>
      <p:grpSp>
        <p:nvGrpSpPr>
          <p:cNvPr id="35" name="Gruppe 34">
            <a:extLst>
              <a:ext uri="{FF2B5EF4-FFF2-40B4-BE49-F238E27FC236}">
                <a16:creationId xmlns:a16="http://schemas.microsoft.com/office/drawing/2014/main" id="{F7BEF383-129B-B9F3-14F3-D3089FA6023B}"/>
              </a:ext>
            </a:extLst>
          </p:cNvPr>
          <p:cNvGrpSpPr/>
          <p:nvPr userDrawn="1"/>
        </p:nvGrpSpPr>
        <p:grpSpPr>
          <a:xfrm>
            <a:off x="3783825" y="544372"/>
            <a:ext cx="1930363" cy="5405016"/>
            <a:chOff x="1084210" y="428625"/>
            <a:chExt cx="2088000" cy="5846400"/>
          </a:xfrm>
          <a:solidFill>
            <a:schemeClr val="accent3"/>
          </a:solidFill>
        </p:grpSpPr>
        <p:sp>
          <p:nvSpPr>
            <p:cNvPr id="39" name="Rektangel 38">
              <a:extLst>
                <a:ext uri="{FF2B5EF4-FFF2-40B4-BE49-F238E27FC236}">
                  <a16:creationId xmlns:a16="http://schemas.microsoft.com/office/drawing/2014/main" id="{297A0184-9F17-800C-D92F-AC420341C6C8}"/>
                </a:ext>
              </a:extLst>
            </p:cNvPr>
            <p:cNvSpPr/>
            <p:nvPr userDrawn="1"/>
          </p:nvSpPr>
          <p:spPr>
            <a:xfrm>
              <a:off x="1084210" y="1477952"/>
              <a:ext cx="2088000" cy="3753806"/>
            </a:xfrm>
            <a:prstGeom prst="rect">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4"/>
                </a:solidFill>
                <a:cs typeface="Arial"/>
              </a:endParaRPr>
            </a:p>
          </p:txBody>
        </p:sp>
        <p:sp>
          <p:nvSpPr>
            <p:cNvPr id="36" name="Ellipse 35">
              <a:extLst>
                <a:ext uri="{FF2B5EF4-FFF2-40B4-BE49-F238E27FC236}">
                  <a16:creationId xmlns:a16="http://schemas.microsoft.com/office/drawing/2014/main" id="{BAE5D415-1E5B-3493-E36B-C530203BC812}"/>
                </a:ext>
              </a:extLst>
            </p:cNvPr>
            <p:cNvSpPr/>
            <p:nvPr userDrawn="1"/>
          </p:nvSpPr>
          <p:spPr>
            <a:xfrm>
              <a:off x="1084210" y="428625"/>
              <a:ext cx="2088000" cy="2088000"/>
            </a:xfrm>
            <a:prstGeom prst="ellipse">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1500" spc="-60" baseline="0" dirty="0" err="1">
                  <a:solidFill>
                    <a:schemeClr val="accent4"/>
                  </a:solidFill>
                  <a:cs typeface="Arial"/>
                </a:rPr>
                <a:t>2</a:t>
              </a:r>
            </a:p>
          </p:txBody>
        </p:sp>
        <p:sp>
          <p:nvSpPr>
            <p:cNvPr id="37" name="Ellipse 36">
              <a:extLst>
                <a:ext uri="{FF2B5EF4-FFF2-40B4-BE49-F238E27FC236}">
                  <a16:creationId xmlns:a16="http://schemas.microsoft.com/office/drawing/2014/main" id="{CD1937FF-7909-C157-939D-132243122017}"/>
                </a:ext>
              </a:extLst>
            </p:cNvPr>
            <p:cNvSpPr/>
            <p:nvPr userDrawn="1"/>
          </p:nvSpPr>
          <p:spPr>
            <a:xfrm>
              <a:off x="1084210" y="2307825"/>
              <a:ext cx="2088000" cy="2088000"/>
            </a:xfrm>
            <a:prstGeom prst="ellipse">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4"/>
                </a:solidFill>
                <a:cs typeface="Arial"/>
              </a:endParaRPr>
            </a:p>
          </p:txBody>
        </p:sp>
        <p:sp>
          <p:nvSpPr>
            <p:cNvPr id="38" name="Ellipse 37">
              <a:extLst>
                <a:ext uri="{FF2B5EF4-FFF2-40B4-BE49-F238E27FC236}">
                  <a16:creationId xmlns:a16="http://schemas.microsoft.com/office/drawing/2014/main" id="{E74EC7F2-E684-0E1E-96E7-969DAA2056A0}"/>
                </a:ext>
              </a:extLst>
            </p:cNvPr>
            <p:cNvSpPr/>
            <p:nvPr userDrawn="1"/>
          </p:nvSpPr>
          <p:spPr>
            <a:xfrm>
              <a:off x="1084210" y="4187025"/>
              <a:ext cx="2088000" cy="2088000"/>
            </a:xfrm>
            <a:prstGeom prst="ellipse">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4"/>
                </a:solidFill>
                <a:cs typeface="Arial"/>
              </a:endParaRPr>
            </a:p>
          </p:txBody>
        </p:sp>
      </p:grpSp>
      <p:grpSp>
        <p:nvGrpSpPr>
          <p:cNvPr id="42" name="Gruppe 41">
            <a:extLst>
              <a:ext uri="{FF2B5EF4-FFF2-40B4-BE49-F238E27FC236}">
                <a16:creationId xmlns:a16="http://schemas.microsoft.com/office/drawing/2014/main" id="{C605EF4A-C179-8FFA-2989-BF574EB5A6A1}"/>
              </a:ext>
            </a:extLst>
          </p:cNvPr>
          <p:cNvGrpSpPr/>
          <p:nvPr userDrawn="1"/>
        </p:nvGrpSpPr>
        <p:grpSpPr>
          <a:xfrm>
            <a:off x="6474638" y="544372"/>
            <a:ext cx="1930363" cy="5405016"/>
            <a:chOff x="1084210" y="428625"/>
            <a:chExt cx="2088000" cy="5846400"/>
          </a:xfrm>
          <a:solidFill>
            <a:schemeClr val="accent3"/>
          </a:solidFill>
        </p:grpSpPr>
        <p:sp>
          <p:nvSpPr>
            <p:cNvPr id="46" name="Rektangel 45">
              <a:extLst>
                <a:ext uri="{FF2B5EF4-FFF2-40B4-BE49-F238E27FC236}">
                  <a16:creationId xmlns:a16="http://schemas.microsoft.com/office/drawing/2014/main" id="{1EAA7F3C-15C2-F259-B4CC-72067DDAC243}"/>
                </a:ext>
              </a:extLst>
            </p:cNvPr>
            <p:cNvSpPr/>
            <p:nvPr userDrawn="1"/>
          </p:nvSpPr>
          <p:spPr>
            <a:xfrm>
              <a:off x="1084210" y="1472625"/>
              <a:ext cx="2088000" cy="1884328"/>
            </a:xfrm>
            <a:prstGeom prst="rect">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4"/>
                </a:solidFill>
                <a:cs typeface="Arial"/>
              </a:endParaRPr>
            </a:p>
          </p:txBody>
        </p:sp>
        <p:sp>
          <p:nvSpPr>
            <p:cNvPr id="43" name="Ellipse 42">
              <a:extLst>
                <a:ext uri="{FF2B5EF4-FFF2-40B4-BE49-F238E27FC236}">
                  <a16:creationId xmlns:a16="http://schemas.microsoft.com/office/drawing/2014/main" id="{79F06573-A3A7-1F5A-7DA1-7B737AB03930}"/>
                </a:ext>
              </a:extLst>
            </p:cNvPr>
            <p:cNvSpPr/>
            <p:nvPr userDrawn="1"/>
          </p:nvSpPr>
          <p:spPr>
            <a:xfrm>
              <a:off x="1084210" y="428625"/>
              <a:ext cx="2088000" cy="2088000"/>
            </a:xfrm>
            <a:prstGeom prst="ellipse">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1500" spc="-60" baseline="0" dirty="0" err="1">
                  <a:solidFill>
                    <a:schemeClr val="accent4"/>
                  </a:solidFill>
                  <a:cs typeface="Arial"/>
                </a:rPr>
                <a:t>3</a:t>
              </a:r>
            </a:p>
          </p:txBody>
        </p:sp>
        <p:sp>
          <p:nvSpPr>
            <p:cNvPr id="44" name="Ellipse 43">
              <a:extLst>
                <a:ext uri="{FF2B5EF4-FFF2-40B4-BE49-F238E27FC236}">
                  <a16:creationId xmlns:a16="http://schemas.microsoft.com/office/drawing/2014/main" id="{DFDFD667-65BF-6034-F0C8-6BE13F983D45}"/>
                </a:ext>
              </a:extLst>
            </p:cNvPr>
            <p:cNvSpPr/>
            <p:nvPr userDrawn="1"/>
          </p:nvSpPr>
          <p:spPr>
            <a:xfrm>
              <a:off x="1084210" y="2307825"/>
              <a:ext cx="2088000" cy="2088000"/>
            </a:xfrm>
            <a:prstGeom prst="ellipse">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4"/>
                </a:solidFill>
                <a:cs typeface="Arial"/>
              </a:endParaRPr>
            </a:p>
          </p:txBody>
        </p:sp>
        <p:sp>
          <p:nvSpPr>
            <p:cNvPr id="45" name="Ellipse 44">
              <a:extLst>
                <a:ext uri="{FF2B5EF4-FFF2-40B4-BE49-F238E27FC236}">
                  <a16:creationId xmlns:a16="http://schemas.microsoft.com/office/drawing/2014/main" id="{68F425FD-AC45-2BD0-F1F9-CDA1327786EB}"/>
                </a:ext>
              </a:extLst>
            </p:cNvPr>
            <p:cNvSpPr/>
            <p:nvPr userDrawn="1"/>
          </p:nvSpPr>
          <p:spPr>
            <a:xfrm>
              <a:off x="1084210" y="4187025"/>
              <a:ext cx="2088000" cy="2088000"/>
            </a:xfrm>
            <a:prstGeom prst="ellipse">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4"/>
                </a:solidFill>
                <a:cs typeface="Arial"/>
              </a:endParaRPr>
            </a:p>
          </p:txBody>
        </p:sp>
      </p:grpSp>
      <p:grpSp>
        <p:nvGrpSpPr>
          <p:cNvPr id="49" name="Gruppe 48">
            <a:extLst>
              <a:ext uri="{FF2B5EF4-FFF2-40B4-BE49-F238E27FC236}">
                <a16:creationId xmlns:a16="http://schemas.microsoft.com/office/drawing/2014/main" id="{A98F00D6-B127-1E58-F81A-47C2DA79EF9B}"/>
              </a:ext>
            </a:extLst>
          </p:cNvPr>
          <p:cNvGrpSpPr/>
          <p:nvPr userDrawn="1"/>
        </p:nvGrpSpPr>
        <p:grpSpPr>
          <a:xfrm>
            <a:off x="9165450" y="544372"/>
            <a:ext cx="1930363" cy="5405016"/>
            <a:chOff x="1084210" y="428625"/>
            <a:chExt cx="2088000" cy="5846400"/>
          </a:xfrm>
          <a:solidFill>
            <a:schemeClr val="accent3"/>
          </a:solidFill>
        </p:grpSpPr>
        <p:sp>
          <p:nvSpPr>
            <p:cNvPr id="50" name="Ellipse 49">
              <a:extLst>
                <a:ext uri="{FF2B5EF4-FFF2-40B4-BE49-F238E27FC236}">
                  <a16:creationId xmlns:a16="http://schemas.microsoft.com/office/drawing/2014/main" id="{41BE961C-1A9F-F84A-D970-5EAF9465CB23}"/>
                </a:ext>
              </a:extLst>
            </p:cNvPr>
            <p:cNvSpPr/>
            <p:nvPr userDrawn="1"/>
          </p:nvSpPr>
          <p:spPr>
            <a:xfrm>
              <a:off x="1084210" y="428625"/>
              <a:ext cx="2088000" cy="2088000"/>
            </a:xfrm>
            <a:prstGeom prst="ellipse">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80000" rIns="180000" bIns="180000" rtlCol="0" anchor="ctr">
              <a:noAutofit/>
            </a:bodyPr>
            <a:lstStyle/>
            <a:p>
              <a:pPr algn="ctr">
                <a:lnSpc>
                  <a:spcPct val="100000"/>
                </a:lnSpc>
              </a:pPr>
              <a:r>
                <a:rPr lang="en-US" sz="11500" spc="-60" baseline="0" dirty="0" err="1">
                  <a:solidFill>
                    <a:schemeClr val="accent4"/>
                  </a:solidFill>
                  <a:cs typeface="Arial"/>
                </a:rPr>
                <a:t>4</a:t>
              </a:r>
            </a:p>
          </p:txBody>
        </p:sp>
        <p:sp>
          <p:nvSpPr>
            <p:cNvPr id="51" name="Ellipse 50">
              <a:extLst>
                <a:ext uri="{FF2B5EF4-FFF2-40B4-BE49-F238E27FC236}">
                  <a16:creationId xmlns:a16="http://schemas.microsoft.com/office/drawing/2014/main" id="{C2129BF2-43C2-2232-CD1D-3F236E29167C}"/>
                </a:ext>
              </a:extLst>
            </p:cNvPr>
            <p:cNvSpPr/>
            <p:nvPr userDrawn="1"/>
          </p:nvSpPr>
          <p:spPr>
            <a:xfrm>
              <a:off x="1084210" y="2307825"/>
              <a:ext cx="2088000" cy="2088000"/>
            </a:xfrm>
            <a:prstGeom prst="ellipse">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4"/>
                </a:solidFill>
                <a:cs typeface="Arial"/>
              </a:endParaRPr>
            </a:p>
          </p:txBody>
        </p:sp>
        <p:sp>
          <p:nvSpPr>
            <p:cNvPr id="52" name="Ellipse 51">
              <a:extLst>
                <a:ext uri="{FF2B5EF4-FFF2-40B4-BE49-F238E27FC236}">
                  <a16:creationId xmlns:a16="http://schemas.microsoft.com/office/drawing/2014/main" id="{B0C0F74E-70D8-7CC9-C095-A362D640C6C8}"/>
                </a:ext>
              </a:extLst>
            </p:cNvPr>
            <p:cNvSpPr/>
            <p:nvPr userDrawn="1"/>
          </p:nvSpPr>
          <p:spPr>
            <a:xfrm>
              <a:off x="1084210" y="4187025"/>
              <a:ext cx="2088000" cy="2088000"/>
            </a:xfrm>
            <a:prstGeom prst="ellipse">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4"/>
                </a:solidFill>
                <a:cs typeface="Arial"/>
              </a:endParaRPr>
            </a:p>
          </p:txBody>
        </p:sp>
        <p:sp>
          <p:nvSpPr>
            <p:cNvPr id="53" name="Rektangel 52">
              <a:extLst>
                <a:ext uri="{FF2B5EF4-FFF2-40B4-BE49-F238E27FC236}">
                  <a16:creationId xmlns:a16="http://schemas.microsoft.com/office/drawing/2014/main" id="{F8FCDE54-6C26-5651-D130-58910452D982}"/>
                </a:ext>
              </a:extLst>
            </p:cNvPr>
            <p:cNvSpPr/>
            <p:nvPr userDrawn="1"/>
          </p:nvSpPr>
          <p:spPr>
            <a:xfrm>
              <a:off x="1084210" y="3347429"/>
              <a:ext cx="2088000" cy="1884328"/>
            </a:xfrm>
            <a:prstGeom prst="rect">
              <a:avLst/>
            </a:prstGeom>
            <a:grp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endParaRPr lang="en-US" sz="11500" spc="-60" baseline="0" dirty="0" err="1">
                <a:solidFill>
                  <a:schemeClr val="accent4"/>
                </a:solidFill>
                <a:cs typeface="Arial"/>
              </a:endParaRPr>
            </a:p>
          </p:txBody>
        </p:sp>
      </p:gr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lvl1pPr>
              <a:defRPr>
                <a:solidFill>
                  <a:schemeClr val="accent3"/>
                </a:solidFill>
              </a:defRPr>
            </a:lvl1p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lvl1pPr>
              <a:defRPr>
                <a:solidFill>
                  <a:schemeClr val="accent3"/>
                </a:solidFill>
              </a:defRPr>
            </a:lvl1p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lvl1pPr>
              <a:defRPr>
                <a:solidFill>
                  <a:schemeClr val="accent3"/>
                </a:solidFill>
              </a:defRPr>
            </a:lvl1pPr>
          </a:lstStyle>
          <a:p>
            <a:endParaRPr lang="da-DK"/>
          </a:p>
        </p:txBody>
      </p:sp>
      <p:sp>
        <p:nvSpPr>
          <p:cNvPr id="47" name="Pladsholder til tekst 2">
            <a:extLst>
              <a:ext uri="{FF2B5EF4-FFF2-40B4-BE49-F238E27FC236}">
                <a16:creationId xmlns:a16="http://schemas.microsoft.com/office/drawing/2014/main" id="{316B54D1-A07F-833D-7898-046C88AF5D12}"/>
              </a:ext>
            </a:extLst>
          </p:cNvPr>
          <p:cNvSpPr>
            <a:spLocks noGrp="1"/>
          </p:cNvSpPr>
          <p:nvPr>
            <p:ph idx="19" hasCustomPrompt="1"/>
          </p:nvPr>
        </p:nvSpPr>
        <p:spPr>
          <a:xfrm>
            <a:off x="6780089" y="4738688"/>
            <a:ext cx="1319460" cy="983941"/>
          </a:xfrm>
          <a:prstGeom prst="rect">
            <a:avLst/>
          </a:prstGeom>
        </p:spPr>
        <p:txBody>
          <a:bodyPr vert="horz" lIns="0" tIns="0" rIns="0" bIns="0" rtlCol="0">
            <a:noAutofit/>
          </a:bodyPr>
          <a:lstStyle>
            <a:lvl1pPr marL="105750" indent="-105750">
              <a:lnSpc>
                <a:spcPct val="100000"/>
              </a:lnSpc>
              <a:buFont typeface="Arial" panose="020B0604020202020204" pitchFamily="34" charset="0"/>
              <a:buChar char="•"/>
              <a:defRPr sz="1000">
                <a:solidFill>
                  <a:schemeClr val="accent4"/>
                </a:solidFill>
              </a:defRPr>
            </a:lvl1pPr>
          </a:lstStyle>
          <a:p>
            <a:pPr lvl="0"/>
            <a:r>
              <a:rPr lang="da-DK"/>
              <a:t>Bullets</a:t>
            </a:r>
          </a:p>
        </p:txBody>
      </p:sp>
      <p:sp>
        <p:nvSpPr>
          <p:cNvPr id="48" name="Pladsholder til tekst 11">
            <a:extLst>
              <a:ext uri="{FF2B5EF4-FFF2-40B4-BE49-F238E27FC236}">
                <a16:creationId xmlns:a16="http://schemas.microsoft.com/office/drawing/2014/main" id="{A71B4A2F-F1BC-49AC-9666-CA6ACCD8F9C2}"/>
              </a:ext>
            </a:extLst>
          </p:cNvPr>
          <p:cNvSpPr>
            <a:spLocks noGrp="1"/>
          </p:cNvSpPr>
          <p:nvPr>
            <p:ph type="body" sz="quarter" idx="20" hasCustomPrompt="1"/>
          </p:nvPr>
        </p:nvSpPr>
        <p:spPr>
          <a:xfrm>
            <a:off x="6778800" y="4429128"/>
            <a:ext cx="1319460" cy="381000"/>
          </a:xfrm>
        </p:spPr>
        <p:txBody>
          <a:bodyPr/>
          <a:lstStyle>
            <a:lvl1pPr>
              <a:defRPr sz="1600">
                <a:solidFill>
                  <a:schemeClr val="accent4"/>
                </a:solidFill>
              </a:defRPr>
            </a:lvl1pPr>
          </a:lstStyle>
          <a:p>
            <a:pPr lvl="0"/>
            <a:r>
              <a:rPr lang="da-DK"/>
              <a:t>Headline</a:t>
            </a:r>
            <a:endParaRPr lang="en-US"/>
          </a:p>
        </p:txBody>
      </p:sp>
      <p:sp>
        <p:nvSpPr>
          <p:cNvPr id="57" name="Pladsholder til tekst 2">
            <a:extLst>
              <a:ext uri="{FF2B5EF4-FFF2-40B4-BE49-F238E27FC236}">
                <a16:creationId xmlns:a16="http://schemas.microsoft.com/office/drawing/2014/main" id="{0FB05EB1-379E-C15E-AD61-3B71F8B49E83}"/>
              </a:ext>
            </a:extLst>
          </p:cNvPr>
          <p:cNvSpPr>
            <a:spLocks noGrp="1"/>
          </p:cNvSpPr>
          <p:nvPr>
            <p:ph idx="21" hasCustomPrompt="1"/>
          </p:nvPr>
        </p:nvSpPr>
        <p:spPr>
          <a:xfrm>
            <a:off x="1398463" y="4738688"/>
            <a:ext cx="1319460" cy="983941"/>
          </a:xfrm>
          <a:prstGeom prst="rect">
            <a:avLst/>
          </a:prstGeom>
        </p:spPr>
        <p:txBody>
          <a:bodyPr vert="horz" lIns="0" tIns="0" rIns="0" bIns="0" rtlCol="0">
            <a:noAutofit/>
          </a:bodyPr>
          <a:lstStyle>
            <a:lvl1pPr marL="105750" indent="-105750">
              <a:lnSpc>
                <a:spcPct val="100000"/>
              </a:lnSpc>
              <a:buFont typeface="Arial" panose="020B0604020202020204" pitchFamily="34" charset="0"/>
              <a:buChar char="•"/>
              <a:defRPr sz="1000">
                <a:solidFill>
                  <a:schemeClr val="accent4"/>
                </a:solidFill>
              </a:defRPr>
            </a:lvl1pPr>
          </a:lstStyle>
          <a:p>
            <a:pPr lvl="0"/>
            <a:r>
              <a:rPr lang="da-DK"/>
              <a:t>Bullets</a:t>
            </a:r>
          </a:p>
        </p:txBody>
      </p:sp>
      <p:sp>
        <p:nvSpPr>
          <p:cNvPr id="58" name="Pladsholder til tekst 11">
            <a:extLst>
              <a:ext uri="{FF2B5EF4-FFF2-40B4-BE49-F238E27FC236}">
                <a16:creationId xmlns:a16="http://schemas.microsoft.com/office/drawing/2014/main" id="{B56A2666-9BC0-2361-1402-0C49E32F8548}"/>
              </a:ext>
            </a:extLst>
          </p:cNvPr>
          <p:cNvSpPr>
            <a:spLocks noGrp="1"/>
          </p:cNvSpPr>
          <p:nvPr>
            <p:ph type="body" sz="quarter" idx="22" hasCustomPrompt="1"/>
          </p:nvPr>
        </p:nvSpPr>
        <p:spPr>
          <a:xfrm>
            <a:off x="1398463" y="4429128"/>
            <a:ext cx="1319460" cy="381000"/>
          </a:xfrm>
        </p:spPr>
        <p:txBody>
          <a:bodyPr/>
          <a:lstStyle>
            <a:lvl1pPr>
              <a:defRPr sz="1600">
                <a:solidFill>
                  <a:schemeClr val="accent4"/>
                </a:solidFill>
              </a:defRPr>
            </a:lvl1pPr>
          </a:lstStyle>
          <a:p>
            <a:pPr lvl="0"/>
            <a:r>
              <a:rPr lang="da-DK"/>
              <a:t>Headline</a:t>
            </a:r>
            <a:endParaRPr lang="en-US"/>
          </a:p>
        </p:txBody>
      </p:sp>
      <p:sp>
        <p:nvSpPr>
          <p:cNvPr id="59" name="Pladsholder til tekst 2">
            <a:extLst>
              <a:ext uri="{FF2B5EF4-FFF2-40B4-BE49-F238E27FC236}">
                <a16:creationId xmlns:a16="http://schemas.microsoft.com/office/drawing/2014/main" id="{5981D693-B869-9585-D3C0-0572244D8FB4}"/>
              </a:ext>
            </a:extLst>
          </p:cNvPr>
          <p:cNvSpPr>
            <a:spLocks noGrp="1"/>
          </p:cNvSpPr>
          <p:nvPr>
            <p:ph idx="23" hasCustomPrompt="1"/>
          </p:nvPr>
        </p:nvSpPr>
        <p:spPr>
          <a:xfrm>
            <a:off x="4089276" y="4738688"/>
            <a:ext cx="1319460" cy="983941"/>
          </a:xfrm>
          <a:prstGeom prst="rect">
            <a:avLst/>
          </a:prstGeom>
        </p:spPr>
        <p:txBody>
          <a:bodyPr vert="horz" lIns="0" tIns="0" rIns="0" bIns="0" rtlCol="0">
            <a:noAutofit/>
          </a:bodyPr>
          <a:lstStyle>
            <a:lvl1pPr marL="105750" indent="-105750">
              <a:lnSpc>
                <a:spcPct val="100000"/>
              </a:lnSpc>
              <a:buFont typeface="Arial" panose="020B0604020202020204" pitchFamily="34" charset="0"/>
              <a:buChar char="•"/>
              <a:defRPr sz="1000">
                <a:solidFill>
                  <a:schemeClr val="accent4"/>
                </a:solidFill>
              </a:defRPr>
            </a:lvl1pPr>
          </a:lstStyle>
          <a:p>
            <a:pPr lvl="0"/>
            <a:r>
              <a:rPr lang="da-DK"/>
              <a:t>Bullets</a:t>
            </a:r>
          </a:p>
        </p:txBody>
      </p:sp>
      <p:sp>
        <p:nvSpPr>
          <p:cNvPr id="60" name="Pladsholder til tekst 11">
            <a:extLst>
              <a:ext uri="{FF2B5EF4-FFF2-40B4-BE49-F238E27FC236}">
                <a16:creationId xmlns:a16="http://schemas.microsoft.com/office/drawing/2014/main" id="{D3574B78-EA4F-BEED-B231-0BA84A677862}"/>
              </a:ext>
            </a:extLst>
          </p:cNvPr>
          <p:cNvSpPr>
            <a:spLocks noGrp="1"/>
          </p:cNvSpPr>
          <p:nvPr>
            <p:ph type="body" sz="quarter" idx="24" hasCustomPrompt="1"/>
          </p:nvPr>
        </p:nvSpPr>
        <p:spPr>
          <a:xfrm>
            <a:off x="4089276" y="4429128"/>
            <a:ext cx="1319460" cy="381000"/>
          </a:xfrm>
        </p:spPr>
        <p:txBody>
          <a:bodyPr/>
          <a:lstStyle>
            <a:lvl1pPr>
              <a:defRPr sz="1600">
                <a:solidFill>
                  <a:schemeClr val="accent4"/>
                </a:solidFill>
              </a:defRPr>
            </a:lvl1pPr>
          </a:lstStyle>
          <a:p>
            <a:pPr lvl="0"/>
            <a:r>
              <a:rPr lang="da-DK"/>
              <a:t>Headline</a:t>
            </a:r>
            <a:endParaRPr lang="en-US"/>
          </a:p>
        </p:txBody>
      </p:sp>
      <p:sp>
        <p:nvSpPr>
          <p:cNvPr id="61" name="Pladsholder til tekst 2">
            <a:extLst>
              <a:ext uri="{FF2B5EF4-FFF2-40B4-BE49-F238E27FC236}">
                <a16:creationId xmlns:a16="http://schemas.microsoft.com/office/drawing/2014/main" id="{8ADA7D18-8A8C-8038-78D5-DFC74CE212E0}"/>
              </a:ext>
            </a:extLst>
          </p:cNvPr>
          <p:cNvSpPr>
            <a:spLocks noGrp="1"/>
          </p:cNvSpPr>
          <p:nvPr>
            <p:ph idx="25" hasCustomPrompt="1"/>
          </p:nvPr>
        </p:nvSpPr>
        <p:spPr>
          <a:xfrm>
            <a:off x="9470902" y="4738688"/>
            <a:ext cx="1319460" cy="983941"/>
          </a:xfrm>
          <a:prstGeom prst="rect">
            <a:avLst/>
          </a:prstGeom>
        </p:spPr>
        <p:txBody>
          <a:bodyPr vert="horz" lIns="0" tIns="0" rIns="0" bIns="0" rtlCol="0">
            <a:noAutofit/>
          </a:bodyPr>
          <a:lstStyle>
            <a:lvl1pPr marL="105750" indent="-105750">
              <a:lnSpc>
                <a:spcPct val="100000"/>
              </a:lnSpc>
              <a:buFont typeface="Arial" panose="020B0604020202020204" pitchFamily="34" charset="0"/>
              <a:buChar char="•"/>
              <a:defRPr sz="1000">
                <a:solidFill>
                  <a:schemeClr val="accent4"/>
                </a:solidFill>
              </a:defRPr>
            </a:lvl1pPr>
          </a:lstStyle>
          <a:p>
            <a:pPr lvl="0"/>
            <a:r>
              <a:rPr lang="da-DK"/>
              <a:t>Bullets</a:t>
            </a:r>
          </a:p>
        </p:txBody>
      </p:sp>
      <p:sp>
        <p:nvSpPr>
          <p:cNvPr id="62" name="Pladsholder til tekst 11">
            <a:extLst>
              <a:ext uri="{FF2B5EF4-FFF2-40B4-BE49-F238E27FC236}">
                <a16:creationId xmlns:a16="http://schemas.microsoft.com/office/drawing/2014/main" id="{A9CC982F-40F9-541A-071E-22469FA13E87}"/>
              </a:ext>
            </a:extLst>
          </p:cNvPr>
          <p:cNvSpPr>
            <a:spLocks noGrp="1"/>
          </p:cNvSpPr>
          <p:nvPr>
            <p:ph type="body" sz="quarter" idx="26" hasCustomPrompt="1"/>
          </p:nvPr>
        </p:nvSpPr>
        <p:spPr>
          <a:xfrm>
            <a:off x="9469613" y="4429128"/>
            <a:ext cx="1319460" cy="381000"/>
          </a:xfrm>
        </p:spPr>
        <p:txBody>
          <a:bodyPr/>
          <a:lstStyle>
            <a:lvl1pPr>
              <a:defRPr sz="1600">
                <a:solidFill>
                  <a:schemeClr val="accent4"/>
                </a:solidFill>
              </a:defRPr>
            </a:lvl1pPr>
          </a:lstStyle>
          <a:p>
            <a:pPr lvl="0"/>
            <a:r>
              <a:rPr lang="da-DK"/>
              <a:t>Headline</a:t>
            </a:r>
            <a:endParaRPr lang="en-US"/>
          </a:p>
        </p:txBody>
      </p:sp>
      <p:grpSp>
        <p:nvGrpSpPr>
          <p:cNvPr id="6" name="Gruppe 5">
            <a:extLst>
              <a:ext uri="{FF2B5EF4-FFF2-40B4-BE49-F238E27FC236}">
                <a16:creationId xmlns:a16="http://schemas.microsoft.com/office/drawing/2014/main" id="{899D0C7E-DE30-D24B-160F-82E1B882CF52}"/>
              </a:ext>
            </a:extLst>
          </p:cNvPr>
          <p:cNvGrpSpPr/>
          <p:nvPr userDrawn="1"/>
        </p:nvGrpSpPr>
        <p:grpSpPr>
          <a:xfrm>
            <a:off x="288000" y="6490800"/>
            <a:ext cx="11614351" cy="118982"/>
            <a:chOff x="288000" y="6523200"/>
            <a:chExt cx="11614351" cy="118982"/>
          </a:xfrm>
        </p:grpSpPr>
        <p:pic>
          <p:nvPicPr>
            <p:cNvPr id="7" name="Grafik 6">
              <a:extLst>
                <a:ext uri="{FF2B5EF4-FFF2-40B4-BE49-F238E27FC236}">
                  <a16:creationId xmlns:a16="http://schemas.microsoft.com/office/drawing/2014/main" id="{B3F318FA-18FB-41CD-88F0-1DD7929D751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523200"/>
              <a:ext cx="339391" cy="118982"/>
            </a:xfrm>
            <a:prstGeom prst="rect">
              <a:avLst/>
            </a:prstGeom>
          </p:spPr>
        </p:pic>
        <p:pic>
          <p:nvPicPr>
            <p:cNvPr id="10" name="Picture 3">
              <a:extLst>
                <a:ext uri="{FF2B5EF4-FFF2-40B4-BE49-F238E27FC236}">
                  <a16:creationId xmlns:a16="http://schemas.microsoft.com/office/drawing/2014/main" id="{14940862-A396-EC0D-D0D9-BA7122FECE6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451600" y="6523200"/>
              <a:ext cx="450751" cy="117503"/>
            </a:xfrm>
            <a:prstGeom prst="rect">
              <a:avLst/>
            </a:prstGeom>
          </p:spPr>
        </p:pic>
      </p:grpSp>
    </p:spTree>
    <p:extLst>
      <p:ext uri="{BB962C8B-B14F-4D97-AF65-F5344CB8AC3E}">
        <p14:creationId xmlns:p14="http://schemas.microsoft.com/office/powerpoint/2010/main" val="3982596174"/>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CUS x 5: Numbers">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33EB24-AE31-2A92-8C78-B1278887CC7B}"/>
              </a:ext>
            </a:extLst>
          </p:cNvPr>
          <p:cNvSpPr>
            <a:spLocks noGrp="1"/>
          </p:cNvSpPr>
          <p:nvPr>
            <p:ph type="title"/>
          </p:nvPr>
        </p:nvSpPr>
        <p:spPr>
          <a:xfrm>
            <a:off x="288000" y="252000"/>
            <a:ext cx="3606701" cy="1811099"/>
          </a:xfrm>
        </p:spPr>
        <p:txBody>
          <a:bodyPr/>
          <a:lstStyle>
            <a:lvl1pPr>
              <a:defRPr sz="4800"/>
            </a:lvl1pPr>
          </a:lstStyle>
          <a:p>
            <a:r>
              <a:rPr lang="da-DK"/>
              <a:t>Klik for at redigere titeltypografien i masteren</a:t>
            </a:r>
            <a:endParaRPr lang="en-US"/>
          </a:p>
        </p:txBody>
      </p:sp>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10" name="Pladsholder til tekst 2">
            <a:extLst>
              <a:ext uri="{FF2B5EF4-FFF2-40B4-BE49-F238E27FC236}">
                <a16:creationId xmlns:a16="http://schemas.microsoft.com/office/drawing/2014/main" id="{B2314E3A-FECC-833F-3089-2828E7C1602F}"/>
              </a:ext>
            </a:extLst>
          </p:cNvPr>
          <p:cNvSpPr>
            <a:spLocks noGrp="1"/>
          </p:cNvSpPr>
          <p:nvPr>
            <p:ph idx="1" hasCustomPrompt="1"/>
          </p:nvPr>
        </p:nvSpPr>
        <p:spPr>
          <a:xfrm>
            <a:off x="288000" y="4318000"/>
            <a:ext cx="3606701" cy="1651000"/>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12" name="Pladsholder til tekst 11">
            <a:extLst>
              <a:ext uri="{FF2B5EF4-FFF2-40B4-BE49-F238E27FC236}">
                <a16:creationId xmlns:a16="http://schemas.microsoft.com/office/drawing/2014/main" id="{156CA167-0C92-B7AA-3270-E2A1E6AC4EBD}"/>
              </a:ext>
            </a:extLst>
          </p:cNvPr>
          <p:cNvSpPr>
            <a:spLocks noGrp="1"/>
          </p:cNvSpPr>
          <p:nvPr>
            <p:ph type="body" sz="quarter" idx="13" hasCustomPrompt="1"/>
          </p:nvPr>
        </p:nvSpPr>
        <p:spPr>
          <a:xfrm>
            <a:off x="288000" y="3937000"/>
            <a:ext cx="3606701" cy="381000"/>
          </a:xfrm>
        </p:spPr>
        <p:txBody>
          <a:bodyPr/>
          <a:lstStyle>
            <a:lvl1pPr>
              <a:defRPr sz="1800"/>
            </a:lvl1pPr>
          </a:lstStyle>
          <a:p>
            <a:pPr lvl="0"/>
            <a:r>
              <a:rPr lang="da-DK"/>
              <a:t>Headline</a:t>
            </a:r>
            <a:endParaRPr lang="en-US"/>
          </a:p>
        </p:txBody>
      </p:sp>
      <p:sp>
        <p:nvSpPr>
          <p:cNvPr id="13" name="Pladsholder til tekst 2">
            <a:extLst>
              <a:ext uri="{FF2B5EF4-FFF2-40B4-BE49-F238E27FC236}">
                <a16:creationId xmlns:a16="http://schemas.microsoft.com/office/drawing/2014/main" id="{C37F8CD0-5E47-E738-9D18-5932C4549384}"/>
              </a:ext>
            </a:extLst>
          </p:cNvPr>
          <p:cNvSpPr>
            <a:spLocks noGrp="1"/>
          </p:cNvSpPr>
          <p:nvPr>
            <p:ph idx="14" hasCustomPrompt="1"/>
          </p:nvPr>
        </p:nvSpPr>
        <p:spPr>
          <a:xfrm>
            <a:off x="4291062" y="4318000"/>
            <a:ext cx="3606701" cy="1651000"/>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14" name="Pladsholder til tekst 11">
            <a:extLst>
              <a:ext uri="{FF2B5EF4-FFF2-40B4-BE49-F238E27FC236}">
                <a16:creationId xmlns:a16="http://schemas.microsoft.com/office/drawing/2014/main" id="{3FB91753-2DA3-54F0-8189-7622E4F2A92D}"/>
              </a:ext>
            </a:extLst>
          </p:cNvPr>
          <p:cNvSpPr>
            <a:spLocks noGrp="1"/>
          </p:cNvSpPr>
          <p:nvPr>
            <p:ph type="body" sz="quarter" idx="15" hasCustomPrompt="1"/>
          </p:nvPr>
        </p:nvSpPr>
        <p:spPr>
          <a:xfrm>
            <a:off x="4291062" y="3937000"/>
            <a:ext cx="3606701" cy="381000"/>
          </a:xfrm>
        </p:spPr>
        <p:txBody>
          <a:bodyPr/>
          <a:lstStyle>
            <a:lvl1pPr>
              <a:defRPr sz="1800"/>
            </a:lvl1pPr>
          </a:lstStyle>
          <a:p>
            <a:pPr lvl="0"/>
            <a:r>
              <a:rPr lang="da-DK"/>
              <a:t>Headline</a:t>
            </a:r>
            <a:endParaRPr lang="en-US"/>
          </a:p>
        </p:txBody>
      </p:sp>
      <p:sp>
        <p:nvSpPr>
          <p:cNvPr id="15" name="Pladsholder til tekst 2">
            <a:extLst>
              <a:ext uri="{FF2B5EF4-FFF2-40B4-BE49-F238E27FC236}">
                <a16:creationId xmlns:a16="http://schemas.microsoft.com/office/drawing/2014/main" id="{B5B55939-CFB1-D166-ADB8-43E520A99908}"/>
              </a:ext>
            </a:extLst>
          </p:cNvPr>
          <p:cNvSpPr>
            <a:spLocks noGrp="1"/>
          </p:cNvSpPr>
          <p:nvPr>
            <p:ph idx="16" hasCustomPrompt="1"/>
          </p:nvPr>
        </p:nvSpPr>
        <p:spPr>
          <a:xfrm>
            <a:off x="8280000" y="4318000"/>
            <a:ext cx="3606701" cy="1651000"/>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16" name="Pladsholder til tekst 11">
            <a:extLst>
              <a:ext uri="{FF2B5EF4-FFF2-40B4-BE49-F238E27FC236}">
                <a16:creationId xmlns:a16="http://schemas.microsoft.com/office/drawing/2014/main" id="{132B3D41-0488-9FBE-C7E7-EB46A310FA1B}"/>
              </a:ext>
            </a:extLst>
          </p:cNvPr>
          <p:cNvSpPr>
            <a:spLocks noGrp="1"/>
          </p:cNvSpPr>
          <p:nvPr>
            <p:ph type="body" sz="quarter" idx="17" hasCustomPrompt="1"/>
          </p:nvPr>
        </p:nvSpPr>
        <p:spPr>
          <a:xfrm>
            <a:off x="8280000" y="3937000"/>
            <a:ext cx="3606701" cy="381000"/>
          </a:xfrm>
        </p:spPr>
        <p:txBody>
          <a:bodyPr/>
          <a:lstStyle>
            <a:lvl1pPr>
              <a:defRPr sz="1800"/>
            </a:lvl1pPr>
          </a:lstStyle>
          <a:p>
            <a:pPr lvl="0"/>
            <a:r>
              <a:rPr lang="da-DK"/>
              <a:t>Headline</a:t>
            </a:r>
            <a:endParaRPr lang="en-US"/>
          </a:p>
        </p:txBody>
      </p:sp>
      <p:sp>
        <p:nvSpPr>
          <p:cNvPr id="17" name="Ellipse 16">
            <a:extLst>
              <a:ext uri="{FF2B5EF4-FFF2-40B4-BE49-F238E27FC236}">
                <a16:creationId xmlns:a16="http://schemas.microsoft.com/office/drawing/2014/main" id="{FC8D66FE-F0C5-5FA5-5346-FB148950007F}"/>
              </a:ext>
            </a:extLst>
          </p:cNvPr>
          <p:cNvSpPr/>
          <p:nvPr userDrawn="1"/>
        </p:nvSpPr>
        <p:spPr>
          <a:xfrm>
            <a:off x="288000" y="3447015"/>
            <a:ext cx="360000" cy="360000"/>
          </a:xfrm>
          <a:prstGeom prst="ellipse">
            <a:avLst/>
          </a:prstGeom>
          <a:noFill/>
          <a:ln w="1905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800" spc="-60" baseline="0" dirty="0" err="1">
                <a:solidFill>
                  <a:schemeClr val="tx2"/>
                </a:solidFill>
                <a:cs typeface="Arial"/>
              </a:rPr>
              <a:t>3</a:t>
            </a:r>
          </a:p>
        </p:txBody>
      </p:sp>
      <p:sp>
        <p:nvSpPr>
          <p:cNvPr id="18" name="Ellipse 17">
            <a:extLst>
              <a:ext uri="{FF2B5EF4-FFF2-40B4-BE49-F238E27FC236}">
                <a16:creationId xmlns:a16="http://schemas.microsoft.com/office/drawing/2014/main" id="{4D82CC6B-C20B-D03A-1E59-D16E1BD28F4A}"/>
              </a:ext>
            </a:extLst>
          </p:cNvPr>
          <p:cNvSpPr/>
          <p:nvPr userDrawn="1"/>
        </p:nvSpPr>
        <p:spPr>
          <a:xfrm>
            <a:off x="4291062" y="3447015"/>
            <a:ext cx="360000" cy="360000"/>
          </a:xfrm>
          <a:prstGeom prst="ellipse">
            <a:avLst/>
          </a:prstGeom>
          <a:noFill/>
          <a:ln w="1905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800" spc="-60" baseline="0" dirty="0" err="1">
                <a:solidFill>
                  <a:schemeClr val="tx2"/>
                </a:solidFill>
                <a:cs typeface="Arial"/>
              </a:rPr>
              <a:t>4</a:t>
            </a:r>
          </a:p>
        </p:txBody>
      </p:sp>
      <p:sp>
        <p:nvSpPr>
          <p:cNvPr id="19" name="Ellipse 18">
            <a:extLst>
              <a:ext uri="{FF2B5EF4-FFF2-40B4-BE49-F238E27FC236}">
                <a16:creationId xmlns:a16="http://schemas.microsoft.com/office/drawing/2014/main" id="{60E6C755-C664-E518-24E4-B404FA0842CA}"/>
              </a:ext>
            </a:extLst>
          </p:cNvPr>
          <p:cNvSpPr/>
          <p:nvPr userDrawn="1"/>
        </p:nvSpPr>
        <p:spPr>
          <a:xfrm>
            <a:off x="8280000" y="3447015"/>
            <a:ext cx="360000" cy="360000"/>
          </a:xfrm>
          <a:prstGeom prst="ellipse">
            <a:avLst/>
          </a:prstGeom>
          <a:noFill/>
          <a:ln w="1905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800" spc="-60" baseline="0" dirty="0" err="1">
                <a:solidFill>
                  <a:schemeClr val="tx2"/>
                </a:solidFill>
                <a:cs typeface="Arial"/>
              </a:rPr>
              <a:t>5</a:t>
            </a:r>
          </a:p>
        </p:txBody>
      </p:sp>
      <p:sp>
        <p:nvSpPr>
          <p:cNvPr id="6" name="Pladsholder til tekst 2">
            <a:extLst>
              <a:ext uri="{FF2B5EF4-FFF2-40B4-BE49-F238E27FC236}">
                <a16:creationId xmlns:a16="http://schemas.microsoft.com/office/drawing/2014/main" id="{C8FF04B3-B41B-3169-6003-46666D62034E}"/>
              </a:ext>
            </a:extLst>
          </p:cNvPr>
          <p:cNvSpPr>
            <a:spLocks noGrp="1"/>
          </p:cNvSpPr>
          <p:nvPr>
            <p:ph idx="18" hasCustomPrompt="1"/>
          </p:nvPr>
        </p:nvSpPr>
        <p:spPr>
          <a:xfrm>
            <a:off x="4291062" y="1113071"/>
            <a:ext cx="3606701" cy="1651000"/>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7" name="Pladsholder til tekst 11">
            <a:extLst>
              <a:ext uri="{FF2B5EF4-FFF2-40B4-BE49-F238E27FC236}">
                <a16:creationId xmlns:a16="http://schemas.microsoft.com/office/drawing/2014/main" id="{FB3B7F12-51AD-1154-264C-A7B6B388EED3}"/>
              </a:ext>
            </a:extLst>
          </p:cNvPr>
          <p:cNvSpPr>
            <a:spLocks noGrp="1"/>
          </p:cNvSpPr>
          <p:nvPr>
            <p:ph type="body" sz="quarter" idx="19" hasCustomPrompt="1"/>
          </p:nvPr>
        </p:nvSpPr>
        <p:spPr>
          <a:xfrm>
            <a:off x="4291062" y="732071"/>
            <a:ext cx="3606701" cy="381000"/>
          </a:xfrm>
        </p:spPr>
        <p:txBody>
          <a:bodyPr/>
          <a:lstStyle>
            <a:lvl1pPr>
              <a:defRPr sz="1800"/>
            </a:lvl1pPr>
          </a:lstStyle>
          <a:p>
            <a:pPr lvl="0"/>
            <a:r>
              <a:rPr lang="da-DK"/>
              <a:t>Headline</a:t>
            </a:r>
            <a:endParaRPr lang="en-US"/>
          </a:p>
        </p:txBody>
      </p:sp>
      <p:sp>
        <p:nvSpPr>
          <p:cNvPr id="8" name="Pladsholder til tekst 2">
            <a:extLst>
              <a:ext uri="{FF2B5EF4-FFF2-40B4-BE49-F238E27FC236}">
                <a16:creationId xmlns:a16="http://schemas.microsoft.com/office/drawing/2014/main" id="{AF478F71-503E-BE1E-8FE9-E2574DEBA735}"/>
              </a:ext>
            </a:extLst>
          </p:cNvPr>
          <p:cNvSpPr>
            <a:spLocks noGrp="1"/>
          </p:cNvSpPr>
          <p:nvPr>
            <p:ph idx="20" hasCustomPrompt="1"/>
          </p:nvPr>
        </p:nvSpPr>
        <p:spPr>
          <a:xfrm>
            <a:off x="8280000" y="1113071"/>
            <a:ext cx="3606701" cy="1651000"/>
          </a:xfrm>
          <a:prstGeom prst="rect">
            <a:avLst/>
          </a:prstGeom>
        </p:spPr>
        <p:txBody>
          <a:bodyPr vert="horz" lIns="0" tIns="0" rIns="0" bIns="0" rtlCol="0">
            <a:noAutofit/>
          </a:bodyPr>
          <a:lstStyle>
            <a:lvl1pPr>
              <a:lnSpc>
                <a:spcPct val="100000"/>
              </a:lnSpc>
              <a:defRPr sz="1300"/>
            </a:lvl1pPr>
          </a:lstStyle>
          <a:p>
            <a:pPr lvl="0"/>
            <a:r>
              <a:rPr lang="da-DK"/>
              <a:t>Text here</a:t>
            </a:r>
          </a:p>
        </p:txBody>
      </p:sp>
      <p:sp>
        <p:nvSpPr>
          <p:cNvPr id="9" name="Pladsholder til tekst 11">
            <a:extLst>
              <a:ext uri="{FF2B5EF4-FFF2-40B4-BE49-F238E27FC236}">
                <a16:creationId xmlns:a16="http://schemas.microsoft.com/office/drawing/2014/main" id="{B57EC8D4-5271-EB1B-F1DD-92949C0A5DDF}"/>
              </a:ext>
            </a:extLst>
          </p:cNvPr>
          <p:cNvSpPr>
            <a:spLocks noGrp="1"/>
          </p:cNvSpPr>
          <p:nvPr>
            <p:ph type="body" sz="quarter" idx="21" hasCustomPrompt="1"/>
          </p:nvPr>
        </p:nvSpPr>
        <p:spPr>
          <a:xfrm>
            <a:off x="8280000" y="732071"/>
            <a:ext cx="3606701" cy="381000"/>
          </a:xfrm>
        </p:spPr>
        <p:txBody>
          <a:bodyPr/>
          <a:lstStyle>
            <a:lvl1pPr>
              <a:defRPr sz="1800"/>
            </a:lvl1pPr>
          </a:lstStyle>
          <a:p>
            <a:pPr lvl="0"/>
            <a:r>
              <a:rPr lang="da-DK"/>
              <a:t>Headline</a:t>
            </a:r>
            <a:endParaRPr lang="en-US"/>
          </a:p>
        </p:txBody>
      </p:sp>
      <p:sp>
        <p:nvSpPr>
          <p:cNvPr id="11" name="Ellipse 10">
            <a:extLst>
              <a:ext uri="{FF2B5EF4-FFF2-40B4-BE49-F238E27FC236}">
                <a16:creationId xmlns:a16="http://schemas.microsoft.com/office/drawing/2014/main" id="{D4FB6324-B7E4-E17B-0345-F4C0D96128CC}"/>
              </a:ext>
            </a:extLst>
          </p:cNvPr>
          <p:cNvSpPr/>
          <p:nvPr userDrawn="1"/>
        </p:nvSpPr>
        <p:spPr>
          <a:xfrm>
            <a:off x="4291062" y="242086"/>
            <a:ext cx="360000" cy="360000"/>
          </a:xfrm>
          <a:prstGeom prst="ellipse">
            <a:avLst/>
          </a:prstGeom>
          <a:noFill/>
          <a:ln w="1905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800" spc="-60" baseline="0" dirty="0" err="1">
                <a:solidFill>
                  <a:schemeClr val="tx2"/>
                </a:solidFill>
                <a:cs typeface="Arial"/>
              </a:rPr>
              <a:t>1</a:t>
            </a:r>
          </a:p>
        </p:txBody>
      </p:sp>
      <p:sp>
        <p:nvSpPr>
          <p:cNvPr id="20" name="Ellipse 19">
            <a:extLst>
              <a:ext uri="{FF2B5EF4-FFF2-40B4-BE49-F238E27FC236}">
                <a16:creationId xmlns:a16="http://schemas.microsoft.com/office/drawing/2014/main" id="{C356B4CE-C542-DC3E-D820-F9584D074CB2}"/>
              </a:ext>
            </a:extLst>
          </p:cNvPr>
          <p:cNvSpPr/>
          <p:nvPr userDrawn="1"/>
        </p:nvSpPr>
        <p:spPr>
          <a:xfrm>
            <a:off x="8280000" y="242086"/>
            <a:ext cx="360000" cy="360000"/>
          </a:xfrm>
          <a:prstGeom prst="ellipse">
            <a:avLst/>
          </a:prstGeom>
          <a:noFill/>
          <a:ln w="1905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lnSpc>
                <a:spcPct val="100000"/>
              </a:lnSpc>
            </a:pPr>
            <a:r>
              <a:rPr lang="en-US" sz="1800" spc="-60" baseline="0" dirty="0" err="1">
                <a:solidFill>
                  <a:schemeClr val="tx2"/>
                </a:solidFill>
                <a:cs typeface="Arial"/>
              </a:rPr>
              <a:t>2</a:t>
            </a:r>
          </a:p>
        </p:txBody>
      </p:sp>
    </p:spTree>
    <p:extLst>
      <p:ext uri="{BB962C8B-B14F-4D97-AF65-F5344CB8AC3E}">
        <p14:creationId xmlns:p14="http://schemas.microsoft.com/office/powerpoint/2010/main" val="1510395387"/>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FOCUS x 6: With intro text">
    <p:bg>
      <p:bgPr>
        <a:solidFill>
          <a:schemeClr val="bg1"/>
        </a:solidFill>
        <a:effectLst/>
      </p:bgPr>
    </p:bg>
    <p:spTree>
      <p:nvGrpSpPr>
        <p:cNvPr id="1" name=""/>
        <p:cNvGrpSpPr/>
        <p:nvPr/>
      </p:nvGrpSpPr>
      <p:grpSpPr>
        <a:xfrm>
          <a:off x="0" y="0"/>
          <a:ext cx="0" cy="0"/>
          <a:chOff x="0" y="0"/>
          <a:chExt cx="0" cy="0"/>
        </a:xfrm>
      </p:grpSpPr>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10" name="Pladsholder til tekst 19">
            <a:extLst>
              <a:ext uri="{FF2B5EF4-FFF2-40B4-BE49-F238E27FC236}">
                <a16:creationId xmlns:a16="http://schemas.microsoft.com/office/drawing/2014/main" id="{4F9A999D-C9B4-9473-0B6C-B51CE97ACF5A}"/>
              </a:ext>
            </a:extLst>
          </p:cNvPr>
          <p:cNvSpPr>
            <a:spLocks noGrp="1"/>
          </p:cNvSpPr>
          <p:nvPr>
            <p:ph type="body" sz="quarter" idx="23" hasCustomPrompt="1"/>
          </p:nvPr>
        </p:nvSpPr>
        <p:spPr>
          <a:xfrm>
            <a:off x="288000" y="252000"/>
            <a:ext cx="2772000" cy="468351"/>
          </a:xfrm>
        </p:spPr>
        <p:txBody>
          <a:bodyPr/>
          <a:lstStyle>
            <a:lvl1pPr>
              <a:lnSpc>
                <a:spcPct val="100000"/>
              </a:lnSpc>
              <a:spcAft>
                <a:spcPts val="0"/>
              </a:spcAft>
              <a:defRPr sz="1400"/>
            </a:lvl1pPr>
          </a:lstStyle>
          <a:p>
            <a:pPr lvl="0"/>
            <a:r>
              <a:rPr lang="da-DK"/>
              <a:t>Title</a:t>
            </a:r>
            <a:br>
              <a:rPr lang="da-DK"/>
            </a:br>
            <a:r>
              <a:rPr lang="da-DK"/>
              <a:t>Subtitle</a:t>
            </a:r>
            <a:endParaRPr lang="en-US"/>
          </a:p>
        </p:txBody>
      </p:sp>
      <p:sp>
        <p:nvSpPr>
          <p:cNvPr id="26" name="Pladsholder til tekst 19">
            <a:extLst>
              <a:ext uri="{FF2B5EF4-FFF2-40B4-BE49-F238E27FC236}">
                <a16:creationId xmlns:a16="http://schemas.microsoft.com/office/drawing/2014/main" id="{65F999F6-7D6F-FFC9-9D32-25DD74F732D9}"/>
              </a:ext>
            </a:extLst>
          </p:cNvPr>
          <p:cNvSpPr>
            <a:spLocks noGrp="1"/>
          </p:cNvSpPr>
          <p:nvPr>
            <p:ph type="body" sz="quarter" idx="38" hasCustomPrompt="1"/>
          </p:nvPr>
        </p:nvSpPr>
        <p:spPr>
          <a:xfrm>
            <a:off x="288000" y="3389634"/>
            <a:ext cx="2772000" cy="3058520"/>
          </a:xfrm>
        </p:spPr>
        <p:txBody>
          <a:bodyPr/>
          <a:lstStyle>
            <a:lvl1pPr>
              <a:lnSpc>
                <a:spcPct val="100000"/>
              </a:lnSpc>
              <a:spcAft>
                <a:spcPts val="400"/>
              </a:spcAft>
              <a:defRPr sz="1200"/>
            </a:lvl1pPr>
          </a:lstStyle>
          <a:p>
            <a:pPr lvl="0"/>
            <a:r>
              <a:rPr lang="da-DK"/>
              <a:t>Text</a:t>
            </a:r>
            <a:endParaRPr lang="en-US"/>
          </a:p>
        </p:txBody>
      </p:sp>
      <p:sp>
        <p:nvSpPr>
          <p:cNvPr id="8" name="Pladsholder til tekst 19">
            <a:extLst>
              <a:ext uri="{FF2B5EF4-FFF2-40B4-BE49-F238E27FC236}">
                <a16:creationId xmlns:a16="http://schemas.microsoft.com/office/drawing/2014/main" id="{4F4ADB87-6453-3879-976F-FE669ABBFB20}"/>
              </a:ext>
            </a:extLst>
          </p:cNvPr>
          <p:cNvSpPr>
            <a:spLocks noGrp="1"/>
          </p:cNvSpPr>
          <p:nvPr>
            <p:ph type="body" sz="quarter" idx="43" hasCustomPrompt="1"/>
          </p:nvPr>
        </p:nvSpPr>
        <p:spPr>
          <a:xfrm>
            <a:off x="288000" y="756000"/>
            <a:ext cx="2772000" cy="1370216"/>
          </a:xfrm>
        </p:spPr>
        <p:txBody>
          <a:bodyPr/>
          <a:lstStyle>
            <a:lvl1pPr>
              <a:lnSpc>
                <a:spcPct val="100000"/>
              </a:lnSpc>
              <a:spcAft>
                <a:spcPts val="400"/>
              </a:spcAft>
              <a:defRPr sz="1200"/>
            </a:lvl1pPr>
          </a:lstStyle>
          <a:p>
            <a:pPr lvl="0"/>
            <a:r>
              <a:rPr lang="da-DK"/>
              <a:t>Text</a:t>
            </a:r>
            <a:endParaRPr lang="en-US"/>
          </a:p>
        </p:txBody>
      </p:sp>
      <p:sp>
        <p:nvSpPr>
          <p:cNvPr id="2" name="Pladsholder til billede 12">
            <a:extLst>
              <a:ext uri="{FF2B5EF4-FFF2-40B4-BE49-F238E27FC236}">
                <a16:creationId xmlns:a16="http://schemas.microsoft.com/office/drawing/2014/main" id="{5D6B9225-FC51-36E3-D9DE-AFAC3B7E544D}"/>
              </a:ext>
            </a:extLst>
          </p:cNvPr>
          <p:cNvSpPr>
            <a:spLocks noGrp="1"/>
          </p:cNvSpPr>
          <p:nvPr>
            <p:ph type="pic" sz="quarter" idx="17"/>
          </p:nvPr>
        </p:nvSpPr>
        <p:spPr>
          <a:xfrm>
            <a:off x="3217016" y="243507"/>
            <a:ext cx="2789452" cy="2520000"/>
          </a:xfrm>
          <a:solidFill>
            <a:srgbClr val="DDDDDD"/>
          </a:solidFill>
        </p:spPr>
        <p:txBody>
          <a:bodyPr/>
          <a:lstStyle/>
          <a:p>
            <a:r>
              <a:rPr lang="da-DK"/>
              <a:t>Klik på ikonet for at tilføje et billede</a:t>
            </a:r>
            <a:endParaRPr lang="en-US"/>
          </a:p>
        </p:txBody>
      </p:sp>
      <p:sp>
        <p:nvSpPr>
          <p:cNvPr id="6" name="Pladsholder til tekst 19">
            <a:extLst>
              <a:ext uri="{FF2B5EF4-FFF2-40B4-BE49-F238E27FC236}">
                <a16:creationId xmlns:a16="http://schemas.microsoft.com/office/drawing/2014/main" id="{BC4ED422-E1F0-CDE5-6165-95CC8E81CF02}"/>
              </a:ext>
            </a:extLst>
          </p:cNvPr>
          <p:cNvSpPr>
            <a:spLocks noGrp="1"/>
          </p:cNvSpPr>
          <p:nvPr>
            <p:ph type="body" sz="quarter" idx="24" hasCustomPrompt="1"/>
          </p:nvPr>
        </p:nvSpPr>
        <p:spPr>
          <a:xfrm>
            <a:off x="3217124" y="2833676"/>
            <a:ext cx="2789452" cy="468351"/>
          </a:xfrm>
        </p:spPr>
        <p:txBody>
          <a:bodyPr/>
          <a:lstStyle>
            <a:lvl1pPr>
              <a:lnSpc>
                <a:spcPct val="85000"/>
              </a:lnSpc>
              <a:spcAft>
                <a:spcPts val="200"/>
              </a:spcAft>
              <a:defRPr sz="1000"/>
            </a:lvl1pPr>
          </a:lstStyle>
          <a:p>
            <a:pPr lvl="0"/>
            <a:r>
              <a:rPr lang="da-DK"/>
              <a:t>Title</a:t>
            </a:r>
            <a:br>
              <a:rPr lang="da-DK"/>
            </a:br>
            <a:r>
              <a:rPr lang="da-DK"/>
              <a:t>Text</a:t>
            </a:r>
            <a:endParaRPr lang="en-US"/>
          </a:p>
        </p:txBody>
      </p:sp>
      <p:sp>
        <p:nvSpPr>
          <p:cNvPr id="7" name="Pladsholder til billede 12">
            <a:extLst>
              <a:ext uri="{FF2B5EF4-FFF2-40B4-BE49-F238E27FC236}">
                <a16:creationId xmlns:a16="http://schemas.microsoft.com/office/drawing/2014/main" id="{53E977D3-76A6-CF30-8A57-6AF8D18BFC0B}"/>
              </a:ext>
            </a:extLst>
          </p:cNvPr>
          <p:cNvSpPr>
            <a:spLocks noGrp="1"/>
          </p:cNvSpPr>
          <p:nvPr>
            <p:ph type="pic" sz="quarter" idx="31"/>
          </p:nvPr>
        </p:nvSpPr>
        <p:spPr>
          <a:xfrm>
            <a:off x="6182032" y="243507"/>
            <a:ext cx="2789452" cy="2043273"/>
          </a:xfrm>
          <a:solidFill>
            <a:srgbClr val="DDDDDD"/>
          </a:solidFill>
        </p:spPr>
        <p:txBody>
          <a:bodyPr/>
          <a:lstStyle/>
          <a:p>
            <a:r>
              <a:rPr lang="da-DK"/>
              <a:t>Klik på ikonet for at tilføje et billede</a:t>
            </a:r>
            <a:endParaRPr lang="en-US"/>
          </a:p>
        </p:txBody>
      </p:sp>
      <p:sp>
        <p:nvSpPr>
          <p:cNvPr id="11" name="Pladsholder til billede 12">
            <a:extLst>
              <a:ext uri="{FF2B5EF4-FFF2-40B4-BE49-F238E27FC236}">
                <a16:creationId xmlns:a16="http://schemas.microsoft.com/office/drawing/2014/main" id="{D2A855AC-7402-F155-88DA-2E5D75C6E49A}"/>
              </a:ext>
            </a:extLst>
          </p:cNvPr>
          <p:cNvSpPr>
            <a:spLocks noGrp="1"/>
          </p:cNvSpPr>
          <p:nvPr>
            <p:ph type="pic" sz="quarter" idx="32"/>
          </p:nvPr>
        </p:nvSpPr>
        <p:spPr>
          <a:xfrm>
            <a:off x="9147048" y="243507"/>
            <a:ext cx="2753777" cy="2520000"/>
          </a:xfrm>
          <a:solidFill>
            <a:srgbClr val="DDDDDD"/>
          </a:solidFill>
        </p:spPr>
        <p:txBody>
          <a:bodyPr/>
          <a:lstStyle/>
          <a:p>
            <a:r>
              <a:rPr lang="da-DK"/>
              <a:t>Klik på ikonet for at tilføje et billede</a:t>
            </a:r>
            <a:endParaRPr lang="en-US"/>
          </a:p>
        </p:txBody>
      </p:sp>
      <p:sp>
        <p:nvSpPr>
          <p:cNvPr id="14" name="Pladsholder til tekst 19">
            <a:extLst>
              <a:ext uri="{FF2B5EF4-FFF2-40B4-BE49-F238E27FC236}">
                <a16:creationId xmlns:a16="http://schemas.microsoft.com/office/drawing/2014/main" id="{3AAEBD38-C296-365F-05A2-EA95952E3209}"/>
              </a:ext>
            </a:extLst>
          </p:cNvPr>
          <p:cNvSpPr>
            <a:spLocks noGrp="1"/>
          </p:cNvSpPr>
          <p:nvPr>
            <p:ph type="body" sz="quarter" idx="33" hasCustomPrompt="1"/>
          </p:nvPr>
        </p:nvSpPr>
        <p:spPr>
          <a:xfrm>
            <a:off x="6182248" y="2355515"/>
            <a:ext cx="2789452" cy="468351"/>
          </a:xfrm>
        </p:spPr>
        <p:txBody>
          <a:bodyPr/>
          <a:lstStyle>
            <a:lvl1pPr>
              <a:lnSpc>
                <a:spcPct val="85000"/>
              </a:lnSpc>
              <a:spcAft>
                <a:spcPts val="200"/>
              </a:spcAft>
              <a:defRPr sz="1000"/>
            </a:lvl1pPr>
          </a:lstStyle>
          <a:p>
            <a:pPr lvl="0"/>
            <a:r>
              <a:rPr lang="da-DK"/>
              <a:t>Title</a:t>
            </a:r>
            <a:br>
              <a:rPr lang="da-DK"/>
            </a:br>
            <a:r>
              <a:rPr lang="da-DK"/>
              <a:t>Text</a:t>
            </a:r>
            <a:endParaRPr lang="en-US"/>
          </a:p>
        </p:txBody>
      </p:sp>
      <p:sp>
        <p:nvSpPr>
          <p:cNvPr id="19" name="Pladsholder til tekst 19">
            <a:extLst>
              <a:ext uri="{FF2B5EF4-FFF2-40B4-BE49-F238E27FC236}">
                <a16:creationId xmlns:a16="http://schemas.microsoft.com/office/drawing/2014/main" id="{F7FAB0B5-3497-A716-59C0-463F6F595F4E}"/>
              </a:ext>
            </a:extLst>
          </p:cNvPr>
          <p:cNvSpPr>
            <a:spLocks noGrp="1"/>
          </p:cNvSpPr>
          <p:nvPr>
            <p:ph type="body" sz="quarter" idx="34" hasCustomPrompt="1"/>
          </p:nvPr>
        </p:nvSpPr>
        <p:spPr>
          <a:xfrm>
            <a:off x="9147373" y="2833676"/>
            <a:ext cx="2753452" cy="468351"/>
          </a:xfrm>
        </p:spPr>
        <p:txBody>
          <a:bodyPr/>
          <a:lstStyle>
            <a:lvl1pPr>
              <a:lnSpc>
                <a:spcPct val="85000"/>
              </a:lnSpc>
              <a:spcAft>
                <a:spcPts val="200"/>
              </a:spcAft>
              <a:defRPr sz="1000"/>
            </a:lvl1pPr>
          </a:lstStyle>
          <a:p>
            <a:pPr lvl="0"/>
            <a:r>
              <a:rPr lang="da-DK"/>
              <a:t>Title</a:t>
            </a:r>
            <a:br>
              <a:rPr lang="da-DK"/>
            </a:br>
            <a:r>
              <a:rPr lang="da-DK"/>
              <a:t>Text</a:t>
            </a:r>
            <a:endParaRPr lang="en-US"/>
          </a:p>
        </p:txBody>
      </p:sp>
      <p:sp>
        <p:nvSpPr>
          <p:cNvPr id="20" name="Pladsholder til billede 12">
            <a:extLst>
              <a:ext uri="{FF2B5EF4-FFF2-40B4-BE49-F238E27FC236}">
                <a16:creationId xmlns:a16="http://schemas.microsoft.com/office/drawing/2014/main" id="{262CF417-7A67-484A-FA7E-3E9E9F77595E}"/>
              </a:ext>
            </a:extLst>
          </p:cNvPr>
          <p:cNvSpPr>
            <a:spLocks noGrp="1"/>
          </p:cNvSpPr>
          <p:nvPr>
            <p:ph type="pic" sz="quarter" idx="35"/>
          </p:nvPr>
        </p:nvSpPr>
        <p:spPr>
          <a:xfrm>
            <a:off x="3217124" y="3394431"/>
            <a:ext cx="2789452" cy="2043273"/>
          </a:xfrm>
          <a:solidFill>
            <a:srgbClr val="DDDDDD"/>
          </a:solidFill>
        </p:spPr>
        <p:txBody>
          <a:bodyPr/>
          <a:lstStyle/>
          <a:p>
            <a:r>
              <a:rPr lang="da-DK"/>
              <a:t>Klik på ikonet for at tilføje et billede</a:t>
            </a:r>
            <a:endParaRPr lang="en-US"/>
          </a:p>
        </p:txBody>
      </p:sp>
      <p:sp>
        <p:nvSpPr>
          <p:cNvPr id="21" name="Pladsholder til tekst 19">
            <a:extLst>
              <a:ext uri="{FF2B5EF4-FFF2-40B4-BE49-F238E27FC236}">
                <a16:creationId xmlns:a16="http://schemas.microsoft.com/office/drawing/2014/main" id="{FAEB25FE-956C-A36D-8315-20BA703CA18C}"/>
              </a:ext>
            </a:extLst>
          </p:cNvPr>
          <p:cNvSpPr>
            <a:spLocks noGrp="1"/>
          </p:cNvSpPr>
          <p:nvPr>
            <p:ph type="body" sz="quarter" idx="37" hasCustomPrompt="1"/>
          </p:nvPr>
        </p:nvSpPr>
        <p:spPr>
          <a:xfrm>
            <a:off x="3217124" y="5506439"/>
            <a:ext cx="2789452" cy="468351"/>
          </a:xfrm>
        </p:spPr>
        <p:txBody>
          <a:bodyPr/>
          <a:lstStyle>
            <a:lvl1pPr>
              <a:lnSpc>
                <a:spcPct val="85000"/>
              </a:lnSpc>
              <a:spcAft>
                <a:spcPts val="200"/>
              </a:spcAft>
              <a:defRPr sz="1000"/>
            </a:lvl1pPr>
          </a:lstStyle>
          <a:p>
            <a:pPr lvl="0"/>
            <a:r>
              <a:rPr lang="da-DK"/>
              <a:t>Title</a:t>
            </a:r>
            <a:br>
              <a:rPr lang="da-DK"/>
            </a:br>
            <a:r>
              <a:rPr lang="da-DK"/>
              <a:t>Text</a:t>
            </a:r>
            <a:endParaRPr lang="en-US"/>
          </a:p>
        </p:txBody>
      </p:sp>
      <p:sp>
        <p:nvSpPr>
          <p:cNvPr id="22" name="Pladsholder til billede 12">
            <a:extLst>
              <a:ext uri="{FF2B5EF4-FFF2-40B4-BE49-F238E27FC236}">
                <a16:creationId xmlns:a16="http://schemas.microsoft.com/office/drawing/2014/main" id="{2C20CB4A-6186-02C0-E38D-8C3159DEDBAB}"/>
              </a:ext>
            </a:extLst>
          </p:cNvPr>
          <p:cNvSpPr>
            <a:spLocks noGrp="1"/>
          </p:cNvSpPr>
          <p:nvPr>
            <p:ph type="pic" sz="quarter" idx="39"/>
          </p:nvPr>
        </p:nvSpPr>
        <p:spPr>
          <a:xfrm>
            <a:off x="9147373" y="3394431"/>
            <a:ext cx="2753452" cy="2043273"/>
          </a:xfrm>
          <a:solidFill>
            <a:srgbClr val="DDDDDD"/>
          </a:solidFill>
        </p:spPr>
        <p:txBody>
          <a:bodyPr/>
          <a:lstStyle/>
          <a:p>
            <a:r>
              <a:rPr lang="da-DK"/>
              <a:t>Klik på ikonet for at tilføje et billede</a:t>
            </a:r>
            <a:endParaRPr lang="en-US"/>
          </a:p>
        </p:txBody>
      </p:sp>
      <p:sp>
        <p:nvSpPr>
          <p:cNvPr id="23" name="Pladsholder til billede 12">
            <a:extLst>
              <a:ext uri="{FF2B5EF4-FFF2-40B4-BE49-F238E27FC236}">
                <a16:creationId xmlns:a16="http://schemas.microsoft.com/office/drawing/2014/main" id="{6E541DD6-B806-1024-AFAC-505E81C39B41}"/>
              </a:ext>
            </a:extLst>
          </p:cNvPr>
          <p:cNvSpPr>
            <a:spLocks noGrp="1"/>
          </p:cNvSpPr>
          <p:nvPr>
            <p:ph type="pic" sz="quarter" idx="40"/>
          </p:nvPr>
        </p:nvSpPr>
        <p:spPr>
          <a:xfrm>
            <a:off x="6182248" y="3394431"/>
            <a:ext cx="2789452" cy="2520000"/>
          </a:xfrm>
          <a:solidFill>
            <a:srgbClr val="DDDDDD"/>
          </a:solidFill>
        </p:spPr>
        <p:txBody>
          <a:bodyPr/>
          <a:lstStyle/>
          <a:p>
            <a:r>
              <a:rPr lang="da-DK"/>
              <a:t>Klik på ikonet for at tilføje et billede</a:t>
            </a:r>
            <a:endParaRPr lang="en-US"/>
          </a:p>
        </p:txBody>
      </p:sp>
      <p:sp>
        <p:nvSpPr>
          <p:cNvPr id="24" name="Pladsholder til tekst 19">
            <a:extLst>
              <a:ext uri="{FF2B5EF4-FFF2-40B4-BE49-F238E27FC236}">
                <a16:creationId xmlns:a16="http://schemas.microsoft.com/office/drawing/2014/main" id="{244286C7-9550-53C0-7771-CB1F61C920FD}"/>
              </a:ext>
            </a:extLst>
          </p:cNvPr>
          <p:cNvSpPr>
            <a:spLocks noGrp="1"/>
          </p:cNvSpPr>
          <p:nvPr>
            <p:ph type="body" sz="quarter" idx="41" hasCustomPrompt="1"/>
          </p:nvPr>
        </p:nvSpPr>
        <p:spPr>
          <a:xfrm>
            <a:off x="9147373" y="5506439"/>
            <a:ext cx="2753452" cy="468351"/>
          </a:xfrm>
        </p:spPr>
        <p:txBody>
          <a:bodyPr/>
          <a:lstStyle>
            <a:lvl1pPr>
              <a:lnSpc>
                <a:spcPct val="85000"/>
              </a:lnSpc>
              <a:spcAft>
                <a:spcPts val="200"/>
              </a:spcAft>
              <a:defRPr sz="1000"/>
            </a:lvl1pPr>
          </a:lstStyle>
          <a:p>
            <a:pPr lvl="0"/>
            <a:r>
              <a:rPr lang="da-DK"/>
              <a:t>Title</a:t>
            </a:r>
            <a:br>
              <a:rPr lang="da-DK"/>
            </a:br>
            <a:r>
              <a:rPr lang="da-DK"/>
              <a:t>Text</a:t>
            </a:r>
            <a:endParaRPr lang="en-US"/>
          </a:p>
        </p:txBody>
      </p:sp>
      <p:sp>
        <p:nvSpPr>
          <p:cNvPr id="25" name="Pladsholder til tekst 19">
            <a:extLst>
              <a:ext uri="{FF2B5EF4-FFF2-40B4-BE49-F238E27FC236}">
                <a16:creationId xmlns:a16="http://schemas.microsoft.com/office/drawing/2014/main" id="{FB63E811-5296-4B00-370D-6BC9F0DA16D7}"/>
              </a:ext>
            </a:extLst>
          </p:cNvPr>
          <p:cNvSpPr>
            <a:spLocks noGrp="1"/>
          </p:cNvSpPr>
          <p:nvPr>
            <p:ph type="body" sz="quarter" idx="42" hasCustomPrompt="1"/>
          </p:nvPr>
        </p:nvSpPr>
        <p:spPr>
          <a:xfrm>
            <a:off x="6182248" y="5984600"/>
            <a:ext cx="2789452" cy="468351"/>
          </a:xfrm>
        </p:spPr>
        <p:txBody>
          <a:bodyPr/>
          <a:lstStyle>
            <a:lvl1pPr>
              <a:lnSpc>
                <a:spcPct val="85000"/>
              </a:lnSpc>
              <a:spcAft>
                <a:spcPts val="200"/>
              </a:spcAft>
              <a:defRPr sz="1000"/>
            </a:lvl1pPr>
          </a:lstStyle>
          <a:p>
            <a:pPr lvl="0"/>
            <a:r>
              <a:rPr lang="da-DK"/>
              <a:t>Title</a:t>
            </a:r>
            <a:br>
              <a:rPr lang="da-DK"/>
            </a:br>
            <a:r>
              <a:rPr lang="da-DK"/>
              <a:t>Text</a:t>
            </a:r>
            <a:endParaRPr lang="en-US"/>
          </a:p>
        </p:txBody>
      </p:sp>
    </p:spTree>
    <p:extLst>
      <p:ext uri="{BB962C8B-B14F-4D97-AF65-F5344CB8AC3E}">
        <p14:creationId xmlns:p14="http://schemas.microsoft.com/office/powerpoint/2010/main" val="3567010663"/>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OCUS x 8: Image + text">
    <p:bg>
      <p:bgPr>
        <a:solidFill>
          <a:schemeClr val="bg1"/>
        </a:solidFill>
        <a:effectLst/>
      </p:bgPr>
    </p:bg>
    <p:spTree>
      <p:nvGrpSpPr>
        <p:cNvPr id="1" name=""/>
        <p:cNvGrpSpPr/>
        <p:nvPr/>
      </p:nvGrpSpPr>
      <p:grpSpPr>
        <a:xfrm>
          <a:off x="0" y="0"/>
          <a:ext cx="0" cy="0"/>
          <a:chOff x="0" y="0"/>
          <a:chExt cx="0" cy="0"/>
        </a:xfrm>
      </p:grpSpPr>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14" name="Pladsholder til billede 12">
            <a:extLst>
              <a:ext uri="{FF2B5EF4-FFF2-40B4-BE49-F238E27FC236}">
                <a16:creationId xmlns:a16="http://schemas.microsoft.com/office/drawing/2014/main" id="{F829DBCF-3BDB-AE10-FF83-CD7911F82DD9}"/>
              </a:ext>
            </a:extLst>
          </p:cNvPr>
          <p:cNvSpPr>
            <a:spLocks noGrp="1"/>
          </p:cNvSpPr>
          <p:nvPr>
            <p:ph type="pic" sz="quarter" idx="16"/>
          </p:nvPr>
        </p:nvSpPr>
        <p:spPr>
          <a:xfrm>
            <a:off x="288000" y="243507"/>
            <a:ext cx="2789452" cy="2043273"/>
          </a:xfrm>
          <a:solidFill>
            <a:srgbClr val="DDDDDD"/>
          </a:solidFill>
        </p:spPr>
        <p:txBody>
          <a:bodyPr/>
          <a:lstStyle/>
          <a:p>
            <a:r>
              <a:rPr lang="da-DK"/>
              <a:t>Klik på ikonet for at tilføje et billede</a:t>
            </a:r>
            <a:endParaRPr lang="en-US"/>
          </a:p>
        </p:txBody>
      </p:sp>
      <p:sp>
        <p:nvSpPr>
          <p:cNvPr id="2" name="Pladsholder til billede 12">
            <a:extLst>
              <a:ext uri="{FF2B5EF4-FFF2-40B4-BE49-F238E27FC236}">
                <a16:creationId xmlns:a16="http://schemas.microsoft.com/office/drawing/2014/main" id="{5FCF9B46-A323-6CB5-F956-A6F4E2526C0F}"/>
              </a:ext>
            </a:extLst>
          </p:cNvPr>
          <p:cNvSpPr>
            <a:spLocks noGrp="1"/>
          </p:cNvSpPr>
          <p:nvPr>
            <p:ph type="pic" sz="quarter" idx="17"/>
          </p:nvPr>
        </p:nvSpPr>
        <p:spPr>
          <a:xfrm>
            <a:off x="3228000" y="243507"/>
            <a:ext cx="2789452" cy="2520000"/>
          </a:xfrm>
          <a:solidFill>
            <a:srgbClr val="DDDDDD"/>
          </a:solidFill>
        </p:spPr>
        <p:txBody>
          <a:bodyPr/>
          <a:lstStyle/>
          <a:p>
            <a:r>
              <a:rPr lang="da-DK"/>
              <a:t>Klik på ikonet for at tilføje et billede</a:t>
            </a:r>
            <a:endParaRPr lang="en-US"/>
          </a:p>
        </p:txBody>
      </p:sp>
      <p:sp>
        <p:nvSpPr>
          <p:cNvPr id="10" name="Pladsholder til tekst 19">
            <a:extLst>
              <a:ext uri="{FF2B5EF4-FFF2-40B4-BE49-F238E27FC236}">
                <a16:creationId xmlns:a16="http://schemas.microsoft.com/office/drawing/2014/main" id="{4F9A999D-C9B4-9473-0B6C-B51CE97ACF5A}"/>
              </a:ext>
            </a:extLst>
          </p:cNvPr>
          <p:cNvSpPr>
            <a:spLocks noGrp="1"/>
          </p:cNvSpPr>
          <p:nvPr>
            <p:ph type="body" sz="quarter" idx="23" hasCustomPrompt="1"/>
          </p:nvPr>
        </p:nvSpPr>
        <p:spPr>
          <a:xfrm>
            <a:off x="288000" y="2355515"/>
            <a:ext cx="2789452" cy="468351"/>
          </a:xfrm>
        </p:spPr>
        <p:txBody>
          <a:bodyPr/>
          <a:lstStyle>
            <a:lvl1pPr>
              <a:lnSpc>
                <a:spcPct val="85000"/>
              </a:lnSpc>
              <a:spcAft>
                <a:spcPts val="200"/>
              </a:spcAft>
              <a:defRPr sz="1000"/>
            </a:lvl1pPr>
          </a:lstStyle>
          <a:p>
            <a:pPr lvl="0"/>
            <a:r>
              <a:rPr lang="da-DK"/>
              <a:t>Title</a:t>
            </a:r>
            <a:br>
              <a:rPr lang="da-DK"/>
            </a:br>
            <a:r>
              <a:rPr lang="da-DK"/>
              <a:t>Text</a:t>
            </a:r>
            <a:endParaRPr lang="en-US"/>
          </a:p>
        </p:txBody>
      </p:sp>
      <p:sp>
        <p:nvSpPr>
          <p:cNvPr id="11" name="Pladsholder til tekst 19">
            <a:extLst>
              <a:ext uri="{FF2B5EF4-FFF2-40B4-BE49-F238E27FC236}">
                <a16:creationId xmlns:a16="http://schemas.microsoft.com/office/drawing/2014/main" id="{95F2C540-3849-6A54-F298-557907CB4F6D}"/>
              </a:ext>
            </a:extLst>
          </p:cNvPr>
          <p:cNvSpPr>
            <a:spLocks noGrp="1"/>
          </p:cNvSpPr>
          <p:nvPr>
            <p:ph type="body" sz="quarter" idx="24" hasCustomPrompt="1"/>
          </p:nvPr>
        </p:nvSpPr>
        <p:spPr>
          <a:xfrm>
            <a:off x="3228000" y="2833676"/>
            <a:ext cx="2789452" cy="468351"/>
          </a:xfrm>
        </p:spPr>
        <p:txBody>
          <a:bodyPr/>
          <a:lstStyle>
            <a:lvl1pPr>
              <a:lnSpc>
                <a:spcPct val="85000"/>
              </a:lnSpc>
              <a:spcAft>
                <a:spcPts val="200"/>
              </a:spcAft>
              <a:defRPr sz="1000"/>
            </a:lvl1pPr>
          </a:lstStyle>
          <a:p>
            <a:pPr lvl="0"/>
            <a:r>
              <a:rPr lang="da-DK"/>
              <a:t>Title</a:t>
            </a:r>
            <a:br>
              <a:rPr lang="da-DK"/>
            </a:br>
            <a:r>
              <a:rPr lang="da-DK"/>
              <a:t>Text</a:t>
            </a:r>
            <a:endParaRPr lang="en-US"/>
          </a:p>
        </p:txBody>
      </p:sp>
      <p:sp>
        <p:nvSpPr>
          <p:cNvPr id="19" name="Pladsholder til billede 12">
            <a:extLst>
              <a:ext uri="{FF2B5EF4-FFF2-40B4-BE49-F238E27FC236}">
                <a16:creationId xmlns:a16="http://schemas.microsoft.com/office/drawing/2014/main" id="{7BEE026E-DF9A-40F0-8091-92052FBE95BC}"/>
              </a:ext>
            </a:extLst>
          </p:cNvPr>
          <p:cNvSpPr>
            <a:spLocks noGrp="1"/>
          </p:cNvSpPr>
          <p:nvPr>
            <p:ph type="pic" sz="quarter" idx="31"/>
          </p:nvPr>
        </p:nvSpPr>
        <p:spPr>
          <a:xfrm>
            <a:off x="6168000" y="243507"/>
            <a:ext cx="2789452" cy="2043273"/>
          </a:xfrm>
          <a:solidFill>
            <a:srgbClr val="DDDDDD"/>
          </a:solidFill>
        </p:spPr>
        <p:txBody>
          <a:bodyPr/>
          <a:lstStyle/>
          <a:p>
            <a:r>
              <a:rPr lang="da-DK"/>
              <a:t>Klik på ikonet for at tilføje et billede</a:t>
            </a:r>
            <a:endParaRPr lang="en-US"/>
          </a:p>
        </p:txBody>
      </p:sp>
      <p:sp>
        <p:nvSpPr>
          <p:cNvPr id="20" name="Pladsholder til billede 12">
            <a:extLst>
              <a:ext uri="{FF2B5EF4-FFF2-40B4-BE49-F238E27FC236}">
                <a16:creationId xmlns:a16="http://schemas.microsoft.com/office/drawing/2014/main" id="{5B23E2FA-989F-DD17-8756-9EB8C06492DE}"/>
              </a:ext>
            </a:extLst>
          </p:cNvPr>
          <p:cNvSpPr>
            <a:spLocks noGrp="1"/>
          </p:cNvSpPr>
          <p:nvPr>
            <p:ph type="pic" sz="quarter" idx="32"/>
          </p:nvPr>
        </p:nvSpPr>
        <p:spPr>
          <a:xfrm>
            <a:off x="9108000" y="243507"/>
            <a:ext cx="2789452" cy="2520000"/>
          </a:xfrm>
          <a:solidFill>
            <a:srgbClr val="DDDDDD"/>
          </a:solidFill>
        </p:spPr>
        <p:txBody>
          <a:bodyPr/>
          <a:lstStyle/>
          <a:p>
            <a:r>
              <a:rPr lang="da-DK"/>
              <a:t>Klik på ikonet for at tilføje et billede</a:t>
            </a:r>
            <a:endParaRPr lang="en-US"/>
          </a:p>
        </p:txBody>
      </p:sp>
      <p:sp>
        <p:nvSpPr>
          <p:cNvPr id="21" name="Pladsholder til tekst 19">
            <a:extLst>
              <a:ext uri="{FF2B5EF4-FFF2-40B4-BE49-F238E27FC236}">
                <a16:creationId xmlns:a16="http://schemas.microsoft.com/office/drawing/2014/main" id="{642E3B39-EC54-070C-4E98-498C1E6635CF}"/>
              </a:ext>
            </a:extLst>
          </p:cNvPr>
          <p:cNvSpPr>
            <a:spLocks noGrp="1"/>
          </p:cNvSpPr>
          <p:nvPr>
            <p:ph type="body" sz="quarter" idx="33" hasCustomPrompt="1"/>
          </p:nvPr>
        </p:nvSpPr>
        <p:spPr>
          <a:xfrm>
            <a:off x="6168000" y="2355515"/>
            <a:ext cx="2789452" cy="468351"/>
          </a:xfrm>
        </p:spPr>
        <p:txBody>
          <a:bodyPr/>
          <a:lstStyle>
            <a:lvl1pPr>
              <a:lnSpc>
                <a:spcPct val="85000"/>
              </a:lnSpc>
              <a:spcAft>
                <a:spcPts val="200"/>
              </a:spcAft>
              <a:defRPr sz="1000"/>
            </a:lvl1pPr>
          </a:lstStyle>
          <a:p>
            <a:pPr lvl="0"/>
            <a:r>
              <a:rPr lang="da-DK"/>
              <a:t>Title</a:t>
            </a:r>
            <a:br>
              <a:rPr lang="da-DK"/>
            </a:br>
            <a:r>
              <a:rPr lang="da-DK"/>
              <a:t>Text</a:t>
            </a:r>
            <a:endParaRPr lang="en-US"/>
          </a:p>
        </p:txBody>
      </p:sp>
      <p:sp>
        <p:nvSpPr>
          <p:cNvPr id="22" name="Pladsholder til tekst 19">
            <a:extLst>
              <a:ext uri="{FF2B5EF4-FFF2-40B4-BE49-F238E27FC236}">
                <a16:creationId xmlns:a16="http://schemas.microsoft.com/office/drawing/2014/main" id="{4B511808-F791-3A8E-A0AA-D0C5DA24601D}"/>
              </a:ext>
            </a:extLst>
          </p:cNvPr>
          <p:cNvSpPr>
            <a:spLocks noGrp="1"/>
          </p:cNvSpPr>
          <p:nvPr>
            <p:ph type="body" sz="quarter" idx="34" hasCustomPrompt="1"/>
          </p:nvPr>
        </p:nvSpPr>
        <p:spPr>
          <a:xfrm>
            <a:off x="9108000" y="2833676"/>
            <a:ext cx="2789452" cy="468351"/>
          </a:xfrm>
        </p:spPr>
        <p:txBody>
          <a:bodyPr/>
          <a:lstStyle>
            <a:lvl1pPr>
              <a:lnSpc>
                <a:spcPct val="85000"/>
              </a:lnSpc>
              <a:spcAft>
                <a:spcPts val="200"/>
              </a:spcAft>
              <a:defRPr sz="1000"/>
            </a:lvl1pPr>
          </a:lstStyle>
          <a:p>
            <a:pPr lvl="0"/>
            <a:r>
              <a:rPr lang="da-DK"/>
              <a:t>Title</a:t>
            </a:r>
            <a:br>
              <a:rPr lang="da-DK"/>
            </a:br>
            <a:r>
              <a:rPr lang="da-DK"/>
              <a:t>Text</a:t>
            </a:r>
            <a:endParaRPr lang="en-US"/>
          </a:p>
        </p:txBody>
      </p:sp>
      <p:sp>
        <p:nvSpPr>
          <p:cNvPr id="23" name="Pladsholder til billede 12">
            <a:extLst>
              <a:ext uri="{FF2B5EF4-FFF2-40B4-BE49-F238E27FC236}">
                <a16:creationId xmlns:a16="http://schemas.microsoft.com/office/drawing/2014/main" id="{30E582EC-EBFD-D500-77F3-CCDD28BFB9C5}"/>
              </a:ext>
            </a:extLst>
          </p:cNvPr>
          <p:cNvSpPr>
            <a:spLocks noGrp="1"/>
          </p:cNvSpPr>
          <p:nvPr>
            <p:ph type="pic" sz="quarter" idx="35"/>
          </p:nvPr>
        </p:nvSpPr>
        <p:spPr>
          <a:xfrm>
            <a:off x="3228000" y="3394431"/>
            <a:ext cx="2789452" cy="2043273"/>
          </a:xfrm>
          <a:solidFill>
            <a:srgbClr val="DDDDDD"/>
          </a:solidFill>
        </p:spPr>
        <p:txBody>
          <a:bodyPr/>
          <a:lstStyle/>
          <a:p>
            <a:r>
              <a:rPr lang="da-DK"/>
              <a:t>Klik på ikonet for at tilføje et billede</a:t>
            </a:r>
            <a:endParaRPr lang="en-US"/>
          </a:p>
        </p:txBody>
      </p:sp>
      <p:sp>
        <p:nvSpPr>
          <p:cNvPr id="24" name="Pladsholder til billede 12">
            <a:extLst>
              <a:ext uri="{FF2B5EF4-FFF2-40B4-BE49-F238E27FC236}">
                <a16:creationId xmlns:a16="http://schemas.microsoft.com/office/drawing/2014/main" id="{39CF395A-F4DA-CA29-8014-5EE21D340DD4}"/>
              </a:ext>
            </a:extLst>
          </p:cNvPr>
          <p:cNvSpPr>
            <a:spLocks noGrp="1"/>
          </p:cNvSpPr>
          <p:nvPr>
            <p:ph type="pic" sz="quarter" idx="36"/>
          </p:nvPr>
        </p:nvSpPr>
        <p:spPr>
          <a:xfrm>
            <a:off x="288000" y="3394431"/>
            <a:ext cx="2789452" cy="2520000"/>
          </a:xfrm>
          <a:solidFill>
            <a:srgbClr val="DDDDDD"/>
          </a:solidFill>
        </p:spPr>
        <p:txBody>
          <a:bodyPr/>
          <a:lstStyle/>
          <a:p>
            <a:r>
              <a:rPr lang="da-DK"/>
              <a:t>Klik på ikonet for at tilføje et billede</a:t>
            </a:r>
            <a:endParaRPr lang="en-US"/>
          </a:p>
        </p:txBody>
      </p:sp>
      <p:sp>
        <p:nvSpPr>
          <p:cNvPr id="25" name="Pladsholder til tekst 19">
            <a:extLst>
              <a:ext uri="{FF2B5EF4-FFF2-40B4-BE49-F238E27FC236}">
                <a16:creationId xmlns:a16="http://schemas.microsoft.com/office/drawing/2014/main" id="{86266058-419A-2F98-FA13-51E8DF966238}"/>
              </a:ext>
            </a:extLst>
          </p:cNvPr>
          <p:cNvSpPr>
            <a:spLocks noGrp="1"/>
          </p:cNvSpPr>
          <p:nvPr>
            <p:ph type="body" sz="quarter" idx="37" hasCustomPrompt="1"/>
          </p:nvPr>
        </p:nvSpPr>
        <p:spPr>
          <a:xfrm>
            <a:off x="3228000" y="5506439"/>
            <a:ext cx="2789452" cy="468351"/>
          </a:xfrm>
        </p:spPr>
        <p:txBody>
          <a:bodyPr/>
          <a:lstStyle>
            <a:lvl1pPr>
              <a:lnSpc>
                <a:spcPct val="85000"/>
              </a:lnSpc>
              <a:spcAft>
                <a:spcPts val="200"/>
              </a:spcAft>
              <a:defRPr sz="1000"/>
            </a:lvl1pPr>
          </a:lstStyle>
          <a:p>
            <a:pPr lvl="0"/>
            <a:r>
              <a:rPr lang="da-DK"/>
              <a:t>Title</a:t>
            </a:r>
            <a:br>
              <a:rPr lang="da-DK"/>
            </a:br>
            <a:r>
              <a:rPr lang="da-DK"/>
              <a:t>Text</a:t>
            </a:r>
            <a:endParaRPr lang="en-US"/>
          </a:p>
        </p:txBody>
      </p:sp>
      <p:sp>
        <p:nvSpPr>
          <p:cNvPr id="26" name="Pladsholder til tekst 19">
            <a:extLst>
              <a:ext uri="{FF2B5EF4-FFF2-40B4-BE49-F238E27FC236}">
                <a16:creationId xmlns:a16="http://schemas.microsoft.com/office/drawing/2014/main" id="{65F999F6-7D6F-FFC9-9D32-25DD74F732D9}"/>
              </a:ext>
            </a:extLst>
          </p:cNvPr>
          <p:cNvSpPr>
            <a:spLocks noGrp="1"/>
          </p:cNvSpPr>
          <p:nvPr>
            <p:ph type="body" sz="quarter" idx="38" hasCustomPrompt="1"/>
          </p:nvPr>
        </p:nvSpPr>
        <p:spPr>
          <a:xfrm>
            <a:off x="288000" y="5984600"/>
            <a:ext cx="2789452" cy="468351"/>
          </a:xfrm>
        </p:spPr>
        <p:txBody>
          <a:bodyPr/>
          <a:lstStyle>
            <a:lvl1pPr>
              <a:lnSpc>
                <a:spcPct val="85000"/>
              </a:lnSpc>
              <a:spcAft>
                <a:spcPts val="200"/>
              </a:spcAft>
              <a:defRPr sz="1000"/>
            </a:lvl1pPr>
          </a:lstStyle>
          <a:p>
            <a:pPr lvl="0"/>
            <a:r>
              <a:rPr lang="da-DK"/>
              <a:t>Title</a:t>
            </a:r>
            <a:br>
              <a:rPr lang="da-DK"/>
            </a:br>
            <a:r>
              <a:rPr lang="da-DK"/>
              <a:t>Text</a:t>
            </a:r>
            <a:endParaRPr lang="en-US"/>
          </a:p>
        </p:txBody>
      </p:sp>
      <p:sp>
        <p:nvSpPr>
          <p:cNvPr id="27" name="Pladsholder til billede 12">
            <a:extLst>
              <a:ext uri="{FF2B5EF4-FFF2-40B4-BE49-F238E27FC236}">
                <a16:creationId xmlns:a16="http://schemas.microsoft.com/office/drawing/2014/main" id="{3F17A6A2-A366-FBD1-614F-A234296FF7F2}"/>
              </a:ext>
            </a:extLst>
          </p:cNvPr>
          <p:cNvSpPr>
            <a:spLocks noGrp="1"/>
          </p:cNvSpPr>
          <p:nvPr>
            <p:ph type="pic" sz="quarter" idx="39"/>
          </p:nvPr>
        </p:nvSpPr>
        <p:spPr>
          <a:xfrm>
            <a:off x="9108000" y="3394431"/>
            <a:ext cx="2789452" cy="2043273"/>
          </a:xfrm>
          <a:solidFill>
            <a:srgbClr val="DDDDDD"/>
          </a:solidFill>
        </p:spPr>
        <p:txBody>
          <a:bodyPr/>
          <a:lstStyle/>
          <a:p>
            <a:r>
              <a:rPr lang="da-DK"/>
              <a:t>Klik på ikonet for at tilføje et billede</a:t>
            </a:r>
            <a:endParaRPr lang="en-US"/>
          </a:p>
        </p:txBody>
      </p:sp>
      <p:sp>
        <p:nvSpPr>
          <p:cNvPr id="28" name="Pladsholder til billede 12">
            <a:extLst>
              <a:ext uri="{FF2B5EF4-FFF2-40B4-BE49-F238E27FC236}">
                <a16:creationId xmlns:a16="http://schemas.microsoft.com/office/drawing/2014/main" id="{4B70F008-ED62-0209-CAB9-7407BB6BE962}"/>
              </a:ext>
            </a:extLst>
          </p:cNvPr>
          <p:cNvSpPr>
            <a:spLocks noGrp="1"/>
          </p:cNvSpPr>
          <p:nvPr>
            <p:ph type="pic" sz="quarter" idx="40"/>
          </p:nvPr>
        </p:nvSpPr>
        <p:spPr>
          <a:xfrm>
            <a:off x="6168000" y="3394431"/>
            <a:ext cx="2789452" cy="2520000"/>
          </a:xfrm>
          <a:solidFill>
            <a:srgbClr val="DDDDDD"/>
          </a:solidFill>
        </p:spPr>
        <p:txBody>
          <a:bodyPr/>
          <a:lstStyle/>
          <a:p>
            <a:r>
              <a:rPr lang="da-DK"/>
              <a:t>Klik på ikonet for at tilføje et billede</a:t>
            </a:r>
            <a:endParaRPr lang="en-US"/>
          </a:p>
        </p:txBody>
      </p:sp>
      <p:sp>
        <p:nvSpPr>
          <p:cNvPr id="29" name="Pladsholder til tekst 19">
            <a:extLst>
              <a:ext uri="{FF2B5EF4-FFF2-40B4-BE49-F238E27FC236}">
                <a16:creationId xmlns:a16="http://schemas.microsoft.com/office/drawing/2014/main" id="{9AC1CD35-C1C2-2DB1-BCD0-E2F0A3DDDC0B}"/>
              </a:ext>
            </a:extLst>
          </p:cNvPr>
          <p:cNvSpPr>
            <a:spLocks noGrp="1"/>
          </p:cNvSpPr>
          <p:nvPr>
            <p:ph type="body" sz="quarter" idx="41" hasCustomPrompt="1"/>
          </p:nvPr>
        </p:nvSpPr>
        <p:spPr>
          <a:xfrm>
            <a:off x="9108000" y="5506439"/>
            <a:ext cx="2789452" cy="468351"/>
          </a:xfrm>
        </p:spPr>
        <p:txBody>
          <a:bodyPr/>
          <a:lstStyle>
            <a:lvl1pPr>
              <a:lnSpc>
                <a:spcPct val="85000"/>
              </a:lnSpc>
              <a:spcAft>
                <a:spcPts val="200"/>
              </a:spcAft>
              <a:defRPr sz="1000"/>
            </a:lvl1pPr>
          </a:lstStyle>
          <a:p>
            <a:pPr lvl="0"/>
            <a:r>
              <a:rPr lang="da-DK"/>
              <a:t>Title</a:t>
            </a:r>
            <a:br>
              <a:rPr lang="da-DK"/>
            </a:br>
            <a:r>
              <a:rPr lang="da-DK"/>
              <a:t>Text</a:t>
            </a:r>
            <a:endParaRPr lang="en-US"/>
          </a:p>
        </p:txBody>
      </p:sp>
      <p:sp>
        <p:nvSpPr>
          <p:cNvPr id="30" name="Pladsholder til tekst 19">
            <a:extLst>
              <a:ext uri="{FF2B5EF4-FFF2-40B4-BE49-F238E27FC236}">
                <a16:creationId xmlns:a16="http://schemas.microsoft.com/office/drawing/2014/main" id="{3C9D3C51-23F2-5440-8061-9163C5986695}"/>
              </a:ext>
            </a:extLst>
          </p:cNvPr>
          <p:cNvSpPr>
            <a:spLocks noGrp="1"/>
          </p:cNvSpPr>
          <p:nvPr>
            <p:ph type="body" sz="quarter" idx="42" hasCustomPrompt="1"/>
          </p:nvPr>
        </p:nvSpPr>
        <p:spPr>
          <a:xfrm>
            <a:off x="6168000" y="5984600"/>
            <a:ext cx="2789452" cy="468351"/>
          </a:xfrm>
        </p:spPr>
        <p:txBody>
          <a:bodyPr/>
          <a:lstStyle>
            <a:lvl1pPr>
              <a:lnSpc>
                <a:spcPct val="85000"/>
              </a:lnSpc>
              <a:spcAft>
                <a:spcPts val="200"/>
              </a:spcAft>
              <a:defRPr sz="1000"/>
            </a:lvl1pPr>
          </a:lstStyle>
          <a:p>
            <a:pPr lvl="0"/>
            <a:r>
              <a:rPr lang="da-DK"/>
              <a:t>Title</a:t>
            </a:r>
            <a:br>
              <a:rPr lang="da-DK"/>
            </a:br>
            <a:r>
              <a:rPr lang="da-DK"/>
              <a:t>Text</a:t>
            </a:r>
            <a:endParaRPr lang="en-US"/>
          </a:p>
        </p:txBody>
      </p:sp>
    </p:spTree>
    <p:extLst>
      <p:ext uri="{BB962C8B-B14F-4D97-AF65-F5344CB8AC3E}">
        <p14:creationId xmlns:p14="http://schemas.microsoft.com/office/powerpoint/2010/main" val="2266972103"/>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12 people">
    <p:bg>
      <p:bgPr>
        <a:solidFill>
          <a:schemeClr val="bg1"/>
        </a:solidFill>
        <a:effectLst/>
      </p:bgPr>
    </p:bg>
    <p:spTree>
      <p:nvGrpSpPr>
        <p:cNvPr id="1" name=""/>
        <p:cNvGrpSpPr/>
        <p:nvPr/>
      </p:nvGrpSpPr>
      <p:grpSpPr>
        <a:xfrm>
          <a:off x="0" y="0"/>
          <a:ext cx="0" cy="0"/>
          <a:chOff x="0" y="0"/>
          <a:chExt cx="0" cy="0"/>
        </a:xfrm>
      </p:grpSpPr>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7" name="Picture Placeholder 2">
            <a:extLst>
              <a:ext uri="{FF2B5EF4-FFF2-40B4-BE49-F238E27FC236}">
                <a16:creationId xmlns:a16="http://schemas.microsoft.com/office/drawing/2014/main" id="{EF08FE1E-B935-F16B-DC24-C7D69049D73E}"/>
              </a:ext>
            </a:extLst>
          </p:cNvPr>
          <p:cNvSpPr>
            <a:spLocks noGrp="1"/>
          </p:cNvSpPr>
          <p:nvPr>
            <p:ph type="pic" sz="quarter" idx="22"/>
          </p:nvPr>
        </p:nvSpPr>
        <p:spPr>
          <a:xfrm>
            <a:off x="2459952" y="1194437"/>
            <a:ext cx="1037026" cy="1458464"/>
          </a:xfrm>
          <a:solidFill>
            <a:schemeClr val="bg1">
              <a:lumMod val="85000"/>
            </a:schemeClr>
          </a:solidFill>
        </p:spPr>
        <p:txBody>
          <a:bodyPr lIns="0" tIns="180000"/>
          <a:lstStyle>
            <a:lvl1pPr algn="ctr">
              <a:defRPr sz="1000" b="0">
                <a:solidFill>
                  <a:schemeClr val="bg1">
                    <a:lumMod val="65000"/>
                  </a:schemeClr>
                </a:solidFill>
              </a:defRPr>
            </a:lvl1pPr>
          </a:lstStyle>
          <a:p>
            <a:r>
              <a:rPr lang="da-DK"/>
              <a:t>Klik på ikonet for at tilføje et billede</a:t>
            </a:r>
          </a:p>
        </p:txBody>
      </p:sp>
      <p:sp>
        <p:nvSpPr>
          <p:cNvPr id="9" name="Text Placeholder 16">
            <a:extLst>
              <a:ext uri="{FF2B5EF4-FFF2-40B4-BE49-F238E27FC236}">
                <a16:creationId xmlns:a16="http://schemas.microsoft.com/office/drawing/2014/main" id="{A53B38CE-3A8D-B9D2-B976-BF9FC5D1CC48}"/>
              </a:ext>
            </a:extLst>
          </p:cNvPr>
          <p:cNvSpPr>
            <a:spLocks noGrp="1"/>
          </p:cNvSpPr>
          <p:nvPr>
            <p:ph type="body" sz="quarter" idx="23" hasCustomPrompt="1"/>
          </p:nvPr>
        </p:nvSpPr>
        <p:spPr>
          <a:xfrm>
            <a:off x="3595002" y="1194437"/>
            <a:ext cx="910680" cy="1458464"/>
          </a:xfrm>
        </p:spPr>
        <p:txBody>
          <a:bodyPr wrap="square" numCol="1">
            <a:noAutofit/>
          </a:bodyPr>
          <a:lstStyle>
            <a:lvl1pPr marL="0">
              <a:lnSpc>
                <a:spcPts val="1000"/>
              </a:lnSpc>
              <a:spcAft>
                <a:spcPts val="0"/>
              </a:spcAft>
              <a:defRPr sz="900" b="0" i="0" cap="none" baseline="0">
                <a:solidFill>
                  <a:schemeClr val="tx2"/>
                </a:solidFill>
              </a:defRPr>
            </a:lvl1pPr>
            <a:lvl2pPr marL="0">
              <a:lnSpc>
                <a:spcPts val="1000"/>
              </a:lnSpc>
              <a:spcAft>
                <a:spcPts val="0"/>
              </a:spcAft>
              <a:defRPr sz="800" b="0" cap="none" baseline="0">
                <a:solidFill>
                  <a:schemeClr val="tx2"/>
                </a:solidFill>
              </a:defRPr>
            </a:lvl2pPr>
            <a:lvl3pPr marL="0" indent="0">
              <a:lnSpc>
                <a:spcPts val="1000"/>
              </a:lnSpc>
              <a:spcBef>
                <a:spcPts val="1000"/>
              </a:spcBef>
              <a:spcAft>
                <a:spcPts val="0"/>
              </a:spcAft>
              <a:buNone/>
              <a:defRPr sz="800" b="0" cap="none" baseline="0">
                <a:solidFill>
                  <a:schemeClr val="tx2"/>
                </a:solidFill>
              </a:defRPr>
            </a:lvl3pPr>
            <a:lvl4pPr marL="0" indent="0">
              <a:lnSpc>
                <a:spcPts val="1000"/>
              </a:lnSpc>
              <a:spcAft>
                <a:spcPts val="1300"/>
              </a:spcAft>
              <a:buFont typeface="Arial" charset="0"/>
              <a:buNone/>
              <a:tabLst/>
              <a:defRPr sz="800" b="0" cap="none" baseline="0">
                <a:solidFill>
                  <a:schemeClr val="tx2"/>
                </a:solidFill>
              </a:defRPr>
            </a:lvl4pPr>
            <a:lvl5pPr marL="0" indent="0">
              <a:lnSpc>
                <a:spcPts val="1300"/>
              </a:lnSpc>
              <a:spcAft>
                <a:spcPts val="0"/>
              </a:spcAft>
              <a:buNone/>
              <a:tabLst/>
              <a:defRPr sz="1000"/>
            </a:lvl5pPr>
          </a:lstStyle>
          <a:p>
            <a:pPr lvl="0"/>
            <a:r>
              <a:rPr lang="en-US"/>
              <a:t>Navn + information</a:t>
            </a:r>
          </a:p>
          <a:p>
            <a:pPr lvl="1"/>
            <a:r>
              <a:rPr lang="en-US"/>
              <a:t>Second level</a:t>
            </a:r>
          </a:p>
          <a:p>
            <a:pPr lvl="2"/>
            <a:r>
              <a:rPr lang="en-US"/>
              <a:t>Third level</a:t>
            </a:r>
          </a:p>
          <a:p>
            <a:pPr lvl="3"/>
            <a:r>
              <a:rPr lang="en-US"/>
              <a:t>Fourth level</a:t>
            </a:r>
          </a:p>
        </p:txBody>
      </p:sp>
      <p:sp>
        <p:nvSpPr>
          <p:cNvPr id="19" name="Picture Placeholder 2">
            <a:extLst>
              <a:ext uri="{FF2B5EF4-FFF2-40B4-BE49-F238E27FC236}">
                <a16:creationId xmlns:a16="http://schemas.microsoft.com/office/drawing/2014/main" id="{7AB4B59C-1124-80DF-8321-9EBAFB343588}"/>
              </a:ext>
            </a:extLst>
          </p:cNvPr>
          <p:cNvSpPr>
            <a:spLocks noGrp="1"/>
          </p:cNvSpPr>
          <p:nvPr>
            <p:ph type="pic" sz="quarter" idx="29"/>
          </p:nvPr>
        </p:nvSpPr>
        <p:spPr>
          <a:xfrm>
            <a:off x="2459952" y="2968373"/>
            <a:ext cx="1037026" cy="1458464"/>
          </a:xfrm>
          <a:solidFill>
            <a:schemeClr val="bg1">
              <a:lumMod val="85000"/>
            </a:schemeClr>
          </a:solidFill>
        </p:spPr>
        <p:txBody>
          <a:bodyPr lIns="0" tIns="180000"/>
          <a:lstStyle>
            <a:lvl1pPr algn="ctr">
              <a:defRPr sz="1000" b="0">
                <a:solidFill>
                  <a:schemeClr val="bg1">
                    <a:lumMod val="65000"/>
                  </a:schemeClr>
                </a:solidFill>
              </a:defRPr>
            </a:lvl1pPr>
          </a:lstStyle>
          <a:p>
            <a:r>
              <a:rPr lang="da-DK"/>
              <a:t>Klik på ikonet for at tilføje et billede</a:t>
            </a:r>
          </a:p>
        </p:txBody>
      </p:sp>
      <p:sp>
        <p:nvSpPr>
          <p:cNvPr id="20" name="Text Placeholder 16">
            <a:extLst>
              <a:ext uri="{FF2B5EF4-FFF2-40B4-BE49-F238E27FC236}">
                <a16:creationId xmlns:a16="http://schemas.microsoft.com/office/drawing/2014/main" id="{FB9CAB46-89A2-E933-C2A8-A676FBE6E923}"/>
              </a:ext>
            </a:extLst>
          </p:cNvPr>
          <p:cNvSpPr>
            <a:spLocks noGrp="1"/>
          </p:cNvSpPr>
          <p:nvPr>
            <p:ph type="body" sz="quarter" idx="30" hasCustomPrompt="1"/>
          </p:nvPr>
        </p:nvSpPr>
        <p:spPr>
          <a:xfrm>
            <a:off x="3595002" y="2968373"/>
            <a:ext cx="910680" cy="1458464"/>
          </a:xfrm>
        </p:spPr>
        <p:txBody>
          <a:bodyPr wrap="square" numCol="1">
            <a:noAutofit/>
          </a:bodyPr>
          <a:lstStyle>
            <a:lvl1pPr marL="0">
              <a:lnSpc>
                <a:spcPts val="1000"/>
              </a:lnSpc>
              <a:spcAft>
                <a:spcPts val="0"/>
              </a:spcAft>
              <a:defRPr sz="900" b="0" i="0" cap="none" baseline="0">
                <a:solidFill>
                  <a:schemeClr val="tx2"/>
                </a:solidFill>
              </a:defRPr>
            </a:lvl1pPr>
            <a:lvl2pPr marL="0">
              <a:lnSpc>
                <a:spcPts val="1000"/>
              </a:lnSpc>
              <a:spcAft>
                <a:spcPts val="0"/>
              </a:spcAft>
              <a:defRPr sz="800" b="0" cap="none" baseline="0">
                <a:solidFill>
                  <a:schemeClr val="tx2"/>
                </a:solidFill>
              </a:defRPr>
            </a:lvl2pPr>
            <a:lvl3pPr marL="0" indent="0">
              <a:lnSpc>
                <a:spcPts val="1000"/>
              </a:lnSpc>
              <a:spcBef>
                <a:spcPts val="1000"/>
              </a:spcBef>
              <a:spcAft>
                <a:spcPts val="0"/>
              </a:spcAft>
              <a:buNone/>
              <a:defRPr sz="800" b="0" cap="none" baseline="0">
                <a:solidFill>
                  <a:schemeClr val="tx2"/>
                </a:solidFill>
              </a:defRPr>
            </a:lvl3pPr>
            <a:lvl4pPr marL="0" indent="0">
              <a:lnSpc>
                <a:spcPts val="1000"/>
              </a:lnSpc>
              <a:spcAft>
                <a:spcPts val="1300"/>
              </a:spcAft>
              <a:buFont typeface="Arial" charset="0"/>
              <a:buNone/>
              <a:tabLst/>
              <a:defRPr sz="800" b="0" cap="none" baseline="0">
                <a:solidFill>
                  <a:schemeClr val="tx2"/>
                </a:solidFill>
              </a:defRPr>
            </a:lvl4pPr>
            <a:lvl5pPr marL="0" indent="0">
              <a:lnSpc>
                <a:spcPts val="1300"/>
              </a:lnSpc>
              <a:spcAft>
                <a:spcPts val="0"/>
              </a:spcAft>
              <a:buNone/>
              <a:tabLst/>
              <a:defRPr sz="1000"/>
            </a:lvl5pPr>
          </a:lstStyle>
          <a:p>
            <a:pPr lvl="0"/>
            <a:r>
              <a:rPr lang="en-US"/>
              <a:t>Navn + information</a:t>
            </a:r>
          </a:p>
          <a:p>
            <a:pPr lvl="1"/>
            <a:r>
              <a:rPr lang="en-US"/>
              <a:t>Second level</a:t>
            </a:r>
          </a:p>
          <a:p>
            <a:pPr lvl="2"/>
            <a:r>
              <a:rPr lang="en-US"/>
              <a:t>Third level</a:t>
            </a:r>
          </a:p>
          <a:p>
            <a:pPr lvl="3"/>
            <a:r>
              <a:rPr lang="en-US"/>
              <a:t>Fourth level</a:t>
            </a:r>
          </a:p>
        </p:txBody>
      </p:sp>
      <p:sp>
        <p:nvSpPr>
          <p:cNvPr id="21" name="Text Placeholder 16">
            <a:extLst>
              <a:ext uri="{FF2B5EF4-FFF2-40B4-BE49-F238E27FC236}">
                <a16:creationId xmlns:a16="http://schemas.microsoft.com/office/drawing/2014/main" id="{92C8F4F2-7FC9-3D58-7215-CBCA8666D21E}"/>
              </a:ext>
            </a:extLst>
          </p:cNvPr>
          <p:cNvSpPr>
            <a:spLocks noGrp="1"/>
          </p:cNvSpPr>
          <p:nvPr>
            <p:ph type="body" sz="quarter" idx="41" hasCustomPrompt="1"/>
          </p:nvPr>
        </p:nvSpPr>
        <p:spPr>
          <a:xfrm>
            <a:off x="324000" y="1194437"/>
            <a:ext cx="1946927" cy="306336"/>
          </a:xfrm>
        </p:spPr>
        <p:txBody>
          <a:bodyPr wrap="square" numCol="1">
            <a:noAutofit/>
          </a:bodyPr>
          <a:lstStyle>
            <a:lvl1pPr marL="0">
              <a:lnSpc>
                <a:spcPts val="1000"/>
              </a:lnSpc>
              <a:spcAft>
                <a:spcPts val="0"/>
              </a:spcAft>
              <a:defRPr sz="1600" b="0" i="0" cap="none" baseline="0">
                <a:solidFill>
                  <a:schemeClr val="tx2"/>
                </a:solidFill>
              </a:defRPr>
            </a:lvl1pPr>
            <a:lvl2pPr marL="0">
              <a:lnSpc>
                <a:spcPts val="1000"/>
              </a:lnSpc>
              <a:spcAft>
                <a:spcPts val="0"/>
              </a:spcAft>
              <a:defRPr sz="1000" b="0" cap="none" baseline="0"/>
            </a:lvl2pPr>
            <a:lvl3pPr marL="0" indent="0">
              <a:lnSpc>
                <a:spcPts val="1000"/>
              </a:lnSpc>
              <a:spcBef>
                <a:spcPts val="1000"/>
              </a:spcBef>
              <a:spcAft>
                <a:spcPts val="0"/>
              </a:spcAft>
              <a:buNone/>
              <a:defRPr sz="1000" b="1" cap="none" baseline="0"/>
            </a:lvl3pPr>
            <a:lvl4pPr marL="0" indent="0">
              <a:lnSpc>
                <a:spcPts val="1000"/>
              </a:lnSpc>
              <a:spcAft>
                <a:spcPts val="1300"/>
              </a:spcAft>
              <a:buFont typeface="Arial" charset="0"/>
              <a:buNone/>
              <a:tabLst/>
              <a:defRPr sz="1000" cap="none" baseline="0"/>
            </a:lvl4pPr>
            <a:lvl5pPr marL="0" indent="0">
              <a:lnSpc>
                <a:spcPts val="1300"/>
              </a:lnSpc>
              <a:spcAft>
                <a:spcPts val="0"/>
              </a:spcAft>
              <a:buNone/>
              <a:tabLst/>
              <a:defRPr sz="1000"/>
            </a:lvl5pPr>
          </a:lstStyle>
          <a:p>
            <a:pPr lvl="0"/>
            <a:r>
              <a:rPr lang="en-US"/>
              <a:t>Rolle</a:t>
            </a:r>
          </a:p>
        </p:txBody>
      </p:sp>
      <p:sp>
        <p:nvSpPr>
          <p:cNvPr id="22" name="Text Placeholder 16">
            <a:extLst>
              <a:ext uri="{FF2B5EF4-FFF2-40B4-BE49-F238E27FC236}">
                <a16:creationId xmlns:a16="http://schemas.microsoft.com/office/drawing/2014/main" id="{D98F6050-D017-7EA6-8E30-5BA7D4944EC1}"/>
              </a:ext>
            </a:extLst>
          </p:cNvPr>
          <p:cNvSpPr>
            <a:spLocks noGrp="1"/>
          </p:cNvSpPr>
          <p:nvPr>
            <p:ph type="body" sz="quarter" idx="42" hasCustomPrompt="1"/>
          </p:nvPr>
        </p:nvSpPr>
        <p:spPr>
          <a:xfrm>
            <a:off x="324000" y="2968373"/>
            <a:ext cx="1946927" cy="332600"/>
          </a:xfrm>
        </p:spPr>
        <p:txBody>
          <a:bodyPr wrap="square" numCol="1">
            <a:noAutofit/>
          </a:bodyPr>
          <a:lstStyle>
            <a:lvl1pPr marL="0">
              <a:lnSpc>
                <a:spcPts val="1000"/>
              </a:lnSpc>
              <a:spcAft>
                <a:spcPts val="0"/>
              </a:spcAft>
              <a:defRPr sz="1600" b="0" i="0" cap="none" baseline="0">
                <a:solidFill>
                  <a:schemeClr val="tx2"/>
                </a:solidFill>
              </a:defRPr>
            </a:lvl1pPr>
            <a:lvl2pPr marL="0">
              <a:lnSpc>
                <a:spcPts val="1000"/>
              </a:lnSpc>
              <a:spcAft>
                <a:spcPts val="0"/>
              </a:spcAft>
              <a:defRPr sz="1000" b="0" cap="none" baseline="0"/>
            </a:lvl2pPr>
            <a:lvl3pPr marL="0" indent="0">
              <a:lnSpc>
                <a:spcPts val="1000"/>
              </a:lnSpc>
              <a:spcBef>
                <a:spcPts val="1000"/>
              </a:spcBef>
              <a:spcAft>
                <a:spcPts val="0"/>
              </a:spcAft>
              <a:buNone/>
              <a:defRPr sz="1000" b="1" cap="none" baseline="0"/>
            </a:lvl3pPr>
            <a:lvl4pPr marL="0" indent="0">
              <a:lnSpc>
                <a:spcPts val="1000"/>
              </a:lnSpc>
              <a:spcAft>
                <a:spcPts val="1300"/>
              </a:spcAft>
              <a:buFont typeface="Arial" charset="0"/>
              <a:buNone/>
              <a:tabLst/>
              <a:defRPr sz="1000" cap="none" baseline="0"/>
            </a:lvl4pPr>
            <a:lvl5pPr marL="0" indent="0">
              <a:lnSpc>
                <a:spcPts val="1300"/>
              </a:lnSpc>
              <a:spcAft>
                <a:spcPts val="0"/>
              </a:spcAft>
              <a:buNone/>
              <a:tabLst/>
              <a:defRPr sz="1000"/>
            </a:lvl5pPr>
          </a:lstStyle>
          <a:p>
            <a:pPr lvl="0"/>
            <a:r>
              <a:rPr lang="en-US"/>
              <a:t>Rolle</a:t>
            </a:r>
          </a:p>
        </p:txBody>
      </p:sp>
      <p:sp>
        <p:nvSpPr>
          <p:cNvPr id="23" name="Text Placeholder 16">
            <a:extLst>
              <a:ext uri="{FF2B5EF4-FFF2-40B4-BE49-F238E27FC236}">
                <a16:creationId xmlns:a16="http://schemas.microsoft.com/office/drawing/2014/main" id="{2D8D1B0E-9716-AF3E-3DDE-9A19242DCDFF}"/>
              </a:ext>
            </a:extLst>
          </p:cNvPr>
          <p:cNvSpPr>
            <a:spLocks noGrp="1"/>
          </p:cNvSpPr>
          <p:nvPr>
            <p:ph type="body" sz="quarter" idx="43" hasCustomPrompt="1"/>
          </p:nvPr>
        </p:nvSpPr>
        <p:spPr>
          <a:xfrm>
            <a:off x="324000" y="4760597"/>
            <a:ext cx="1946927" cy="332600"/>
          </a:xfrm>
        </p:spPr>
        <p:txBody>
          <a:bodyPr wrap="square" numCol="1">
            <a:noAutofit/>
          </a:bodyPr>
          <a:lstStyle>
            <a:lvl1pPr marL="0">
              <a:lnSpc>
                <a:spcPts val="1000"/>
              </a:lnSpc>
              <a:spcAft>
                <a:spcPts val="0"/>
              </a:spcAft>
              <a:defRPr sz="1600" b="0" i="0" cap="none" baseline="0">
                <a:solidFill>
                  <a:schemeClr val="tx2"/>
                </a:solidFill>
              </a:defRPr>
            </a:lvl1pPr>
            <a:lvl2pPr marL="0">
              <a:lnSpc>
                <a:spcPts val="1000"/>
              </a:lnSpc>
              <a:spcAft>
                <a:spcPts val="0"/>
              </a:spcAft>
              <a:defRPr sz="1000" b="0" cap="none" baseline="0"/>
            </a:lvl2pPr>
            <a:lvl3pPr marL="0" indent="0">
              <a:lnSpc>
                <a:spcPts val="1000"/>
              </a:lnSpc>
              <a:spcBef>
                <a:spcPts val="1000"/>
              </a:spcBef>
              <a:spcAft>
                <a:spcPts val="0"/>
              </a:spcAft>
              <a:buNone/>
              <a:defRPr sz="1000" b="1" cap="none" baseline="0"/>
            </a:lvl3pPr>
            <a:lvl4pPr marL="0" indent="0">
              <a:lnSpc>
                <a:spcPts val="1000"/>
              </a:lnSpc>
              <a:spcAft>
                <a:spcPts val="1300"/>
              </a:spcAft>
              <a:buFont typeface="Arial" charset="0"/>
              <a:buNone/>
              <a:tabLst/>
              <a:defRPr sz="1000" cap="none" baseline="0"/>
            </a:lvl4pPr>
            <a:lvl5pPr marL="0" indent="0">
              <a:lnSpc>
                <a:spcPts val="1300"/>
              </a:lnSpc>
              <a:spcAft>
                <a:spcPts val="0"/>
              </a:spcAft>
              <a:buNone/>
              <a:tabLst/>
              <a:defRPr sz="1000"/>
            </a:lvl5pPr>
          </a:lstStyle>
          <a:p>
            <a:pPr lvl="0"/>
            <a:r>
              <a:rPr lang="en-US"/>
              <a:t>Rolle</a:t>
            </a:r>
          </a:p>
        </p:txBody>
      </p:sp>
      <p:sp>
        <p:nvSpPr>
          <p:cNvPr id="24" name="Picture Placeholder 2">
            <a:extLst>
              <a:ext uri="{FF2B5EF4-FFF2-40B4-BE49-F238E27FC236}">
                <a16:creationId xmlns:a16="http://schemas.microsoft.com/office/drawing/2014/main" id="{C505DA16-8EF6-02E1-5635-06036CB6FA0F}"/>
              </a:ext>
            </a:extLst>
          </p:cNvPr>
          <p:cNvSpPr>
            <a:spLocks noGrp="1"/>
          </p:cNvSpPr>
          <p:nvPr>
            <p:ph type="pic" sz="quarter" idx="44"/>
          </p:nvPr>
        </p:nvSpPr>
        <p:spPr>
          <a:xfrm>
            <a:off x="2459952" y="4760597"/>
            <a:ext cx="1037026" cy="1458464"/>
          </a:xfrm>
          <a:solidFill>
            <a:schemeClr val="bg1">
              <a:lumMod val="85000"/>
            </a:schemeClr>
          </a:solidFill>
        </p:spPr>
        <p:txBody>
          <a:bodyPr lIns="0" tIns="180000"/>
          <a:lstStyle>
            <a:lvl1pPr algn="ctr">
              <a:defRPr sz="1000" b="0">
                <a:solidFill>
                  <a:schemeClr val="bg1">
                    <a:lumMod val="65000"/>
                  </a:schemeClr>
                </a:solidFill>
              </a:defRPr>
            </a:lvl1pPr>
          </a:lstStyle>
          <a:p>
            <a:r>
              <a:rPr lang="da-DK"/>
              <a:t>Klik på ikonet for at tilføje et billede</a:t>
            </a:r>
          </a:p>
        </p:txBody>
      </p:sp>
      <p:sp>
        <p:nvSpPr>
          <p:cNvPr id="25" name="Text Placeholder 16">
            <a:extLst>
              <a:ext uri="{FF2B5EF4-FFF2-40B4-BE49-F238E27FC236}">
                <a16:creationId xmlns:a16="http://schemas.microsoft.com/office/drawing/2014/main" id="{121681F0-E0A4-CA0A-E8A6-520D2007393C}"/>
              </a:ext>
            </a:extLst>
          </p:cNvPr>
          <p:cNvSpPr>
            <a:spLocks noGrp="1"/>
          </p:cNvSpPr>
          <p:nvPr>
            <p:ph type="body" sz="quarter" idx="47" hasCustomPrompt="1"/>
          </p:nvPr>
        </p:nvSpPr>
        <p:spPr>
          <a:xfrm>
            <a:off x="3595002" y="4760597"/>
            <a:ext cx="910680" cy="1458464"/>
          </a:xfrm>
        </p:spPr>
        <p:txBody>
          <a:bodyPr wrap="square" numCol="1">
            <a:noAutofit/>
          </a:bodyPr>
          <a:lstStyle>
            <a:lvl1pPr marL="0">
              <a:lnSpc>
                <a:spcPts val="1000"/>
              </a:lnSpc>
              <a:spcAft>
                <a:spcPts val="0"/>
              </a:spcAft>
              <a:defRPr sz="900" b="0" i="0" cap="none" baseline="0">
                <a:solidFill>
                  <a:schemeClr val="tx2"/>
                </a:solidFill>
              </a:defRPr>
            </a:lvl1pPr>
            <a:lvl2pPr marL="0">
              <a:lnSpc>
                <a:spcPts val="1000"/>
              </a:lnSpc>
              <a:spcAft>
                <a:spcPts val="0"/>
              </a:spcAft>
              <a:defRPr sz="800" b="0" cap="none" baseline="0">
                <a:solidFill>
                  <a:schemeClr val="tx2"/>
                </a:solidFill>
              </a:defRPr>
            </a:lvl2pPr>
            <a:lvl3pPr marL="0" indent="0">
              <a:lnSpc>
                <a:spcPts val="1000"/>
              </a:lnSpc>
              <a:spcBef>
                <a:spcPts val="1000"/>
              </a:spcBef>
              <a:spcAft>
                <a:spcPts val="0"/>
              </a:spcAft>
              <a:buNone/>
              <a:defRPr sz="800" b="0" cap="none" baseline="0">
                <a:solidFill>
                  <a:schemeClr val="tx2"/>
                </a:solidFill>
              </a:defRPr>
            </a:lvl3pPr>
            <a:lvl4pPr marL="0" indent="0">
              <a:lnSpc>
                <a:spcPts val="1000"/>
              </a:lnSpc>
              <a:spcAft>
                <a:spcPts val="1300"/>
              </a:spcAft>
              <a:buFont typeface="Arial" charset="0"/>
              <a:buNone/>
              <a:tabLst/>
              <a:defRPr sz="800" b="0" cap="none" baseline="0">
                <a:solidFill>
                  <a:schemeClr val="tx2"/>
                </a:solidFill>
              </a:defRPr>
            </a:lvl4pPr>
            <a:lvl5pPr marL="0" indent="0">
              <a:lnSpc>
                <a:spcPts val="1300"/>
              </a:lnSpc>
              <a:spcAft>
                <a:spcPts val="0"/>
              </a:spcAft>
              <a:buNone/>
              <a:tabLst/>
              <a:defRPr sz="1000"/>
            </a:lvl5pPr>
          </a:lstStyle>
          <a:p>
            <a:pPr lvl="0"/>
            <a:r>
              <a:rPr lang="en-US"/>
              <a:t>Navn + information</a:t>
            </a:r>
          </a:p>
          <a:p>
            <a:pPr lvl="1"/>
            <a:r>
              <a:rPr lang="en-US"/>
              <a:t>Second level</a:t>
            </a:r>
          </a:p>
          <a:p>
            <a:pPr lvl="2"/>
            <a:r>
              <a:rPr lang="en-US"/>
              <a:t>Third level</a:t>
            </a:r>
          </a:p>
          <a:p>
            <a:pPr lvl="3"/>
            <a:r>
              <a:rPr lang="en-US"/>
              <a:t>Fourth level</a:t>
            </a:r>
          </a:p>
        </p:txBody>
      </p:sp>
      <p:sp>
        <p:nvSpPr>
          <p:cNvPr id="26" name="Picture Placeholder 2">
            <a:extLst>
              <a:ext uri="{FF2B5EF4-FFF2-40B4-BE49-F238E27FC236}">
                <a16:creationId xmlns:a16="http://schemas.microsoft.com/office/drawing/2014/main" id="{ADF1BE00-A4D8-28A1-0F31-65459D38DBD6}"/>
              </a:ext>
            </a:extLst>
          </p:cNvPr>
          <p:cNvSpPr>
            <a:spLocks noGrp="1"/>
          </p:cNvSpPr>
          <p:nvPr>
            <p:ph type="pic" sz="quarter" idx="48"/>
          </p:nvPr>
        </p:nvSpPr>
        <p:spPr>
          <a:xfrm>
            <a:off x="4934669" y="1194437"/>
            <a:ext cx="1037026" cy="1458464"/>
          </a:xfrm>
          <a:solidFill>
            <a:schemeClr val="bg1">
              <a:lumMod val="85000"/>
            </a:schemeClr>
          </a:solidFill>
        </p:spPr>
        <p:txBody>
          <a:bodyPr lIns="0" tIns="180000"/>
          <a:lstStyle>
            <a:lvl1pPr algn="ctr">
              <a:defRPr sz="1000" b="0">
                <a:solidFill>
                  <a:schemeClr val="tx2"/>
                </a:solidFill>
              </a:defRPr>
            </a:lvl1pPr>
          </a:lstStyle>
          <a:p>
            <a:r>
              <a:rPr lang="da-DK"/>
              <a:t>Klik på ikonet for at tilføje et billede</a:t>
            </a:r>
          </a:p>
        </p:txBody>
      </p:sp>
      <p:sp>
        <p:nvSpPr>
          <p:cNvPr id="27" name="Text Placeholder 16">
            <a:extLst>
              <a:ext uri="{FF2B5EF4-FFF2-40B4-BE49-F238E27FC236}">
                <a16:creationId xmlns:a16="http://schemas.microsoft.com/office/drawing/2014/main" id="{6E64A570-7C6E-82E7-67E0-318919BC37DE}"/>
              </a:ext>
            </a:extLst>
          </p:cNvPr>
          <p:cNvSpPr>
            <a:spLocks noGrp="1"/>
          </p:cNvSpPr>
          <p:nvPr>
            <p:ph type="body" sz="quarter" idx="49" hasCustomPrompt="1"/>
          </p:nvPr>
        </p:nvSpPr>
        <p:spPr>
          <a:xfrm>
            <a:off x="6069719" y="1194437"/>
            <a:ext cx="910680" cy="1458464"/>
          </a:xfrm>
        </p:spPr>
        <p:txBody>
          <a:bodyPr wrap="square" numCol="1">
            <a:noAutofit/>
          </a:bodyPr>
          <a:lstStyle>
            <a:lvl1pPr marL="0">
              <a:lnSpc>
                <a:spcPts val="1000"/>
              </a:lnSpc>
              <a:spcAft>
                <a:spcPts val="0"/>
              </a:spcAft>
              <a:defRPr sz="900" b="0" i="0" cap="none" baseline="0">
                <a:solidFill>
                  <a:schemeClr val="tx2"/>
                </a:solidFill>
              </a:defRPr>
            </a:lvl1pPr>
            <a:lvl2pPr marL="0">
              <a:lnSpc>
                <a:spcPts val="1000"/>
              </a:lnSpc>
              <a:spcAft>
                <a:spcPts val="0"/>
              </a:spcAft>
              <a:defRPr sz="800" b="0" cap="none" baseline="0">
                <a:solidFill>
                  <a:schemeClr val="tx2"/>
                </a:solidFill>
              </a:defRPr>
            </a:lvl2pPr>
            <a:lvl3pPr marL="0" indent="0">
              <a:lnSpc>
                <a:spcPts val="1000"/>
              </a:lnSpc>
              <a:spcBef>
                <a:spcPts val="1000"/>
              </a:spcBef>
              <a:spcAft>
                <a:spcPts val="0"/>
              </a:spcAft>
              <a:buNone/>
              <a:defRPr sz="800" b="0" cap="none" baseline="0">
                <a:solidFill>
                  <a:schemeClr val="tx2"/>
                </a:solidFill>
              </a:defRPr>
            </a:lvl3pPr>
            <a:lvl4pPr marL="0" indent="0">
              <a:lnSpc>
                <a:spcPts val="1000"/>
              </a:lnSpc>
              <a:spcAft>
                <a:spcPts val="1300"/>
              </a:spcAft>
              <a:buFont typeface="Arial" charset="0"/>
              <a:buNone/>
              <a:tabLst/>
              <a:defRPr sz="800" b="0" cap="none" baseline="0">
                <a:solidFill>
                  <a:schemeClr val="tx2"/>
                </a:solidFill>
              </a:defRPr>
            </a:lvl4pPr>
            <a:lvl5pPr marL="0" indent="0">
              <a:lnSpc>
                <a:spcPts val="1300"/>
              </a:lnSpc>
              <a:spcAft>
                <a:spcPts val="0"/>
              </a:spcAft>
              <a:buNone/>
              <a:tabLst/>
              <a:defRPr sz="1000"/>
            </a:lvl5pPr>
          </a:lstStyle>
          <a:p>
            <a:pPr lvl="0"/>
            <a:r>
              <a:rPr lang="en-US"/>
              <a:t>Navn + information</a:t>
            </a:r>
          </a:p>
          <a:p>
            <a:pPr lvl="1"/>
            <a:r>
              <a:rPr lang="en-US"/>
              <a:t>Second level</a:t>
            </a:r>
          </a:p>
          <a:p>
            <a:pPr lvl="2"/>
            <a:r>
              <a:rPr lang="en-US"/>
              <a:t>Third level</a:t>
            </a:r>
          </a:p>
          <a:p>
            <a:pPr lvl="3"/>
            <a:r>
              <a:rPr lang="en-US"/>
              <a:t>Fourth level</a:t>
            </a:r>
          </a:p>
        </p:txBody>
      </p:sp>
      <p:sp>
        <p:nvSpPr>
          <p:cNvPr id="28" name="Picture Placeholder 2">
            <a:extLst>
              <a:ext uri="{FF2B5EF4-FFF2-40B4-BE49-F238E27FC236}">
                <a16:creationId xmlns:a16="http://schemas.microsoft.com/office/drawing/2014/main" id="{5B36B060-65E5-19A5-0E48-E591BE3C0AAB}"/>
              </a:ext>
            </a:extLst>
          </p:cNvPr>
          <p:cNvSpPr>
            <a:spLocks noGrp="1"/>
          </p:cNvSpPr>
          <p:nvPr>
            <p:ph type="pic" sz="quarter" idx="50"/>
          </p:nvPr>
        </p:nvSpPr>
        <p:spPr>
          <a:xfrm>
            <a:off x="4934669" y="2968373"/>
            <a:ext cx="1037026" cy="1458464"/>
          </a:xfrm>
          <a:solidFill>
            <a:schemeClr val="bg1">
              <a:lumMod val="85000"/>
            </a:schemeClr>
          </a:solidFill>
        </p:spPr>
        <p:txBody>
          <a:bodyPr lIns="0" tIns="180000"/>
          <a:lstStyle>
            <a:lvl1pPr algn="ctr">
              <a:defRPr sz="1000" b="0">
                <a:solidFill>
                  <a:schemeClr val="tx2"/>
                </a:solidFill>
              </a:defRPr>
            </a:lvl1pPr>
          </a:lstStyle>
          <a:p>
            <a:r>
              <a:rPr lang="da-DK"/>
              <a:t>Klik på ikonet for at tilføje et billede</a:t>
            </a:r>
          </a:p>
        </p:txBody>
      </p:sp>
      <p:sp>
        <p:nvSpPr>
          <p:cNvPr id="29" name="Text Placeholder 16">
            <a:extLst>
              <a:ext uri="{FF2B5EF4-FFF2-40B4-BE49-F238E27FC236}">
                <a16:creationId xmlns:a16="http://schemas.microsoft.com/office/drawing/2014/main" id="{F1E9BD65-D8E6-66A4-CF51-0738F9692ADD}"/>
              </a:ext>
            </a:extLst>
          </p:cNvPr>
          <p:cNvSpPr>
            <a:spLocks noGrp="1"/>
          </p:cNvSpPr>
          <p:nvPr>
            <p:ph type="body" sz="quarter" idx="51" hasCustomPrompt="1"/>
          </p:nvPr>
        </p:nvSpPr>
        <p:spPr>
          <a:xfrm>
            <a:off x="6069719" y="2968373"/>
            <a:ext cx="910680" cy="1458464"/>
          </a:xfrm>
        </p:spPr>
        <p:txBody>
          <a:bodyPr wrap="square" numCol="1">
            <a:noAutofit/>
          </a:bodyPr>
          <a:lstStyle>
            <a:lvl1pPr marL="0">
              <a:lnSpc>
                <a:spcPts val="1000"/>
              </a:lnSpc>
              <a:spcAft>
                <a:spcPts val="0"/>
              </a:spcAft>
              <a:defRPr sz="900" b="0" i="0" cap="none" baseline="0">
                <a:solidFill>
                  <a:schemeClr val="tx2"/>
                </a:solidFill>
              </a:defRPr>
            </a:lvl1pPr>
            <a:lvl2pPr marL="0">
              <a:lnSpc>
                <a:spcPts val="1000"/>
              </a:lnSpc>
              <a:spcAft>
                <a:spcPts val="0"/>
              </a:spcAft>
              <a:defRPr sz="800" b="0" cap="none" baseline="0">
                <a:solidFill>
                  <a:schemeClr val="tx2"/>
                </a:solidFill>
              </a:defRPr>
            </a:lvl2pPr>
            <a:lvl3pPr marL="0" indent="0">
              <a:lnSpc>
                <a:spcPts val="1000"/>
              </a:lnSpc>
              <a:spcBef>
                <a:spcPts val="1000"/>
              </a:spcBef>
              <a:spcAft>
                <a:spcPts val="0"/>
              </a:spcAft>
              <a:buNone/>
              <a:defRPr sz="800" b="0" cap="none" baseline="0">
                <a:solidFill>
                  <a:schemeClr val="tx2"/>
                </a:solidFill>
              </a:defRPr>
            </a:lvl3pPr>
            <a:lvl4pPr marL="0" indent="0">
              <a:lnSpc>
                <a:spcPts val="1000"/>
              </a:lnSpc>
              <a:spcAft>
                <a:spcPts val="1300"/>
              </a:spcAft>
              <a:buFont typeface="Arial" charset="0"/>
              <a:buNone/>
              <a:tabLst/>
              <a:defRPr sz="800" b="0" cap="none" baseline="0">
                <a:solidFill>
                  <a:schemeClr val="tx2"/>
                </a:solidFill>
              </a:defRPr>
            </a:lvl4pPr>
            <a:lvl5pPr marL="0" indent="0">
              <a:lnSpc>
                <a:spcPts val="1300"/>
              </a:lnSpc>
              <a:spcAft>
                <a:spcPts val="0"/>
              </a:spcAft>
              <a:buNone/>
              <a:tabLst/>
              <a:defRPr sz="1000"/>
            </a:lvl5pPr>
          </a:lstStyle>
          <a:p>
            <a:pPr lvl="0"/>
            <a:r>
              <a:rPr lang="en-US"/>
              <a:t>Navn + information</a:t>
            </a:r>
          </a:p>
          <a:p>
            <a:pPr lvl="1"/>
            <a:r>
              <a:rPr lang="en-US"/>
              <a:t>Second level</a:t>
            </a:r>
          </a:p>
          <a:p>
            <a:pPr lvl="2"/>
            <a:r>
              <a:rPr lang="en-US"/>
              <a:t>Third level</a:t>
            </a:r>
          </a:p>
          <a:p>
            <a:pPr lvl="3"/>
            <a:r>
              <a:rPr lang="en-US"/>
              <a:t>Fourth level</a:t>
            </a:r>
          </a:p>
        </p:txBody>
      </p:sp>
      <p:sp>
        <p:nvSpPr>
          <p:cNvPr id="30" name="Picture Placeholder 2">
            <a:extLst>
              <a:ext uri="{FF2B5EF4-FFF2-40B4-BE49-F238E27FC236}">
                <a16:creationId xmlns:a16="http://schemas.microsoft.com/office/drawing/2014/main" id="{48F54121-1DEB-725D-5177-D0B20C38F2E7}"/>
              </a:ext>
            </a:extLst>
          </p:cNvPr>
          <p:cNvSpPr>
            <a:spLocks noGrp="1"/>
          </p:cNvSpPr>
          <p:nvPr>
            <p:ph type="pic" sz="quarter" idx="52"/>
          </p:nvPr>
        </p:nvSpPr>
        <p:spPr>
          <a:xfrm>
            <a:off x="4934669" y="4760597"/>
            <a:ext cx="1037026" cy="1458464"/>
          </a:xfrm>
          <a:solidFill>
            <a:schemeClr val="bg1">
              <a:lumMod val="85000"/>
            </a:schemeClr>
          </a:solidFill>
        </p:spPr>
        <p:txBody>
          <a:bodyPr lIns="0" tIns="180000"/>
          <a:lstStyle>
            <a:lvl1pPr algn="ctr">
              <a:defRPr sz="1000" b="0">
                <a:solidFill>
                  <a:schemeClr val="tx2"/>
                </a:solidFill>
              </a:defRPr>
            </a:lvl1pPr>
          </a:lstStyle>
          <a:p>
            <a:r>
              <a:rPr lang="da-DK"/>
              <a:t>Klik på ikonet for at tilføje et billede</a:t>
            </a:r>
          </a:p>
        </p:txBody>
      </p:sp>
      <p:sp>
        <p:nvSpPr>
          <p:cNvPr id="31" name="Text Placeholder 16">
            <a:extLst>
              <a:ext uri="{FF2B5EF4-FFF2-40B4-BE49-F238E27FC236}">
                <a16:creationId xmlns:a16="http://schemas.microsoft.com/office/drawing/2014/main" id="{E28EF512-D4CD-7D62-E5C6-4B0D2C3D0868}"/>
              </a:ext>
            </a:extLst>
          </p:cNvPr>
          <p:cNvSpPr>
            <a:spLocks noGrp="1"/>
          </p:cNvSpPr>
          <p:nvPr>
            <p:ph type="body" sz="quarter" idx="53" hasCustomPrompt="1"/>
          </p:nvPr>
        </p:nvSpPr>
        <p:spPr>
          <a:xfrm>
            <a:off x="6069719" y="4760597"/>
            <a:ext cx="910680" cy="1458464"/>
          </a:xfrm>
        </p:spPr>
        <p:txBody>
          <a:bodyPr wrap="square" numCol="1">
            <a:noAutofit/>
          </a:bodyPr>
          <a:lstStyle>
            <a:lvl1pPr marL="0">
              <a:lnSpc>
                <a:spcPts val="1000"/>
              </a:lnSpc>
              <a:spcAft>
                <a:spcPts val="0"/>
              </a:spcAft>
              <a:defRPr sz="900" b="0" i="0" cap="none" baseline="0">
                <a:solidFill>
                  <a:schemeClr val="tx2"/>
                </a:solidFill>
              </a:defRPr>
            </a:lvl1pPr>
            <a:lvl2pPr marL="0">
              <a:lnSpc>
                <a:spcPts val="1000"/>
              </a:lnSpc>
              <a:spcAft>
                <a:spcPts val="0"/>
              </a:spcAft>
              <a:defRPr sz="800" b="0" cap="none" baseline="0">
                <a:solidFill>
                  <a:schemeClr val="tx2"/>
                </a:solidFill>
              </a:defRPr>
            </a:lvl2pPr>
            <a:lvl3pPr marL="0" indent="0">
              <a:lnSpc>
                <a:spcPts val="1000"/>
              </a:lnSpc>
              <a:spcBef>
                <a:spcPts val="1000"/>
              </a:spcBef>
              <a:spcAft>
                <a:spcPts val="0"/>
              </a:spcAft>
              <a:buNone/>
              <a:defRPr sz="800" b="0" cap="none" baseline="0">
                <a:solidFill>
                  <a:schemeClr val="tx2"/>
                </a:solidFill>
              </a:defRPr>
            </a:lvl3pPr>
            <a:lvl4pPr marL="0" indent="0">
              <a:lnSpc>
                <a:spcPts val="1000"/>
              </a:lnSpc>
              <a:spcAft>
                <a:spcPts val="1300"/>
              </a:spcAft>
              <a:buFont typeface="Arial" charset="0"/>
              <a:buNone/>
              <a:tabLst/>
              <a:defRPr sz="800" b="0" cap="none" baseline="0">
                <a:solidFill>
                  <a:schemeClr val="tx2"/>
                </a:solidFill>
              </a:defRPr>
            </a:lvl4pPr>
            <a:lvl5pPr marL="0" indent="0">
              <a:lnSpc>
                <a:spcPts val="1300"/>
              </a:lnSpc>
              <a:spcAft>
                <a:spcPts val="0"/>
              </a:spcAft>
              <a:buNone/>
              <a:tabLst/>
              <a:defRPr sz="1000"/>
            </a:lvl5pPr>
          </a:lstStyle>
          <a:p>
            <a:pPr lvl="0"/>
            <a:r>
              <a:rPr lang="en-US"/>
              <a:t>Navn + information</a:t>
            </a:r>
          </a:p>
          <a:p>
            <a:pPr lvl="1"/>
            <a:r>
              <a:rPr lang="en-US"/>
              <a:t>Second level</a:t>
            </a:r>
          </a:p>
          <a:p>
            <a:pPr lvl="2"/>
            <a:r>
              <a:rPr lang="en-US"/>
              <a:t>Third level</a:t>
            </a:r>
          </a:p>
          <a:p>
            <a:pPr lvl="3"/>
            <a:r>
              <a:rPr lang="en-US"/>
              <a:t>Fourth level</a:t>
            </a:r>
          </a:p>
        </p:txBody>
      </p:sp>
      <p:sp>
        <p:nvSpPr>
          <p:cNvPr id="32" name="Picture Placeholder 2">
            <a:extLst>
              <a:ext uri="{FF2B5EF4-FFF2-40B4-BE49-F238E27FC236}">
                <a16:creationId xmlns:a16="http://schemas.microsoft.com/office/drawing/2014/main" id="{4140B3FB-C30A-C75F-003E-51D1EBE528C4}"/>
              </a:ext>
            </a:extLst>
          </p:cNvPr>
          <p:cNvSpPr>
            <a:spLocks noGrp="1"/>
          </p:cNvSpPr>
          <p:nvPr>
            <p:ph type="pic" sz="quarter" idx="54"/>
          </p:nvPr>
        </p:nvSpPr>
        <p:spPr>
          <a:xfrm>
            <a:off x="7392832" y="1194437"/>
            <a:ext cx="1037026" cy="1458464"/>
          </a:xfrm>
          <a:solidFill>
            <a:schemeClr val="bg1">
              <a:lumMod val="85000"/>
            </a:schemeClr>
          </a:solidFill>
        </p:spPr>
        <p:txBody>
          <a:bodyPr lIns="0" tIns="180000"/>
          <a:lstStyle>
            <a:lvl1pPr algn="ctr">
              <a:defRPr sz="1000" b="0">
                <a:solidFill>
                  <a:schemeClr val="tx2"/>
                </a:solidFill>
              </a:defRPr>
            </a:lvl1pPr>
          </a:lstStyle>
          <a:p>
            <a:r>
              <a:rPr lang="da-DK"/>
              <a:t>Klik på ikonet for at tilføje et billede</a:t>
            </a:r>
          </a:p>
        </p:txBody>
      </p:sp>
      <p:sp>
        <p:nvSpPr>
          <p:cNvPr id="33" name="Text Placeholder 16">
            <a:extLst>
              <a:ext uri="{FF2B5EF4-FFF2-40B4-BE49-F238E27FC236}">
                <a16:creationId xmlns:a16="http://schemas.microsoft.com/office/drawing/2014/main" id="{B374D853-AA3D-0902-6B6E-D7D25DA7BCD4}"/>
              </a:ext>
            </a:extLst>
          </p:cNvPr>
          <p:cNvSpPr>
            <a:spLocks noGrp="1"/>
          </p:cNvSpPr>
          <p:nvPr>
            <p:ph type="body" sz="quarter" idx="55" hasCustomPrompt="1"/>
          </p:nvPr>
        </p:nvSpPr>
        <p:spPr>
          <a:xfrm>
            <a:off x="8527882" y="1194437"/>
            <a:ext cx="910680" cy="1458464"/>
          </a:xfrm>
        </p:spPr>
        <p:txBody>
          <a:bodyPr wrap="square" numCol="1">
            <a:noAutofit/>
          </a:bodyPr>
          <a:lstStyle>
            <a:lvl1pPr marL="0">
              <a:lnSpc>
                <a:spcPts val="1000"/>
              </a:lnSpc>
              <a:spcAft>
                <a:spcPts val="0"/>
              </a:spcAft>
              <a:defRPr sz="900" b="0" i="0" cap="none" baseline="0">
                <a:solidFill>
                  <a:schemeClr val="tx2"/>
                </a:solidFill>
              </a:defRPr>
            </a:lvl1pPr>
            <a:lvl2pPr marL="0">
              <a:lnSpc>
                <a:spcPts val="1000"/>
              </a:lnSpc>
              <a:spcAft>
                <a:spcPts val="0"/>
              </a:spcAft>
              <a:defRPr sz="800" b="0" cap="none" baseline="0">
                <a:solidFill>
                  <a:schemeClr val="tx2"/>
                </a:solidFill>
              </a:defRPr>
            </a:lvl2pPr>
            <a:lvl3pPr marL="0" indent="0">
              <a:lnSpc>
                <a:spcPts val="1000"/>
              </a:lnSpc>
              <a:spcBef>
                <a:spcPts val="1000"/>
              </a:spcBef>
              <a:spcAft>
                <a:spcPts val="0"/>
              </a:spcAft>
              <a:buNone/>
              <a:defRPr sz="800" b="0" cap="none" baseline="0">
                <a:solidFill>
                  <a:schemeClr val="tx2"/>
                </a:solidFill>
              </a:defRPr>
            </a:lvl3pPr>
            <a:lvl4pPr marL="0" indent="0">
              <a:lnSpc>
                <a:spcPts val="1000"/>
              </a:lnSpc>
              <a:spcAft>
                <a:spcPts val="1300"/>
              </a:spcAft>
              <a:buFont typeface="Arial" charset="0"/>
              <a:buNone/>
              <a:tabLst/>
              <a:defRPr sz="800" b="0" cap="none" baseline="0">
                <a:solidFill>
                  <a:schemeClr val="tx2"/>
                </a:solidFill>
              </a:defRPr>
            </a:lvl4pPr>
            <a:lvl5pPr marL="0" indent="0">
              <a:lnSpc>
                <a:spcPts val="1300"/>
              </a:lnSpc>
              <a:spcAft>
                <a:spcPts val="0"/>
              </a:spcAft>
              <a:buNone/>
              <a:tabLst/>
              <a:defRPr sz="1000"/>
            </a:lvl5pPr>
          </a:lstStyle>
          <a:p>
            <a:pPr lvl="0"/>
            <a:r>
              <a:rPr lang="en-US"/>
              <a:t>Navn + information</a:t>
            </a:r>
          </a:p>
          <a:p>
            <a:pPr lvl="1"/>
            <a:r>
              <a:rPr lang="en-US"/>
              <a:t>Second level</a:t>
            </a:r>
          </a:p>
          <a:p>
            <a:pPr lvl="2"/>
            <a:r>
              <a:rPr lang="en-US"/>
              <a:t>Third level</a:t>
            </a:r>
          </a:p>
          <a:p>
            <a:pPr lvl="3"/>
            <a:r>
              <a:rPr lang="en-US"/>
              <a:t>Fourth level</a:t>
            </a:r>
          </a:p>
        </p:txBody>
      </p:sp>
      <p:sp>
        <p:nvSpPr>
          <p:cNvPr id="34" name="Picture Placeholder 2">
            <a:extLst>
              <a:ext uri="{FF2B5EF4-FFF2-40B4-BE49-F238E27FC236}">
                <a16:creationId xmlns:a16="http://schemas.microsoft.com/office/drawing/2014/main" id="{E79FE92A-A050-2D43-20E0-D32901C960C9}"/>
              </a:ext>
            </a:extLst>
          </p:cNvPr>
          <p:cNvSpPr>
            <a:spLocks noGrp="1"/>
          </p:cNvSpPr>
          <p:nvPr>
            <p:ph type="pic" sz="quarter" idx="56"/>
          </p:nvPr>
        </p:nvSpPr>
        <p:spPr>
          <a:xfrm>
            <a:off x="7392832" y="2968373"/>
            <a:ext cx="1037026" cy="1458464"/>
          </a:xfrm>
          <a:solidFill>
            <a:schemeClr val="bg1">
              <a:lumMod val="85000"/>
            </a:schemeClr>
          </a:solidFill>
        </p:spPr>
        <p:txBody>
          <a:bodyPr lIns="0" tIns="180000"/>
          <a:lstStyle>
            <a:lvl1pPr algn="ctr">
              <a:defRPr sz="1000" b="0">
                <a:solidFill>
                  <a:schemeClr val="tx2"/>
                </a:solidFill>
              </a:defRPr>
            </a:lvl1pPr>
          </a:lstStyle>
          <a:p>
            <a:r>
              <a:rPr lang="da-DK"/>
              <a:t>Klik på ikonet for at tilføje et billede</a:t>
            </a:r>
          </a:p>
        </p:txBody>
      </p:sp>
      <p:sp>
        <p:nvSpPr>
          <p:cNvPr id="35" name="Text Placeholder 16">
            <a:extLst>
              <a:ext uri="{FF2B5EF4-FFF2-40B4-BE49-F238E27FC236}">
                <a16:creationId xmlns:a16="http://schemas.microsoft.com/office/drawing/2014/main" id="{A1B787BD-EE92-1F6B-50F6-5606560DBAF5}"/>
              </a:ext>
            </a:extLst>
          </p:cNvPr>
          <p:cNvSpPr>
            <a:spLocks noGrp="1"/>
          </p:cNvSpPr>
          <p:nvPr>
            <p:ph type="body" sz="quarter" idx="57" hasCustomPrompt="1"/>
          </p:nvPr>
        </p:nvSpPr>
        <p:spPr>
          <a:xfrm>
            <a:off x="8527882" y="2968373"/>
            <a:ext cx="910680" cy="1458464"/>
          </a:xfrm>
        </p:spPr>
        <p:txBody>
          <a:bodyPr wrap="square" numCol="1">
            <a:noAutofit/>
          </a:bodyPr>
          <a:lstStyle>
            <a:lvl1pPr marL="0">
              <a:lnSpc>
                <a:spcPts val="1000"/>
              </a:lnSpc>
              <a:spcAft>
                <a:spcPts val="0"/>
              </a:spcAft>
              <a:defRPr sz="900" b="0" i="0" cap="none" baseline="0">
                <a:solidFill>
                  <a:schemeClr val="tx2"/>
                </a:solidFill>
              </a:defRPr>
            </a:lvl1pPr>
            <a:lvl2pPr marL="0">
              <a:lnSpc>
                <a:spcPts val="1000"/>
              </a:lnSpc>
              <a:spcAft>
                <a:spcPts val="0"/>
              </a:spcAft>
              <a:defRPr sz="800" b="0" cap="none" baseline="0">
                <a:solidFill>
                  <a:schemeClr val="tx2"/>
                </a:solidFill>
              </a:defRPr>
            </a:lvl2pPr>
            <a:lvl3pPr marL="0" indent="0">
              <a:lnSpc>
                <a:spcPts val="1000"/>
              </a:lnSpc>
              <a:spcBef>
                <a:spcPts val="1000"/>
              </a:spcBef>
              <a:spcAft>
                <a:spcPts val="0"/>
              </a:spcAft>
              <a:buNone/>
              <a:defRPr sz="800" b="0" cap="none" baseline="0">
                <a:solidFill>
                  <a:schemeClr val="tx2"/>
                </a:solidFill>
              </a:defRPr>
            </a:lvl3pPr>
            <a:lvl4pPr marL="0" indent="0">
              <a:lnSpc>
                <a:spcPts val="1000"/>
              </a:lnSpc>
              <a:spcAft>
                <a:spcPts val="1300"/>
              </a:spcAft>
              <a:buFont typeface="Arial" charset="0"/>
              <a:buNone/>
              <a:tabLst/>
              <a:defRPr sz="800" b="0" cap="none" baseline="0">
                <a:solidFill>
                  <a:schemeClr val="tx2"/>
                </a:solidFill>
              </a:defRPr>
            </a:lvl4pPr>
            <a:lvl5pPr marL="0" indent="0">
              <a:lnSpc>
                <a:spcPts val="1300"/>
              </a:lnSpc>
              <a:spcAft>
                <a:spcPts val="0"/>
              </a:spcAft>
              <a:buNone/>
              <a:tabLst/>
              <a:defRPr sz="1000"/>
            </a:lvl5pPr>
          </a:lstStyle>
          <a:p>
            <a:pPr lvl="0"/>
            <a:r>
              <a:rPr lang="en-US"/>
              <a:t>Navn + information</a:t>
            </a:r>
          </a:p>
          <a:p>
            <a:pPr lvl="1"/>
            <a:r>
              <a:rPr lang="en-US"/>
              <a:t>Second level</a:t>
            </a:r>
          </a:p>
          <a:p>
            <a:pPr lvl="2"/>
            <a:r>
              <a:rPr lang="en-US"/>
              <a:t>Third level</a:t>
            </a:r>
          </a:p>
          <a:p>
            <a:pPr lvl="3"/>
            <a:r>
              <a:rPr lang="en-US"/>
              <a:t>Fourth level</a:t>
            </a:r>
          </a:p>
        </p:txBody>
      </p:sp>
      <p:sp>
        <p:nvSpPr>
          <p:cNvPr id="36" name="Picture Placeholder 2">
            <a:extLst>
              <a:ext uri="{FF2B5EF4-FFF2-40B4-BE49-F238E27FC236}">
                <a16:creationId xmlns:a16="http://schemas.microsoft.com/office/drawing/2014/main" id="{B85A979F-6851-8B14-FF17-9D26E8660B3A}"/>
              </a:ext>
            </a:extLst>
          </p:cNvPr>
          <p:cNvSpPr>
            <a:spLocks noGrp="1"/>
          </p:cNvSpPr>
          <p:nvPr>
            <p:ph type="pic" sz="quarter" idx="58"/>
          </p:nvPr>
        </p:nvSpPr>
        <p:spPr>
          <a:xfrm>
            <a:off x="7392832" y="4760597"/>
            <a:ext cx="1037026" cy="1458464"/>
          </a:xfrm>
          <a:solidFill>
            <a:schemeClr val="bg1">
              <a:lumMod val="85000"/>
            </a:schemeClr>
          </a:solidFill>
        </p:spPr>
        <p:txBody>
          <a:bodyPr lIns="0" tIns="180000"/>
          <a:lstStyle>
            <a:lvl1pPr algn="ctr">
              <a:defRPr sz="1000" b="0">
                <a:solidFill>
                  <a:schemeClr val="tx2"/>
                </a:solidFill>
              </a:defRPr>
            </a:lvl1pPr>
          </a:lstStyle>
          <a:p>
            <a:r>
              <a:rPr lang="da-DK"/>
              <a:t>Klik på ikonet for at tilføje et billede</a:t>
            </a:r>
          </a:p>
        </p:txBody>
      </p:sp>
      <p:sp>
        <p:nvSpPr>
          <p:cNvPr id="37" name="Text Placeholder 16">
            <a:extLst>
              <a:ext uri="{FF2B5EF4-FFF2-40B4-BE49-F238E27FC236}">
                <a16:creationId xmlns:a16="http://schemas.microsoft.com/office/drawing/2014/main" id="{F0F4DB09-E526-4E2B-9E17-59A780E15F0A}"/>
              </a:ext>
            </a:extLst>
          </p:cNvPr>
          <p:cNvSpPr>
            <a:spLocks noGrp="1"/>
          </p:cNvSpPr>
          <p:nvPr>
            <p:ph type="body" sz="quarter" idx="59" hasCustomPrompt="1"/>
          </p:nvPr>
        </p:nvSpPr>
        <p:spPr>
          <a:xfrm>
            <a:off x="8527882" y="4760597"/>
            <a:ext cx="910680" cy="1458464"/>
          </a:xfrm>
        </p:spPr>
        <p:txBody>
          <a:bodyPr wrap="square" numCol="1">
            <a:noAutofit/>
          </a:bodyPr>
          <a:lstStyle>
            <a:lvl1pPr marL="0">
              <a:lnSpc>
                <a:spcPts val="1000"/>
              </a:lnSpc>
              <a:spcAft>
                <a:spcPts val="0"/>
              </a:spcAft>
              <a:defRPr sz="900" b="0" i="0" cap="none" baseline="0">
                <a:solidFill>
                  <a:schemeClr val="tx2"/>
                </a:solidFill>
              </a:defRPr>
            </a:lvl1pPr>
            <a:lvl2pPr marL="0">
              <a:lnSpc>
                <a:spcPts val="1000"/>
              </a:lnSpc>
              <a:spcAft>
                <a:spcPts val="0"/>
              </a:spcAft>
              <a:defRPr sz="800" b="0" cap="none" baseline="0">
                <a:solidFill>
                  <a:schemeClr val="tx2"/>
                </a:solidFill>
              </a:defRPr>
            </a:lvl2pPr>
            <a:lvl3pPr marL="0" indent="0">
              <a:lnSpc>
                <a:spcPts val="1000"/>
              </a:lnSpc>
              <a:spcBef>
                <a:spcPts val="1000"/>
              </a:spcBef>
              <a:spcAft>
                <a:spcPts val="0"/>
              </a:spcAft>
              <a:buNone/>
              <a:defRPr sz="800" b="0" cap="none" baseline="0">
                <a:solidFill>
                  <a:schemeClr val="tx2"/>
                </a:solidFill>
              </a:defRPr>
            </a:lvl3pPr>
            <a:lvl4pPr marL="0" indent="0">
              <a:lnSpc>
                <a:spcPts val="1000"/>
              </a:lnSpc>
              <a:spcAft>
                <a:spcPts val="1300"/>
              </a:spcAft>
              <a:buFont typeface="Arial" charset="0"/>
              <a:buNone/>
              <a:tabLst/>
              <a:defRPr sz="800" b="0" cap="none" baseline="0">
                <a:solidFill>
                  <a:schemeClr val="tx2"/>
                </a:solidFill>
              </a:defRPr>
            </a:lvl4pPr>
            <a:lvl5pPr marL="0" indent="0">
              <a:lnSpc>
                <a:spcPts val="1300"/>
              </a:lnSpc>
              <a:spcAft>
                <a:spcPts val="0"/>
              </a:spcAft>
              <a:buNone/>
              <a:tabLst/>
              <a:defRPr sz="1000"/>
            </a:lvl5pPr>
          </a:lstStyle>
          <a:p>
            <a:pPr lvl="0"/>
            <a:r>
              <a:rPr lang="en-US"/>
              <a:t>Navn + information</a:t>
            </a:r>
          </a:p>
          <a:p>
            <a:pPr lvl="1"/>
            <a:r>
              <a:rPr lang="en-US"/>
              <a:t>Second level</a:t>
            </a:r>
          </a:p>
          <a:p>
            <a:pPr lvl="2"/>
            <a:r>
              <a:rPr lang="en-US"/>
              <a:t>Third level</a:t>
            </a:r>
          </a:p>
          <a:p>
            <a:pPr lvl="3"/>
            <a:r>
              <a:rPr lang="en-US"/>
              <a:t>Fourth level</a:t>
            </a:r>
          </a:p>
        </p:txBody>
      </p:sp>
      <p:sp>
        <p:nvSpPr>
          <p:cNvPr id="38" name="Picture Placeholder 2">
            <a:extLst>
              <a:ext uri="{FF2B5EF4-FFF2-40B4-BE49-F238E27FC236}">
                <a16:creationId xmlns:a16="http://schemas.microsoft.com/office/drawing/2014/main" id="{6C8DCC15-2CE6-0B7F-A7E6-524D74C42387}"/>
              </a:ext>
            </a:extLst>
          </p:cNvPr>
          <p:cNvSpPr>
            <a:spLocks noGrp="1"/>
          </p:cNvSpPr>
          <p:nvPr>
            <p:ph type="pic" sz="quarter" idx="60"/>
          </p:nvPr>
        </p:nvSpPr>
        <p:spPr>
          <a:xfrm>
            <a:off x="9817800" y="1194437"/>
            <a:ext cx="1037026" cy="1458464"/>
          </a:xfrm>
          <a:solidFill>
            <a:schemeClr val="bg1">
              <a:lumMod val="85000"/>
            </a:schemeClr>
          </a:solidFill>
        </p:spPr>
        <p:txBody>
          <a:bodyPr lIns="0" tIns="180000"/>
          <a:lstStyle>
            <a:lvl1pPr algn="ctr">
              <a:defRPr sz="1000" b="0">
                <a:solidFill>
                  <a:schemeClr val="tx2"/>
                </a:solidFill>
              </a:defRPr>
            </a:lvl1pPr>
          </a:lstStyle>
          <a:p>
            <a:r>
              <a:rPr lang="da-DK"/>
              <a:t>Klik på ikonet for at tilføje et billede</a:t>
            </a:r>
          </a:p>
        </p:txBody>
      </p:sp>
      <p:sp>
        <p:nvSpPr>
          <p:cNvPr id="39" name="Text Placeholder 16">
            <a:extLst>
              <a:ext uri="{FF2B5EF4-FFF2-40B4-BE49-F238E27FC236}">
                <a16:creationId xmlns:a16="http://schemas.microsoft.com/office/drawing/2014/main" id="{8A87B3C1-2BAA-91BA-1E16-9226944B17AB}"/>
              </a:ext>
            </a:extLst>
          </p:cNvPr>
          <p:cNvSpPr>
            <a:spLocks noGrp="1"/>
          </p:cNvSpPr>
          <p:nvPr>
            <p:ph type="body" sz="quarter" idx="61" hasCustomPrompt="1"/>
          </p:nvPr>
        </p:nvSpPr>
        <p:spPr>
          <a:xfrm>
            <a:off x="10952850" y="1194437"/>
            <a:ext cx="910680" cy="1458464"/>
          </a:xfrm>
        </p:spPr>
        <p:txBody>
          <a:bodyPr wrap="square" numCol="1">
            <a:noAutofit/>
          </a:bodyPr>
          <a:lstStyle>
            <a:lvl1pPr marL="0">
              <a:lnSpc>
                <a:spcPts val="1000"/>
              </a:lnSpc>
              <a:spcAft>
                <a:spcPts val="0"/>
              </a:spcAft>
              <a:defRPr sz="900" b="0" i="0" cap="none" baseline="0">
                <a:solidFill>
                  <a:schemeClr val="tx2"/>
                </a:solidFill>
              </a:defRPr>
            </a:lvl1pPr>
            <a:lvl2pPr marL="0">
              <a:lnSpc>
                <a:spcPts val="1000"/>
              </a:lnSpc>
              <a:spcAft>
                <a:spcPts val="0"/>
              </a:spcAft>
              <a:defRPr sz="800" b="0" cap="none" baseline="0">
                <a:solidFill>
                  <a:schemeClr val="tx2"/>
                </a:solidFill>
              </a:defRPr>
            </a:lvl2pPr>
            <a:lvl3pPr marL="0" indent="0">
              <a:lnSpc>
                <a:spcPts val="1000"/>
              </a:lnSpc>
              <a:spcBef>
                <a:spcPts val="1000"/>
              </a:spcBef>
              <a:spcAft>
                <a:spcPts val="0"/>
              </a:spcAft>
              <a:buNone/>
              <a:defRPr sz="800" b="0" cap="none" baseline="0">
                <a:solidFill>
                  <a:schemeClr val="tx2"/>
                </a:solidFill>
              </a:defRPr>
            </a:lvl3pPr>
            <a:lvl4pPr marL="0" indent="0">
              <a:lnSpc>
                <a:spcPts val="1000"/>
              </a:lnSpc>
              <a:spcAft>
                <a:spcPts val="1300"/>
              </a:spcAft>
              <a:buFont typeface="Arial" charset="0"/>
              <a:buNone/>
              <a:tabLst/>
              <a:defRPr sz="800" b="0" cap="none" baseline="0">
                <a:solidFill>
                  <a:schemeClr val="tx2"/>
                </a:solidFill>
              </a:defRPr>
            </a:lvl4pPr>
            <a:lvl5pPr marL="0" indent="0">
              <a:lnSpc>
                <a:spcPts val="1300"/>
              </a:lnSpc>
              <a:spcAft>
                <a:spcPts val="0"/>
              </a:spcAft>
              <a:buNone/>
              <a:tabLst/>
              <a:defRPr sz="1000"/>
            </a:lvl5pPr>
          </a:lstStyle>
          <a:p>
            <a:pPr lvl="0"/>
            <a:r>
              <a:rPr lang="en-US"/>
              <a:t>Navn + information</a:t>
            </a:r>
          </a:p>
          <a:p>
            <a:pPr lvl="1"/>
            <a:r>
              <a:rPr lang="en-US"/>
              <a:t>Second level</a:t>
            </a:r>
          </a:p>
          <a:p>
            <a:pPr lvl="2"/>
            <a:r>
              <a:rPr lang="en-US"/>
              <a:t>Third level</a:t>
            </a:r>
          </a:p>
          <a:p>
            <a:pPr lvl="3"/>
            <a:r>
              <a:rPr lang="en-US"/>
              <a:t>Fourth level</a:t>
            </a:r>
          </a:p>
        </p:txBody>
      </p:sp>
      <p:sp>
        <p:nvSpPr>
          <p:cNvPr id="40" name="Picture Placeholder 2">
            <a:extLst>
              <a:ext uri="{FF2B5EF4-FFF2-40B4-BE49-F238E27FC236}">
                <a16:creationId xmlns:a16="http://schemas.microsoft.com/office/drawing/2014/main" id="{07EFE124-1802-8C20-A09F-6CBB89BD5207}"/>
              </a:ext>
            </a:extLst>
          </p:cNvPr>
          <p:cNvSpPr>
            <a:spLocks noGrp="1"/>
          </p:cNvSpPr>
          <p:nvPr>
            <p:ph type="pic" sz="quarter" idx="62"/>
          </p:nvPr>
        </p:nvSpPr>
        <p:spPr>
          <a:xfrm>
            <a:off x="9817800" y="2968373"/>
            <a:ext cx="1037026" cy="1458464"/>
          </a:xfrm>
          <a:solidFill>
            <a:schemeClr val="bg1">
              <a:lumMod val="85000"/>
            </a:schemeClr>
          </a:solidFill>
        </p:spPr>
        <p:txBody>
          <a:bodyPr lIns="0" tIns="180000"/>
          <a:lstStyle>
            <a:lvl1pPr algn="ctr">
              <a:defRPr sz="1000" b="0">
                <a:solidFill>
                  <a:schemeClr val="tx2"/>
                </a:solidFill>
              </a:defRPr>
            </a:lvl1pPr>
          </a:lstStyle>
          <a:p>
            <a:r>
              <a:rPr lang="da-DK"/>
              <a:t>Klik på ikonet for at tilføje et billede</a:t>
            </a:r>
          </a:p>
        </p:txBody>
      </p:sp>
      <p:sp>
        <p:nvSpPr>
          <p:cNvPr id="41" name="Text Placeholder 16">
            <a:extLst>
              <a:ext uri="{FF2B5EF4-FFF2-40B4-BE49-F238E27FC236}">
                <a16:creationId xmlns:a16="http://schemas.microsoft.com/office/drawing/2014/main" id="{E1E947B1-0787-0763-26B3-226E8EFAB8FE}"/>
              </a:ext>
            </a:extLst>
          </p:cNvPr>
          <p:cNvSpPr>
            <a:spLocks noGrp="1"/>
          </p:cNvSpPr>
          <p:nvPr>
            <p:ph type="body" sz="quarter" idx="63" hasCustomPrompt="1"/>
          </p:nvPr>
        </p:nvSpPr>
        <p:spPr>
          <a:xfrm>
            <a:off x="10952850" y="2968373"/>
            <a:ext cx="910680" cy="1458464"/>
          </a:xfrm>
        </p:spPr>
        <p:txBody>
          <a:bodyPr wrap="square" numCol="1">
            <a:noAutofit/>
          </a:bodyPr>
          <a:lstStyle>
            <a:lvl1pPr marL="0">
              <a:lnSpc>
                <a:spcPts val="1000"/>
              </a:lnSpc>
              <a:spcAft>
                <a:spcPts val="0"/>
              </a:spcAft>
              <a:defRPr sz="900" b="0" i="0" cap="none" baseline="0">
                <a:solidFill>
                  <a:schemeClr val="tx2"/>
                </a:solidFill>
              </a:defRPr>
            </a:lvl1pPr>
            <a:lvl2pPr marL="0">
              <a:lnSpc>
                <a:spcPts val="1000"/>
              </a:lnSpc>
              <a:spcAft>
                <a:spcPts val="0"/>
              </a:spcAft>
              <a:defRPr sz="800" b="0" cap="none" baseline="0">
                <a:solidFill>
                  <a:schemeClr val="tx2"/>
                </a:solidFill>
              </a:defRPr>
            </a:lvl2pPr>
            <a:lvl3pPr marL="0" indent="0">
              <a:lnSpc>
                <a:spcPts val="1000"/>
              </a:lnSpc>
              <a:spcBef>
                <a:spcPts val="1000"/>
              </a:spcBef>
              <a:spcAft>
                <a:spcPts val="0"/>
              </a:spcAft>
              <a:buNone/>
              <a:defRPr sz="800" b="0" cap="none" baseline="0">
                <a:solidFill>
                  <a:schemeClr val="tx2"/>
                </a:solidFill>
              </a:defRPr>
            </a:lvl3pPr>
            <a:lvl4pPr marL="0" indent="0">
              <a:lnSpc>
                <a:spcPts val="1000"/>
              </a:lnSpc>
              <a:spcAft>
                <a:spcPts val="1300"/>
              </a:spcAft>
              <a:buFont typeface="Arial" charset="0"/>
              <a:buNone/>
              <a:tabLst/>
              <a:defRPr sz="800" b="0" cap="none" baseline="0">
                <a:solidFill>
                  <a:schemeClr val="tx2"/>
                </a:solidFill>
              </a:defRPr>
            </a:lvl4pPr>
            <a:lvl5pPr marL="0" indent="0">
              <a:lnSpc>
                <a:spcPts val="1300"/>
              </a:lnSpc>
              <a:spcAft>
                <a:spcPts val="0"/>
              </a:spcAft>
              <a:buNone/>
              <a:tabLst/>
              <a:defRPr sz="1000"/>
            </a:lvl5pPr>
          </a:lstStyle>
          <a:p>
            <a:pPr lvl="0"/>
            <a:r>
              <a:rPr lang="en-US"/>
              <a:t>Navn + information</a:t>
            </a:r>
          </a:p>
          <a:p>
            <a:pPr lvl="1"/>
            <a:r>
              <a:rPr lang="en-US"/>
              <a:t>Second level</a:t>
            </a:r>
          </a:p>
          <a:p>
            <a:pPr lvl="2"/>
            <a:r>
              <a:rPr lang="en-US"/>
              <a:t>Third level</a:t>
            </a:r>
          </a:p>
          <a:p>
            <a:pPr lvl="3"/>
            <a:r>
              <a:rPr lang="en-US"/>
              <a:t>Fourth level</a:t>
            </a:r>
          </a:p>
        </p:txBody>
      </p:sp>
      <p:sp>
        <p:nvSpPr>
          <p:cNvPr id="42" name="Picture Placeholder 2">
            <a:extLst>
              <a:ext uri="{FF2B5EF4-FFF2-40B4-BE49-F238E27FC236}">
                <a16:creationId xmlns:a16="http://schemas.microsoft.com/office/drawing/2014/main" id="{1D51F60E-17A4-5B31-AE95-AEFDD385DC81}"/>
              </a:ext>
            </a:extLst>
          </p:cNvPr>
          <p:cNvSpPr>
            <a:spLocks noGrp="1"/>
          </p:cNvSpPr>
          <p:nvPr>
            <p:ph type="pic" sz="quarter" idx="64"/>
          </p:nvPr>
        </p:nvSpPr>
        <p:spPr>
          <a:xfrm>
            <a:off x="9817800" y="4760597"/>
            <a:ext cx="1037026" cy="1458464"/>
          </a:xfrm>
          <a:solidFill>
            <a:schemeClr val="bg1">
              <a:lumMod val="85000"/>
            </a:schemeClr>
          </a:solidFill>
        </p:spPr>
        <p:txBody>
          <a:bodyPr lIns="0" tIns="180000"/>
          <a:lstStyle>
            <a:lvl1pPr algn="ctr">
              <a:defRPr sz="1000" b="0">
                <a:solidFill>
                  <a:schemeClr val="tx2"/>
                </a:solidFill>
              </a:defRPr>
            </a:lvl1pPr>
          </a:lstStyle>
          <a:p>
            <a:r>
              <a:rPr lang="da-DK"/>
              <a:t>Klik på ikonet for at tilføje et billede</a:t>
            </a:r>
          </a:p>
        </p:txBody>
      </p:sp>
      <p:sp>
        <p:nvSpPr>
          <p:cNvPr id="43" name="Text Placeholder 16">
            <a:extLst>
              <a:ext uri="{FF2B5EF4-FFF2-40B4-BE49-F238E27FC236}">
                <a16:creationId xmlns:a16="http://schemas.microsoft.com/office/drawing/2014/main" id="{E9E3B92A-848D-104A-AD70-198F68BCD1C5}"/>
              </a:ext>
            </a:extLst>
          </p:cNvPr>
          <p:cNvSpPr>
            <a:spLocks noGrp="1"/>
          </p:cNvSpPr>
          <p:nvPr>
            <p:ph type="body" sz="quarter" idx="65" hasCustomPrompt="1"/>
          </p:nvPr>
        </p:nvSpPr>
        <p:spPr>
          <a:xfrm>
            <a:off x="10952850" y="4760597"/>
            <a:ext cx="910680" cy="1458464"/>
          </a:xfrm>
        </p:spPr>
        <p:txBody>
          <a:bodyPr wrap="square" numCol="1">
            <a:noAutofit/>
          </a:bodyPr>
          <a:lstStyle>
            <a:lvl1pPr marL="0">
              <a:lnSpc>
                <a:spcPts val="1000"/>
              </a:lnSpc>
              <a:spcAft>
                <a:spcPts val="0"/>
              </a:spcAft>
              <a:defRPr sz="900" b="0" i="0" cap="none" baseline="0">
                <a:solidFill>
                  <a:schemeClr val="tx2"/>
                </a:solidFill>
              </a:defRPr>
            </a:lvl1pPr>
            <a:lvl2pPr marL="0">
              <a:lnSpc>
                <a:spcPts val="1000"/>
              </a:lnSpc>
              <a:spcAft>
                <a:spcPts val="0"/>
              </a:spcAft>
              <a:defRPr sz="800" b="0" cap="none" baseline="0">
                <a:solidFill>
                  <a:schemeClr val="tx2"/>
                </a:solidFill>
              </a:defRPr>
            </a:lvl2pPr>
            <a:lvl3pPr marL="0" indent="0">
              <a:lnSpc>
                <a:spcPts val="1000"/>
              </a:lnSpc>
              <a:spcBef>
                <a:spcPts val="1000"/>
              </a:spcBef>
              <a:spcAft>
                <a:spcPts val="0"/>
              </a:spcAft>
              <a:buNone/>
              <a:defRPr sz="800" b="0" cap="none" baseline="0">
                <a:solidFill>
                  <a:schemeClr val="tx2"/>
                </a:solidFill>
              </a:defRPr>
            </a:lvl3pPr>
            <a:lvl4pPr marL="0" indent="0">
              <a:lnSpc>
                <a:spcPts val="1000"/>
              </a:lnSpc>
              <a:spcAft>
                <a:spcPts val="1300"/>
              </a:spcAft>
              <a:buFont typeface="Arial" charset="0"/>
              <a:buNone/>
              <a:tabLst/>
              <a:defRPr sz="800" b="0" cap="none" baseline="0">
                <a:solidFill>
                  <a:schemeClr val="tx2"/>
                </a:solidFill>
              </a:defRPr>
            </a:lvl4pPr>
            <a:lvl5pPr marL="0" indent="0">
              <a:lnSpc>
                <a:spcPts val="1300"/>
              </a:lnSpc>
              <a:spcAft>
                <a:spcPts val="0"/>
              </a:spcAft>
              <a:buNone/>
              <a:tabLst/>
              <a:defRPr sz="1000"/>
            </a:lvl5pPr>
          </a:lstStyle>
          <a:p>
            <a:pPr lvl="0"/>
            <a:r>
              <a:rPr lang="en-US"/>
              <a:t>Navn + information</a:t>
            </a:r>
          </a:p>
          <a:p>
            <a:pPr lvl="1"/>
            <a:r>
              <a:rPr lang="en-US"/>
              <a:t>Second level</a:t>
            </a:r>
          </a:p>
          <a:p>
            <a:pPr lvl="2"/>
            <a:r>
              <a:rPr lang="en-US"/>
              <a:t>Third level</a:t>
            </a:r>
          </a:p>
          <a:p>
            <a:pPr lvl="3"/>
            <a:r>
              <a:rPr lang="en-US"/>
              <a:t>Fourth level</a:t>
            </a:r>
          </a:p>
        </p:txBody>
      </p:sp>
      <p:sp>
        <p:nvSpPr>
          <p:cNvPr id="2" name="Titel 1">
            <a:extLst>
              <a:ext uri="{FF2B5EF4-FFF2-40B4-BE49-F238E27FC236}">
                <a16:creationId xmlns:a16="http://schemas.microsoft.com/office/drawing/2014/main" id="{0A5AEDD5-2FA6-5E60-3652-36BB73E8F049}"/>
              </a:ext>
            </a:extLst>
          </p:cNvPr>
          <p:cNvSpPr>
            <a:spLocks noGrp="1"/>
          </p:cNvSpPr>
          <p:nvPr>
            <p:ph type="title"/>
          </p:nvPr>
        </p:nvSpPr>
        <p:spPr>
          <a:xfrm>
            <a:off x="288000" y="252000"/>
            <a:ext cx="11614049" cy="532651"/>
          </a:xfrm>
        </p:spPr>
        <p:txBody>
          <a:bodyPr/>
          <a:lstStyle>
            <a:lvl1pPr>
              <a:defRPr sz="4800"/>
            </a:lvl1pPr>
          </a:lstStyle>
          <a:p>
            <a:r>
              <a:rPr lang="da-DK"/>
              <a:t>Klik for at redigere titeltypografien i masteren</a:t>
            </a:r>
            <a:endParaRPr lang="en-US"/>
          </a:p>
        </p:txBody>
      </p:sp>
    </p:spTree>
    <p:extLst>
      <p:ext uri="{BB962C8B-B14F-4D97-AF65-F5344CB8AC3E}">
        <p14:creationId xmlns:p14="http://schemas.microsoft.com/office/powerpoint/2010/main" val="865004622"/>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AM: 4 people">
    <p:bg>
      <p:bgPr>
        <a:solidFill>
          <a:schemeClr val="bg1"/>
        </a:solidFill>
        <a:effectLst/>
      </p:bgPr>
    </p:bg>
    <p:spTree>
      <p:nvGrpSpPr>
        <p:cNvPr id="1" name=""/>
        <p:cNvGrpSpPr/>
        <p:nvPr/>
      </p:nvGrpSpPr>
      <p:grpSpPr>
        <a:xfrm>
          <a:off x="0" y="0"/>
          <a:ext cx="0" cy="0"/>
          <a:chOff x="0" y="0"/>
          <a:chExt cx="0" cy="0"/>
        </a:xfrm>
      </p:grpSpPr>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14" name="Pladsholder til billede 12">
            <a:extLst>
              <a:ext uri="{FF2B5EF4-FFF2-40B4-BE49-F238E27FC236}">
                <a16:creationId xmlns:a16="http://schemas.microsoft.com/office/drawing/2014/main" id="{F829DBCF-3BDB-AE10-FF83-CD7911F82DD9}"/>
              </a:ext>
            </a:extLst>
          </p:cNvPr>
          <p:cNvSpPr>
            <a:spLocks noGrp="1"/>
          </p:cNvSpPr>
          <p:nvPr>
            <p:ph type="pic" sz="quarter" idx="16"/>
          </p:nvPr>
        </p:nvSpPr>
        <p:spPr>
          <a:xfrm>
            <a:off x="288000" y="252000"/>
            <a:ext cx="2808000" cy="5039367"/>
          </a:xfrm>
          <a:solidFill>
            <a:srgbClr val="DDDDDD"/>
          </a:solidFill>
        </p:spPr>
        <p:txBody>
          <a:bodyPr/>
          <a:lstStyle/>
          <a:p>
            <a:r>
              <a:rPr lang="da-DK"/>
              <a:t>Klik på ikonet for at tilføje et billede</a:t>
            </a:r>
            <a:endParaRPr lang="en-US"/>
          </a:p>
        </p:txBody>
      </p:sp>
      <p:sp>
        <p:nvSpPr>
          <p:cNvPr id="10" name="Pladsholder til tekst 19">
            <a:extLst>
              <a:ext uri="{FF2B5EF4-FFF2-40B4-BE49-F238E27FC236}">
                <a16:creationId xmlns:a16="http://schemas.microsoft.com/office/drawing/2014/main" id="{4F9A999D-C9B4-9473-0B6C-B51CE97ACF5A}"/>
              </a:ext>
            </a:extLst>
          </p:cNvPr>
          <p:cNvSpPr>
            <a:spLocks noGrp="1"/>
          </p:cNvSpPr>
          <p:nvPr>
            <p:ph type="body" sz="quarter" idx="23" hasCustomPrompt="1"/>
          </p:nvPr>
        </p:nvSpPr>
        <p:spPr>
          <a:xfrm>
            <a:off x="288000" y="5399579"/>
            <a:ext cx="2808000" cy="432000"/>
          </a:xfrm>
        </p:spPr>
        <p:txBody>
          <a:bodyPr/>
          <a:lstStyle>
            <a:lvl1pPr>
              <a:defRPr sz="1100"/>
            </a:lvl1pPr>
          </a:lstStyle>
          <a:p>
            <a:pPr lvl="0"/>
            <a:r>
              <a:rPr lang="da-DK"/>
              <a:t>Name Namesen</a:t>
            </a:r>
            <a:br>
              <a:rPr lang="da-DK"/>
            </a:br>
            <a:r>
              <a:rPr lang="da-DK"/>
              <a:t>Title</a:t>
            </a:r>
            <a:endParaRPr lang="en-US"/>
          </a:p>
        </p:txBody>
      </p:sp>
      <p:sp>
        <p:nvSpPr>
          <p:cNvPr id="15" name="Pladsholder til tekst 19">
            <a:extLst>
              <a:ext uri="{FF2B5EF4-FFF2-40B4-BE49-F238E27FC236}">
                <a16:creationId xmlns:a16="http://schemas.microsoft.com/office/drawing/2014/main" id="{187E4BCE-554B-5010-BBB1-3FBEEB244FFA}"/>
              </a:ext>
            </a:extLst>
          </p:cNvPr>
          <p:cNvSpPr>
            <a:spLocks noGrp="1"/>
          </p:cNvSpPr>
          <p:nvPr>
            <p:ph type="body" sz="quarter" idx="27" hasCustomPrompt="1"/>
          </p:nvPr>
        </p:nvSpPr>
        <p:spPr>
          <a:xfrm>
            <a:off x="288000" y="5867931"/>
            <a:ext cx="2808000" cy="468352"/>
          </a:xfrm>
        </p:spPr>
        <p:txBody>
          <a:bodyPr/>
          <a:lstStyle>
            <a:lvl1pPr>
              <a:lnSpc>
                <a:spcPct val="100000"/>
              </a:lnSpc>
              <a:defRPr sz="1100"/>
            </a:lvl1pPr>
          </a:lstStyle>
          <a:p>
            <a:pPr lvl="0"/>
            <a:r>
              <a:rPr lang="da-DK"/>
              <a:t>Introduction text</a:t>
            </a:r>
            <a:endParaRPr lang="en-US"/>
          </a:p>
        </p:txBody>
      </p:sp>
      <p:sp>
        <p:nvSpPr>
          <p:cNvPr id="26" name="Pladsholder til billede 12">
            <a:extLst>
              <a:ext uri="{FF2B5EF4-FFF2-40B4-BE49-F238E27FC236}">
                <a16:creationId xmlns:a16="http://schemas.microsoft.com/office/drawing/2014/main" id="{F09ECCDB-3F7B-7B4B-7DBC-C23292D56D53}"/>
              </a:ext>
            </a:extLst>
          </p:cNvPr>
          <p:cNvSpPr>
            <a:spLocks noGrp="1"/>
          </p:cNvSpPr>
          <p:nvPr>
            <p:ph type="pic" sz="quarter" idx="28"/>
          </p:nvPr>
        </p:nvSpPr>
        <p:spPr>
          <a:xfrm>
            <a:off x="3200400" y="252000"/>
            <a:ext cx="2844000" cy="5039367"/>
          </a:xfrm>
          <a:solidFill>
            <a:srgbClr val="DDDDDD"/>
          </a:solidFill>
        </p:spPr>
        <p:txBody>
          <a:bodyPr/>
          <a:lstStyle/>
          <a:p>
            <a:r>
              <a:rPr lang="da-DK"/>
              <a:t>Klik på ikonet for at tilføje et billede</a:t>
            </a:r>
            <a:endParaRPr lang="en-US"/>
          </a:p>
        </p:txBody>
      </p:sp>
      <p:sp>
        <p:nvSpPr>
          <p:cNvPr id="27" name="Pladsholder til tekst 19">
            <a:extLst>
              <a:ext uri="{FF2B5EF4-FFF2-40B4-BE49-F238E27FC236}">
                <a16:creationId xmlns:a16="http://schemas.microsoft.com/office/drawing/2014/main" id="{C526AB29-146E-9BD4-19B3-E08E0003DA99}"/>
              </a:ext>
            </a:extLst>
          </p:cNvPr>
          <p:cNvSpPr>
            <a:spLocks noGrp="1"/>
          </p:cNvSpPr>
          <p:nvPr>
            <p:ph type="body" sz="quarter" idx="29" hasCustomPrompt="1"/>
          </p:nvPr>
        </p:nvSpPr>
        <p:spPr>
          <a:xfrm>
            <a:off x="3200400" y="5399579"/>
            <a:ext cx="2808000" cy="432000"/>
          </a:xfrm>
        </p:spPr>
        <p:txBody>
          <a:bodyPr/>
          <a:lstStyle>
            <a:lvl1pPr>
              <a:defRPr sz="1100"/>
            </a:lvl1pPr>
          </a:lstStyle>
          <a:p>
            <a:pPr lvl="0"/>
            <a:r>
              <a:rPr lang="da-DK"/>
              <a:t>Name Namesen</a:t>
            </a:r>
            <a:br>
              <a:rPr lang="da-DK"/>
            </a:br>
            <a:r>
              <a:rPr lang="da-DK"/>
              <a:t>Title</a:t>
            </a:r>
            <a:endParaRPr lang="en-US"/>
          </a:p>
        </p:txBody>
      </p:sp>
      <p:sp>
        <p:nvSpPr>
          <p:cNvPr id="28" name="Pladsholder til tekst 19">
            <a:extLst>
              <a:ext uri="{FF2B5EF4-FFF2-40B4-BE49-F238E27FC236}">
                <a16:creationId xmlns:a16="http://schemas.microsoft.com/office/drawing/2014/main" id="{A78C9130-9300-2FA3-F969-06EB6A6DE998}"/>
              </a:ext>
            </a:extLst>
          </p:cNvPr>
          <p:cNvSpPr>
            <a:spLocks noGrp="1"/>
          </p:cNvSpPr>
          <p:nvPr>
            <p:ph type="body" sz="quarter" idx="30" hasCustomPrompt="1"/>
          </p:nvPr>
        </p:nvSpPr>
        <p:spPr>
          <a:xfrm>
            <a:off x="3200400" y="5867931"/>
            <a:ext cx="2808000" cy="468352"/>
          </a:xfrm>
        </p:spPr>
        <p:txBody>
          <a:bodyPr/>
          <a:lstStyle>
            <a:lvl1pPr>
              <a:lnSpc>
                <a:spcPct val="100000"/>
              </a:lnSpc>
              <a:defRPr sz="1100"/>
            </a:lvl1pPr>
          </a:lstStyle>
          <a:p>
            <a:pPr lvl="0"/>
            <a:r>
              <a:rPr lang="da-DK"/>
              <a:t>Introduction text</a:t>
            </a:r>
            <a:endParaRPr lang="en-US"/>
          </a:p>
        </p:txBody>
      </p:sp>
      <p:sp>
        <p:nvSpPr>
          <p:cNvPr id="29" name="Pladsholder til billede 12">
            <a:extLst>
              <a:ext uri="{FF2B5EF4-FFF2-40B4-BE49-F238E27FC236}">
                <a16:creationId xmlns:a16="http://schemas.microsoft.com/office/drawing/2014/main" id="{45989680-B050-1BEA-A454-C350D682F361}"/>
              </a:ext>
            </a:extLst>
          </p:cNvPr>
          <p:cNvSpPr>
            <a:spLocks noGrp="1"/>
          </p:cNvSpPr>
          <p:nvPr>
            <p:ph type="pic" sz="quarter" idx="31"/>
          </p:nvPr>
        </p:nvSpPr>
        <p:spPr>
          <a:xfrm>
            <a:off x="6145200" y="252000"/>
            <a:ext cx="2844000" cy="5039367"/>
          </a:xfrm>
          <a:solidFill>
            <a:srgbClr val="DDDDDD"/>
          </a:solidFill>
        </p:spPr>
        <p:txBody>
          <a:bodyPr/>
          <a:lstStyle/>
          <a:p>
            <a:r>
              <a:rPr lang="da-DK"/>
              <a:t>Klik på ikonet for at tilføje et billede</a:t>
            </a:r>
            <a:endParaRPr lang="en-US"/>
          </a:p>
        </p:txBody>
      </p:sp>
      <p:sp>
        <p:nvSpPr>
          <p:cNvPr id="30" name="Pladsholder til tekst 19">
            <a:extLst>
              <a:ext uri="{FF2B5EF4-FFF2-40B4-BE49-F238E27FC236}">
                <a16:creationId xmlns:a16="http://schemas.microsoft.com/office/drawing/2014/main" id="{32B934C7-2BD3-1EE4-54BB-206A1EFBD8C8}"/>
              </a:ext>
            </a:extLst>
          </p:cNvPr>
          <p:cNvSpPr>
            <a:spLocks noGrp="1"/>
          </p:cNvSpPr>
          <p:nvPr>
            <p:ph type="body" sz="quarter" idx="32" hasCustomPrompt="1"/>
          </p:nvPr>
        </p:nvSpPr>
        <p:spPr>
          <a:xfrm>
            <a:off x="6145200" y="5399579"/>
            <a:ext cx="2808000" cy="432000"/>
          </a:xfrm>
        </p:spPr>
        <p:txBody>
          <a:bodyPr/>
          <a:lstStyle>
            <a:lvl1pPr>
              <a:defRPr sz="1100"/>
            </a:lvl1pPr>
          </a:lstStyle>
          <a:p>
            <a:pPr lvl="0"/>
            <a:r>
              <a:rPr lang="da-DK"/>
              <a:t>Name Namesen</a:t>
            </a:r>
            <a:br>
              <a:rPr lang="da-DK"/>
            </a:br>
            <a:r>
              <a:rPr lang="da-DK"/>
              <a:t>Title</a:t>
            </a:r>
            <a:endParaRPr lang="en-US"/>
          </a:p>
        </p:txBody>
      </p:sp>
      <p:sp>
        <p:nvSpPr>
          <p:cNvPr id="31" name="Pladsholder til tekst 19">
            <a:extLst>
              <a:ext uri="{FF2B5EF4-FFF2-40B4-BE49-F238E27FC236}">
                <a16:creationId xmlns:a16="http://schemas.microsoft.com/office/drawing/2014/main" id="{576BCE47-0FD9-670C-09C2-5C69CCA21ED1}"/>
              </a:ext>
            </a:extLst>
          </p:cNvPr>
          <p:cNvSpPr>
            <a:spLocks noGrp="1"/>
          </p:cNvSpPr>
          <p:nvPr>
            <p:ph type="body" sz="quarter" idx="33" hasCustomPrompt="1"/>
          </p:nvPr>
        </p:nvSpPr>
        <p:spPr>
          <a:xfrm>
            <a:off x="6145200" y="5867931"/>
            <a:ext cx="2808000" cy="468352"/>
          </a:xfrm>
        </p:spPr>
        <p:txBody>
          <a:bodyPr/>
          <a:lstStyle>
            <a:lvl1pPr>
              <a:lnSpc>
                <a:spcPct val="100000"/>
              </a:lnSpc>
              <a:defRPr sz="1100"/>
            </a:lvl1pPr>
          </a:lstStyle>
          <a:p>
            <a:pPr lvl="0"/>
            <a:r>
              <a:rPr lang="da-DK"/>
              <a:t>Introduction text</a:t>
            </a:r>
            <a:endParaRPr lang="en-US"/>
          </a:p>
        </p:txBody>
      </p:sp>
      <p:sp>
        <p:nvSpPr>
          <p:cNvPr id="32" name="Pladsholder til billede 12">
            <a:extLst>
              <a:ext uri="{FF2B5EF4-FFF2-40B4-BE49-F238E27FC236}">
                <a16:creationId xmlns:a16="http://schemas.microsoft.com/office/drawing/2014/main" id="{DD68A0F6-2A38-28FF-4F24-80DA5D0A0CAB}"/>
              </a:ext>
            </a:extLst>
          </p:cNvPr>
          <p:cNvSpPr>
            <a:spLocks noGrp="1"/>
          </p:cNvSpPr>
          <p:nvPr>
            <p:ph type="pic" sz="quarter" idx="34"/>
          </p:nvPr>
        </p:nvSpPr>
        <p:spPr>
          <a:xfrm>
            <a:off x="9093600" y="252000"/>
            <a:ext cx="2807225" cy="5039367"/>
          </a:xfrm>
          <a:solidFill>
            <a:srgbClr val="DDDDDD"/>
          </a:solidFill>
        </p:spPr>
        <p:txBody>
          <a:bodyPr/>
          <a:lstStyle/>
          <a:p>
            <a:r>
              <a:rPr lang="da-DK"/>
              <a:t>Klik på ikonet for at tilføje et billede</a:t>
            </a:r>
            <a:endParaRPr lang="en-US"/>
          </a:p>
        </p:txBody>
      </p:sp>
      <p:sp>
        <p:nvSpPr>
          <p:cNvPr id="33" name="Pladsholder til tekst 19">
            <a:extLst>
              <a:ext uri="{FF2B5EF4-FFF2-40B4-BE49-F238E27FC236}">
                <a16:creationId xmlns:a16="http://schemas.microsoft.com/office/drawing/2014/main" id="{1F466454-DD01-5DC6-9C8F-6A65FD771A60}"/>
              </a:ext>
            </a:extLst>
          </p:cNvPr>
          <p:cNvSpPr>
            <a:spLocks noGrp="1"/>
          </p:cNvSpPr>
          <p:nvPr>
            <p:ph type="body" sz="quarter" idx="35" hasCustomPrompt="1"/>
          </p:nvPr>
        </p:nvSpPr>
        <p:spPr>
          <a:xfrm>
            <a:off x="9093600" y="5399579"/>
            <a:ext cx="2807225" cy="432000"/>
          </a:xfrm>
        </p:spPr>
        <p:txBody>
          <a:bodyPr/>
          <a:lstStyle>
            <a:lvl1pPr>
              <a:defRPr sz="1100"/>
            </a:lvl1pPr>
          </a:lstStyle>
          <a:p>
            <a:pPr lvl="0"/>
            <a:r>
              <a:rPr lang="da-DK"/>
              <a:t>Name Namesen</a:t>
            </a:r>
            <a:br>
              <a:rPr lang="da-DK"/>
            </a:br>
            <a:r>
              <a:rPr lang="da-DK"/>
              <a:t>Title</a:t>
            </a:r>
            <a:endParaRPr lang="en-US"/>
          </a:p>
        </p:txBody>
      </p:sp>
      <p:sp>
        <p:nvSpPr>
          <p:cNvPr id="34" name="Pladsholder til tekst 19">
            <a:extLst>
              <a:ext uri="{FF2B5EF4-FFF2-40B4-BE49-F238E27FC236}">
                <a16:creationId xmlns:a16="http://schemas.microsoft.com/office/drawing/2014/main" id="{8DF00C1E-81F0-A0BB-B93E-BA2A898AD852}"/>
              </a:ext>
            </a:extLst>
          </p:cNvPr>
          <p:cNvSpPr>
            <a:spLocks noGrp="1"/>
          </p:cNvSpPr>
          <p:nvPr>
            <p:ph type="body" sz="quarter" idx="36" hasCustomPrompt="1"/>
          </p:nvPr>
        </p:nvSpPr>
        <p:spPr>
          <a:xfrm>
            <a:off x="9093600" y="5867931"/>
            <a:ext cx="2807225" cy="468352"/>
          </a:xfrm>
        </p:spPr>
        <p:txBody>
          <a:bodyPr/>
          <a:lstStyle>
            <a:lvl1pPr>
              <a:lnSpc>
                <a:spcPct val="100000"/>
              </a:lnSpc>
              <a:defRPr sz="1100"/>
            </a:lvl1pPr>
          </a:lstStyle>
          <a:p>
            <a:pPr lvl="0"/>
            <a:r>
              <a:rPr lang="da-DK"/>
              <a:t>Introduction text</a:t>
            </a:r>
            <a:endParaRPr lang="en-US"/>
          </a:p>
        </p:txBody>
      </p:sp>
    </p:spTree>
    <p:extLst>
      <p:ext uri="{BB962C8B-B14F-4D97-AF65-F5344CB8AC3E}">
        <p14:creationId xmlns:p14="http://schemas.microsoft.com/office/powerpoint/2010/main" val="4117718392"/>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AM: Individual CV">
    <p:bg>
      <p:bgPr>
        <a:solidFill>
          <a:schemeClr val="bg1"/>
        </a:solidFill>
        <a:effectLst/>
      </p:bgPr>
    </p:bg>
    <p:spTree>
      <p:nvGrpSpPr>
        <p:cNvPr id="1" name=""/>
        <p:cNvGrpSpPr/>
        <p:nvPr/>
      </p:nvGrpSpPr>
      <p:grpSpPr>
        <a:xfrm>
          <a:off x="0" y="0"/>
          <a:ext cx="0" cy="0"/>
          <a:chOff x="0" y="0"/>
          <a:chExt cx="0" cy="0"/>
        </a:xfrm>
      </p:grpSpPr>
      <p:sp>
        <p:nvSpPr>
          <p:cNvPr id="3" name="Pladsholder til sidefod 2">
            <a:extLst>
              <a:ext uri="{FF2B5EF4-FFF2-40B4-BE49-F238E27FC236}">
                <a16:creationId xmlns:a16="http://schemas.microsoft.com/office/drawing/2014/main" id="{477065A1-30D7-D503-D0B3-736226860399}"/>
              </a:ext>
            </a:extLst>
          </p:cNvPr>
          <p:cNvSpPr>
            <a:spLocks noGrp="1"/>
          </p:cNvSpPr>
          <p:nvPr>
            <p:ph type="ftr" sz="quarter" idx="10"/>
          </p:nvPr>
        </p:nvSpPr>
        <p:spPr/>
        <p:txBody>
          <a:bodyPr/>
          <a:lstStyle/>
          <a:p>
            <a:r>
              <a:rPr lang="da-DK"/>
              <a:t>PowerPoint template</a:t>
            </a:r>
          </a:p>
        </p:txBody>
      </p:sp>
      <p:sp>
        <p:nvSpPr>
          <p:cNvPr id="4" name="Pladsholder til slidenummer 3">
            <a:extLst>
              <a:ext uri="{FF2B5EF4-FFF2-40B4-BE49-F238E27FC236}">
                <a16:creationId xmlns:a16="http://schemas.microsoft.com/office/drawing/2014/main" id="{9D5E5E8F-DC0D-A42B-0D66-76F1CCF88921}"/>
              </a:ext>
            </a:extLst>
          </p:cNvPr>
          <p:cNvSpPr>
            <a:spLocks noGrp="1"/>
          </p:cNvSpPr>
          <p:nvPr>
            <p:ph type="sldNum" sz="quarter" idx="11"/>
          </p:nvPr>
        </p:nvSpPr>
        <p:spPr/>
        <p:txBody>
          <a:bodyPr/>
          <a:lstStyle/>
          <a:p>
            <a:r>
              <a:rPr lang="en-GB"/>
              <a:t>S.</a:t>
            </a:r>
            <a:fld id="{5756700A-4FDC-43B2-BFF8-4B28CED2581C}" type="slidenum">
              <a:rPr lang="en-GB" smtClean="0"/>
              <a:pPr/>
              <a:t>‹nr.›</a:t>
            </a:fld>
            <a:endParaRPr lang="en-GB"/>
          </a:p>
        </p:txBody>
      </p:sp>
      <p:sp>
        <p:nvSpPr>
          <p:cNvPr id="5" name="Pladsholder til dato 4">
            <a:extLst>
              <a:ext uri="{FF2B5EF4-FFF2-40B4-BE49-F238E27FC236}">
                <a16:creationId xmlns:a16="http://schemas.microsoft.com/office/drawing/2014/main" id="{ACD7B1CB-4E11-AA7D-5212-B09DF2476794}"/>
              </a:ext>
            </a:extLst>
          </p:cNvPr>
          <p:cNvSpPr>
            <a:spLocks noGrp="1"/>
          </p:cNvSpPr>
          <p:nvPr>
            <p:ph type="dt" sz="half" idx="12"/>
          </p:nvPr>
        </p:nvSpPr>
        <p:spPr/>
        <p:txBody>
          <a:bodyPr/>
          <a:lstStyle/>
          <a:p>
            <a:endParaRPr lang="da-DK"/>
          </a:p>
        </p:txBody>
      </p:sp>
      <p:sp>
        <p:nvSpPr>
          <p:cNvPr id="7" name="Pladsholder til billede 12">
            <a:extLst>
              <a:ext uri="{FF2B5EF4-FFF2-40B4-BE49-F238E27FC236}">
                <a16:creationId xmlns:a16="http://schemas.microsoft.com/office/drawing/2014/main" id="{0E04D114-FFF3-3348-3415-30D0F12F6A5C}"/>
              </a:ext>
            </a:extLst>
          </p:cNvPr>
          <p:cNvSpPr>
            <a:spLocks noGrp="1"/>
          </p:cNvSpPr>
          <p:nvPr>
            <p:ph type="pic" sz="quarter" idx="17"/>
          </p:nvPr>
        </p:nvSpPr>
        <p:spPr>
          <a:xfrm>
            <a:off x="6156326" y="252000"/>
            <a:ext cx="5780499" cy="6049409"/>
          </a:xfrm>
          <a:solidFill>
            <a:srgbClr val="DDDDDD"/>
          </a:solidFill>
        </p:spPr>
        <p:txBody>
          <a:bodyPr/>
          <a:lstStyle/>
          <a:p>
            <a:r>
              <a:rPr lang="da-DK"/>
              <a:t>Klik på ikonet for at tilføje et billede</a:t>
            </a:r>
            <a:endParaRPr lang="en-US"/>
          </a:p>
        </p:txBody>
      </p:sp>
      <p:sp>
        <p:nvSpPr>
          <p:cNvPr id="12" name="Titel 1">
            <a:extLst>
              <a:ext uri="{FF2B5EF4-FFF2-40B4-BE49-F238E27FC236}">
                <a16:creationId xmlns:a16="http://schemas.microsoft.com/office/drawing/2014/main" id="{1C6219E8-DFF2-9681-BD89-6C76D43A54FF}"/>
              </a:ext>
            </a:extLst>
          </p:cNvPr>
          <p:cNvSpPr>
            <a:spLocks noGrp="1"/>
          </p:cNvSpPr>
          <p:nvPr>
            <p:ph type="title" hasCustomPrompt="1"/>
          </p:nvPr>
        </p:nvSpPr>
        <p:spPr>
          <a:xfrm>
            <a:off x="324000" y="252000"/>
            <a:ext cx="2686050" cy="546908"/>
          </a:xfrm>
        </p:spPr>
        <p:txBody>
          <a:bodyPr/>
          <a:lstStyle>
            <a:lvl1pPr>
              <a:defRPr sz="1600"/>
            </a:lvl1pPr>
          </a:lstStyle>
          <a:p>
            <a:r>
              <a:rPr lang="da-DK"/>
              <a:t>Name Namesen</a:t>
            </a:r>
            <a:br>
              <a:rPr lang="da-DK"/>
            </a:br>
            <a:r>
              <a:rPr lang="da-DK"/>
              <a:t>Title</a:t>
            </a:r>
            <a:endParaRPr lang="en-US"/>
          </a:p>
        </p:txBody>
      </p:sp>
      <p:sp>
        <p:nvSpPr>
          <p:cNvPr id="20" name="Pladsholder til tekst 19">
            <a:extLst>
              <a:ext uri="{FF2B5EF4-FFF2-40B4-BE49-F238E27FC236}">
                <a16:creationId xmlns:a16="http://schemas.microsoft.com/office/drawing/2014/main" id="{EBA53F43-94CD-FA62-97EB-AABF743ECE7E}"/>
              </a:ext>
            </a:extLst>
          </p:cNvPr>
          <p:cNvSpPr>
            <a:spLocks noGrp="1"/>
          </p:cNvSpPr>
          <p:nvPr>
            <p:ph type="body" sz="quarter" idx="21" hasCustomPrompt="1"/>
          </p:nvPr>
        </p:nvSpPr>
        <p:spPr>
          <a:xfrm>
            <a:off x="324000" y="858005"/>
            <a:ext cx="2686050" cy="729049"/>
          </a:xfrm>
        </p:spPr>
        <p:txBody>
          <a:bodyPr/>
          <a:lstStyle>
            <a:lvl1pPr>
              <a:defRPr sz="1300"/>
            </a:lvl1pPr>
          </a:lstStyle>
          <a:p>
            <a:pPr lvl="0"/>
            <a:r>
              <a:rPr lang="da-DK"/>
              <a:t>Introduction</a:t>
            </a:r>
            <a:endParaRPr lang="en-US"/>
          </a:p>
        </p:txBody>
      </p:sp>
      <p:sp>
        <p:nvSpPr>
          <p:cNvPr id="6" name="Pladsholder til tekst 19">
            <a:extLst>
              <a:ext uri="{FF2B5EF4-FFF2-40B4-BE49-F238E27FC236}">
                <a16:creationId xmlns:a16="http://schemas.microsoft.com/office/drawing/2014/main" id="{1E136226-AD47-CD99-D550-5B990E0CA46E}"/>
              </a:ext>
            </a:extLst>
          </p:cNvPr>
          <p:cNvSpPr>
            <a:spLocks noGrp="1"/>
          </p:cNvSpPr>
          <p:nvPr>
            <p:ph type="body" sz="quarter" idx="22" hasCustomPrompt="1"/>
          </p:nvPr>
        </p:nvSpPr>
        <p:spPr>
          <a:xfrm>
            <a:off x="3240000" y="2415085"/>
            <a:ext cx="2686050" cy="3701510"/>
          </a:xfrm>
        </p:spPr>
        <p:txBody>
          <a:bodyPr/>
          <a:lstStyle>
            <a:lvl1pPr>
              <a:defRPr sz="1100"/>
            </a:lvl1pPr>
          </a:lstStyle>
          <a:p>
            <a:pPr lvl="0"/>
            <a:r>
              <a:rPr lang="da-DK"/>
              <a:t>Column two</a:t>
            </a:r>
            <a:endParaRPr lang="en-US"/>
          </a:p>
        </p:txBody>
      </p:sp>
      <p:sp>
        <p:nvSpPr>
          <p:cNvPr id="10" name="Pladsholder til tekst 19">
            <a:extLst>
              <a:ext uri="{FF2B5EF4-FFF2-40B4-BE49-F238E27FC236}">
                <a16:creationId xmlns:a16="http://schemas.microsoft.com/office/drawing/2014/main" id="{34A98C06-7BAD-B742-1760-4607DFD4C7C1}"/>
              </a:ext>
            </a:extLst>
          </p:cNvPr>
          <p:cNvSpPr>
            <a:spLocks noGrp="1"/>
          </p:cNvSpPr>
          <p:nvPr>
            <p:ph type="body" sz="quarter" idx="23" hasCustomPrompt="1"/>
          </p:nvPr>
        </p:nvSpPr>
        <p:spPr>
          <a:xfrm>
            <a:off x="324000" y="2415085"/>
            <a:ext cx="2686050" cy="3701510"/>
          </a:xfrm>
        </p:spPr>
        <p:txBody>
          <a:bodyPr/>
          <a:lstStyle>
            <a:lvl1pPr>
              <a:defRPr sz="1100"/>
            </a:lvl1pPr>
          </a:lstStyle>
          <a:p>
            <a:pPr lvl="0"/>
            <a:r>
              <a:rPr lang="da-DK"/>
              <a:t>Column one</a:t>
            </a:r>
            <a:endParaRPr lang="en-US"/>
          </a:p>
        </p:txBody>
      </p:sp>
    </p:spTree>
    <p:extLst>
      <p:ext uri="{BB962C8B-B14F-4D97-AF65-F5344CB8AC3E}">
        <p14:creationId xmlns:p14="http://schemas.microsoft.com/office/powerpoint/2010/main" val="3231109436"/>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NK: White">
    <p:bg>
      <p:bgPr>
        <a:solidFill>
          <a:schemeClr val="bg1"/>
        </a:solidFill>
        <a:effectLst/>
      </p:bgPr>
    </p:bg>
    <p:spTree>
      <p:nvGrpSpPr>
        <p:cNvPr id="1" name=""/>
        <p:cNvGrpSpPr/>
        <p:nvPr/>
      </p:nvGrpSpPr>
      <p:grpSpPr>
        <a:xfrm>
          <a:off x="0" y="0"/>
          <a:ext cx="0" cy="0"/>
          <a:chOff x="0" y="0"/>
          <a:chExt cx="0" cy="0"/>
        </a:xfrm>
      </p:grpSpPr>
      <p:sp>
        <p:nvSpPr>
          <p:cNvPr id="2" name="Pladsholder til sidefod 16">
            <a:extLst>
              <a:ext uri="{FF2B5EF4-FFF2-40B4-BE49-F238E27FC236}">
                <a16:creationId xmlns:a16="http://schemas.microsoft.com/office/drawing/2014/main" id="{6827C630-92E3-A82D-9470-E438CD5119D6}"/>
              </a:ext>
            </a:extLst>
          </p:cNvPr>
          <p:cNvSpPr>
            <a:spLocks noGrp="1"/>
          </p:cNvSpPr>
          <p:nvPr>
            <p:ph type="ftr" sz="quarter" idx="3"/>
          </p:nvPr>
        </p:nvSpPr>
        <p:spPr>
          <a:xfrm>
            <a:off x="6145200" y="6508800"/>
            <a:ext cx="4225296" cy="129454"/>
          </a:xfrm>
          <a:prstGeom prst="rect">
            <a:avLst/>
          </a:prstGeom>
        </p:spPr>
        <p:txBody>
          <a:bodyPr vert="horz" lIns="0" tIns="0" rIns="0" bIns="0" rtlCol="0" anchor="ctr" anchorCtr="0"/>
          <a:lstStyle>
            <a:lvl1pPr algn="l">
              <a:defRPr sz="1000" b="0" kern="0" baseline="0">
                <a:solidFill>
                  <a:schemeClr val="tx2"/>
                </a:solidFill>
                <a:latin typeface="+mn-lt"/>
              </a:defRPr>
            </a:lvl1pPr>
          </a:lstStyle>
          <a:p>
            <a:r>
              <a:rPr lang="da-DK"/>
              <a:t>PowerPoint template</a:t>
            </a:r>
          </a:p>
        </p:txBody>
      </p:sp>
      <p:sp>
        <p:nvSpPr>
          <p:cNvPr id="3" name="Pladsholder til slidenummer 26">
            <a:extLst>
              <a:ext uri="{FF2B5EF4-FFF2-40B4-BE49-F238E27FC236}">
                <a16:creationId xmlns:a16="http://schemas.microsoft.com/office/drawing/2014/main" id="{A74ED88D-AF5E-6F03-DA18-ABAB30500033}"/>
              </a:ext>
            </a:extLst>
          </p:cNvPr>
          <p:cNvSpPr>
            <a:spLocks noGrp="1"/>
          </p:cNvSpPr>
          <p:nvPr>
            <p:ph type="sldNum" sz="quarter" idx="4"/>
          </p:nvPr>
        </p:nvSpPr>
        <p:spPr>
          <a:xfrm>
            <a:off x="5148764" y="6508800"/>
            <a:ext cx="878849" cy="129454"/>
          </a:xfrm>
          <a:prstGeom prst="rect">
            <a:avLst/>
          </a:prstGeom>
        </p:spPr>
        <p:txBody>
          <a:bodyPr vert="horz" lIns="0" tIns="0" rIns="0" bIns="0" rtlCol="0" anchor="ctr" anchorCtr="0"/>
          <a:lstStyle>
            <a:lvl1pPr algn="r">
              <a:defRPr sz="1000" b="0">
                <a:solidFill>
                  <a:schemeClr val="tx2"/>
                </a:solidFill>
                <a:latin typeface="+mn-lt"/>
              </a:defRPr>
            </a:lvl1pPr>
          </a:lstStyle>
          <a:p>
            <a:r>
              <a:rPr lang="en-GB"/>
              <a:t>S.</a:t>
            </a:r>
            <a:fld id="{5756700A-4FDC-43B2-BFF8-4B28CED2581C}" type="slidenum">
              <a:rPr lang="en-GB" smtClean="0"/>
              <a:pPr/>
              <a:t>‹nr.›</a:t>
            </a:fld>
            <a:endParaRPr lang="en-GB"/>
          </a:p>
        </p:txBody>
      </p:sp>
      <p:sp>
        <p:nvSpPr>
          <p:cNvPr id="4" name="Date Placeholder 18">
            <a:extLst>
              <a:ext uri="{FF2B5EF4-FFF2-40B4-BE49-F238E27FC236}">
                <a16:creationId xmlns:a16="http://schemas.microsoft.com/office/drawing/2014/main" id="{9B5DE818-2F06-4A52-CF68-485CBC2EED38}"/>
              </a:ext>
            </a:extLst>
          </p:cNvPr>
          <p:cNvSpPr>
            <a:spLocks noGrp="1"/>
          </p:cNvSpPr>
          <p:nvPr>
            <p:ph type="dt" sz="half" idx="2"/>
          </p:nvPr>
        </p:nvSpPr>
        <p:spPr>
          <a:xfrm>
            <a:off x="4543200" y="6508800"/>
            <a:ext cx="1484413" cy="129454"/>
          </a:xfrm>
          <a:prstGeom prst="rect">
            <a:avLst/>
          </a:prstGeom>
        </p:spPr>
        <p:txBody>
          <a:bodyPr vert="horz" lIns="0" tIns="0" rIns="0" bIns="0" rtlCol="0" anchor="ctr" anchorCtr="0"/>
          <a:lstStyle>
            <a:lvl1pPr algn="r">
              <a:defRPr sz="1000">
                <a:solidFill>
                  <a:schemeClr val="tx2"/>
                </a:solidFill>
                <a:latin typeface="+mn-lt"/>
              </a:defRPr>
            </a:lvl1pPr>
          </a:lstStyle>
          <a:p>
            <a:pPr algn="l" rtl="0" fontAlgn="base">
              <a:spcBef>
                <a:spcPct val="0"/>
              </a:spcBef>
              <a:spcAft>
                <a:spcPct val="0"/>
              </a:spcAft>
            </a:pPr>
            <a:endParaRPr lang="da-DK"/>
          </a:p>
        </p:txBody>
      </p:sp>
    </p:spTree>
  </p:cSld>
  <p:clrMapOvr>
    <a:masterClrMapping/>
  </p:clrMapOvr>
  <p:transition>
    <p:fade thruBlk="1"/>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BLANK: Plum">
    <p:bg>
      <p:bgPr>
        <a:solidFill>
          <a:schemeClr val="tx2"/>
        </a:solidFill>
        <a:effectLst/>
      </p:bgPr>
    </p:bg>
    <p:spTree>
      <p:nvGrpSpPr>
        <p:cNvPr id="1" name=""/>
        <p:cNvGrpSpPr/>
        <p:nvPr/>
      </p:nvGrpSpPr>
      <p:grpSpPr>
        <a:xfrm>
          <a:off x="0" y="0"/>
          <a:ext cx="0" cy="0"/>
          <a:chOff x="0" y="0"/>
          <a:chExt cx="0" cy="0"/>
        </a:xfrm>
      </p:grpSpPr>
      <p:sp>
        <p:nvSpPr>
          <p:cNvPr id="2" name="Pladsholder til sidefod 16">
            <a:extLst>
              <a:ext uri="{FF2B5EF4-FFF2-40B4-BE49-F238E27FC236}">
                <a16:creationId xmlns:a16="http://schemas.microsoft.com/office/drawing/2014/main" id="{08E4D068-B937-27E7-BB3D-BA2EE990EECB}"/>
              </a:ext>
            </a:extLst>
          </p:cNvPr>
          <p:cNvSpPr>
            <a:spLocks noGrp="1"/>
          </p:cNvSpPr>
          <p:nvPr>
            <p:ph type="ftr" sz="quarter" idx="3"/>
          </p:nvPr>
        </p:nvSpPr>
        <p:spPr>
          <a:xfrm>
            <a:off x="6145200" y="6508800"/>
            <a:ext cx="4225296" cy="129454"/>
          </a:xfrm>
          <a:prstGeom prst="rect">
            <a:avLst/>
          </a:prstGeom>
        </p:spPr>
        <p:txBody>
          <a:bodyPr vert="horz" lIns="0" tIns="0" rIns="0" bIns="0" rtlCol="0" anchor="ctr" anchorCtr="0"/>
          <a:lstStyle>
            <a:lvl1pPr algn="l">
              <a:defRPr sz="1000" b="0" kern="0" baseline="0">
                <a:solidFill>
                  <a:schemeClr val="bg2"/>
                </a:solidFill>
                <a:latin typeface="+mn-lt"/>
              </a:defRPr>
            </a:lvl1pPr>
          </a:lstStyle>
          <a:p>
            <a:r>
              <a:rPr lang="da-DK"/>
              <a:t>PowerPoint template</a:t>
            </a:r>
          </a:p>
        </p:txBody>
      </p:sp>
      <p:sp>
        <p:nvSpPr>
          <p:cNvPr id="4" name="Pladsholder til slidenummer 26">
            <a:extLst>
              <a:ext uri="{FF2B5EF4-FFF2-40B4-BE49-F238E27FC236}">
                <a16:creationId xmlns:a16="http://schemas.microsoft.com/office/drawing/2014/main" id="{64E17C57-93BF-7671-B6AB-BC7D7249E67B}"/>
              </a:ext>
            </a:extLst>
          </p:cNvPr>
          <p:cNvSpPr>
            <a:spLocks noGrp="1"/>
          </p:cNvSpPr>
          <p:nvPr>
            <p:ph type="sldNum" sz="quarter" idx="4"/>
          </p:nvPr>
        </p:nvSpPr>
        <p:spPr>
          <a:xfrm>
            <a:off x="5150476" y="6508800"/>
            <a:ext cx="878849" cy="129454"/>
          </a:xfrm>
          <a:prstGeom prst="rect">
            <a:avLst/>
          </a:prstGeom>
        </p:spPr>
        <p:txBody>
          <a:bodyPr vert="horz" lIns="0" tIns="0" rIns="0" bIns="0" rtlCol="0" anchor="ctr" anchorCtr="0"/>
          <a:lstStyle>
            <a:lvl1pPr algn="r">
              <a:defRPr sz="1000" b="0">
                <a:solidFill>
                  <a:schemeClr val="bg2"/>
                </a:solidFill>
                <a:latin typeface="+mn-lt"/>
              </a:defRPr>
            </a:lvl1pPr>
          </a:lstStyle>
          <a:p>
            <a:r>
              <a:rPr lang="en-GB"/>
              <a:t>S.</a:t>
            </a:r>
            <a:fld id="{5756700A-4FDC-43B2-BFF8-4B28CED2581C}" type="slidenum">
              <a:rPr lang="en-GB" smtClean="0"/>
              <a:pPr/>
              <a:t>‹nr.›</a:t>
            </a:fld>
            <a:endParaRPr lang="en-GB"/>
          </a:p>
        </p:txBody>
      </p:sp>
      <p:sp>
        <p:nvSpPr>
          <p:cNvPr id="5" name="Date Placeholder 18">
            <a:extLst>
              <a:ext uri="{FF2B5EF4-FFF2-40B4-BE49-F238E27FC236}">
                <a16:creationId xmlns:a16="http://schemas.microsoft.com/office/drawing/2014/main" id="{43A897B5-CE4E-B17B-5D1E-DFD8FC3D8370}"/>
              </a:ext>
            </a:extLst>
          </p:cNvPr>
          <p:cNvSpPr>
            <a:spLocks noGrp="1"/>
          </p:cNvSpPr>
          <p:nvPr>
            <p:ph type="dt" sz="half" idx="2"/>
          </p:nvPr>
        </p:nvSpPr>
        <p:spPr>
          <a:xfrm>
            <a:off x="4544912" y="6508800"/>
            <a:ext cx="1484413" cy="129454"/>
          </a:xfrm>
          <a:prstGeom prst="rect">
            <a:avLst/>
          </a:prstGeom>
        </p:spPr>
        <p:txBody>
          <a:bodyPr vert="horz" lIns="0" tIns="0" rIns="0" bIns="0" rtlCol="0" anchor="ctr" anchorCtr="0"/>
          <a:lstStyle>
            <a:lvl1pPr algn="l">
              <a:defRPr sz="1000">
                <a:solidFill>
                  <a:schemeClr val="bg2"/>
                </a:solidFill>
                <a:latin typeface="+mn-lt"/>
              </a:defRPr>
            </a:lvl1pPr>
          </a:lstStyle>
          <a:p>
            <a:endParaRPr lang="da-DK"/>
          </a:p>
        </p:txBody>
      </p:sp>
      <p:grpSp>
        <p:nvGrpSpPr>
          <p:cNvPr id="3" name="Gruppe 2">
            <a:extLst>
              <a:ext uri="{FF2B5EF4-FFF2-40B4-BE49-F238E27FC236}">
                <a16:creationId xmlns:a16="http://schemas.microsoft.com/office/drawing/2014/main" id="{BAB6D4D7-9F22-CDA0-A269-9C08D962845E}"/>
              </a:ext>
            </a:extLst>
          </p:cNvPr>
          <p:cNvGrpSpPr/>
          <p:nvPr userDrawn="1"/>
        </p:nvGrpSpPr>
        <p:grpSpPr>
          <a:xfrm>
            <a:off x="288000" y="6490800"/>
            <a:ext cx="11614351" cy="118982"/>
            <a:chOff x="288000" y="6523200"/>
            <a:chExt cx="11614351" cy="118982"/>
          </a:xfrm>
          <a:solidFill>
            <a:schemeClr val="bg2"/>
          </a:solidFill>
        </p:grpSpPr>
        <p:pic>
          <p:nvPicPr>
            <p:cNvPr id="7" name="Grafik 6">
              <a:extLst>
                <a:ext uri="{FF2B5EF4-FFF2-40B4-BE49-F238E27FC236}">
                  <a16:creationId xmlns:a16="http://schemas.microsoft.com/office/drawing/2014/main" id="{36B5F788-3648-F452-D8D4-06C8689A6D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523200"/>
              <a:ext cx="339391" cy="118982"/>
            </a:xfrm>
            <a:prstGeom prst="rect">
              <a:avLst/>
            </a:prstGeom>
          </p:spPr>
        </p:pic>
        <p:pic>
          <p:nvPicPr>
            <p:cNvPr id="8" name="Picture 3">
              <a:extLst>
                <a:ext uri="{FF2B5EF4-FFF2-40B4-BE49-F238E27FC236}">
                  <a16:creationId xmlns:a16="http://schemas.microsoft.com/office/drawing/2014/main" id="{1A7B82FD-24D0-5EF3-3E29-EFF174634AD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451600" y="6523200"/>
              <a:ext cx="450751" cy="117503"/>
            </a:xfrm>
            <a:prstGeom prst="rect">
              <a:avLst/>
            </a:prstGeom>
          </p:spPr>
        </p:pic>
      </p:grpSp>
    </p:spTree>
    <p:extLst>
      <p:ext uri="{BB962C8B-B14F-4D97-AF65-F5344CB8AC3E}">
        <p14:creationId xmlns:p14="http://schemas.microsoft.com/office/powerpoint/2010/main" val="3747430883"/>
      </p:ext>
    </p:extLst>
  </p:cSld>
  <p:clrMapOvr>
    <a:masterClrMapping/>
  </p:clrMapOvr>
  <p:transition>
    <p:fade thruBlk="1"/>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BLANK: Burgundy">
    <p:bg>
      <p:bgPr>
        <a:solidFill>
          <a:schemeClr val="accent3"/>
        </a:solidFill>
        <a:effectLst/>
      </p:bgPr>
    </p:bg>
    <p:spTree>
      <p:nvGrpSpPr>
        <p:cNvPr id="1" name=""/>
        <p:cNvGrpSpPr/>
        <p:nvPr/>
      </p:nvGrpSpPr>
      <p:grpSpPr>
        <a:xfrm>
          <a:off x="0" y="0"/>
          <a:ext cx="0" cy="0"/>
          <a:chOff x="0" y="0"/>
          <a:chExt cx="0" cy="0"/>
        </a:xfrm>
      </p:grpSpPr>
      <p:sp>
        <p:nvSpPr>
          <p:cNvPr id="2" name="Pladsholder til sidefod 16">
            <a:extLst>
              <a:ext uri="{FF2B5EF4-FFF2-40B4-BE49-F238E27FC236}">
                <a16:creationId xmlns:a16="http://schemas.microsoft.com/office/drawing/2014/main" id="{1D4A1EA3-BC4A-6D8F-D90D-923C95BCBA68}"/>
              </a:ext>
            </a:extLst>
          </p:cNvPr>
          <p:cNvSpPr>
            <a:spLocks noGrp="1"/>
          </p:cNvSpPr>
          <p:nvPr>
            <p:ph type="ftr" sz="quarter" idx="3"/>
          </p:nvPr>
        </p:nvSpPr>
        <p:spPr>
          <a:xfrm>
            <a:off x="6145200" y="6508800"/>
            <a:ext cx="4225296" cy="129454"/>
          </a:xfrm>
          <a:prstGeom prst="rect">
            <a:avLst/>
          </a:prstGeom>
        </p:spPr>
        <p:txBody>
          <a:bodyPr vert="horz" lIns="0" tIns="0" rIns="0" bIns="0" rtlCol="0" anchor="ctr" anchorCtr="0"/>
          <a:lstStyle>
            <a:lvl1pPr algn="l">
              <a:defRPr sz="1000" b="0" kern="0" baseline="0">
                <a:solidFill>
                  <a:schemeClr val="bg2"/>
                </a:solidFill>
                <a:latin typeface="+mn-lt"/>
              </a:defRPr>
            </a:lvl1pPr>
          </a:lstStyle>
          <a:p>
            <a:r>
              <a:rPr lang="da-DK"/>
              <a:t>PowerPoint template</a:t>
            </a:r>
          </a:p>
        </p:txBody>
      </p:sp>
      <p:sp>
        <p:nvSpPr>
          <p:cNvPr id="4" name="Pladsholder til slidenummer 26">
            <a:extLst>
              <a:ext uri="{FF2B5EF4-FFF2-40B4-BE49-F238E27FC236}">
                <a16:creationId xmlns:a16="http://schemas.microsoft.com/office/drawing/2014/main" id="{7B017D09-EC6F-2049-6403-555AA6C1F45C}"/>
              </a:ext>
            </a:extLst>
          </p:cNvPr>
          <p:cNvSpPr>
            <a:spLocks noGrp="1"/>
          </p:cNvSpPr>
          <p:nvPr>
            <p:ph type="sldNum" sz="quarter" idx="4"/>
          </p:nvPr>
        </p:nvSpPr>
        <p:spPr>
          <a:xfrm>
            <a:off x="5150476" y="6508800"/>
            <a:ext cx="878849" cy="129454"/>
          </a:xfrm>
          <a:prstGeom prst="rect">
            <a:avLst/>
          </a:prstGeom>
        </p:spPr>
        <p:txBody>
          <a:bodyPr vert="horz" lIns="0" tIns="0" rIns="0" bIns="0" rtlCol="0" anchor="ctr" anchorCtr="0"/>
          <a:lstStyle>
            <a:lvl1pPr algn="r">
              <a:defRPr sz="1000" b="0">
                <a:solidFill>
                  <a:schemeClr val="bg2"/>
                </a:solidFill>
                <a:latin typeface="+mn-lt"/>
              </a:defRPr>
            </a:lvl1pPr>
          </a:lstStyle>
          <a:p>
            <a:r>
              <a:rPr lang="en-GB"/>
              <a:t>S.</a:t>
            </a:r>
            <a:fld id="{5756700A-4FDC-43B2-BFF8-4B28CED2581C}" type="slidenum">
              <a:rPr lang="en-GB" smtClean="0"/>
              <a:pPr/>
              <a:t>‹nr.›</a:t>
            </a:fld>
            <a:endParaRPr lang="en-GB"/>
          </a:p>
        </p:txBody>
      </p:sp>
      <p:sp>
        <p:nvSpPr>
          <p:cNvPr id="5" name="Date Placeholder 18">
            <a:extLst>
              <a:ext uri="{FF2B5EF4-FFF2-40B4-BE49-F238E27FC236}">
                <a16:creationId xmlns:a16="http://schemas.microsoft.com/office/drawing/2014/main" id="{4FF9507D-70BE-CFAB-A6C9-30204CD99959}"/>
              </a:ext>
            </a:extLst>
          </p:cNvPr>
          <p:cNvSpPr>
            <a:spLocks noGrp="1"/>
          </p:cNvSpPr>
          <p:nvPr>
            <p:ph type="dt" sz="half" idx="2"/>
          </p:nvPr>
        </p:nvSpPr>
        <p:spPr>
          <a:xfrm>
            <a:off x="4544912" y="6508800"/>
            <a:ext cx="1484413" cy="129454"/>
          </a:xfrm>
          <a:prstGeom prst="rect">
            <a:avLst/>
          </a:prstGeom>
        </p:spPr>
        <p:txBody>
          <a:bodyPr vert="horz" lIns="0" tIns="0" rIns="0" bIns="0" rtlCol="0" anchor="ctr" anchorCtr="0"/>
          <a:lstStyle>
            <a:lvl1pPr algn="r">
              <a:defRPr sz="1000">
                <a:solidFill>
                  <a:schemeClr val="bg2"/>
                </a:solidFill>
                <a:latin typeface="+mn-lt"/>
              </a:defRPr>
            </a:lvl1pPr>
          </a:lstStyle>
          <a:p>
            <a:pPr algn="l" rtl="0" fontAlgn="base">
              <a:spcBef>
                <a:spcPct val="0"/>
              </a:spcBef>
              <a:spcAft>
                <a:spcPct val="0"/>
              </a:spcAft>
            </a:pPr>
            <a:endParaRPr lang="da-DK"/>
          </a:p>
        </p:txBody>
      </p:sp>
      <p:grpSp>
        <p:nvGrpSpPr>
          <p:cNvPr id="3" name="Gruppe 2">
            <a:extLst>
              <a:ext uri="{FF2B5EF4-FFF2-40B4-BE49-F238E27FC236}">
                <a16:creationId xmlns:a16="http://schemas.microsoft.com/office/drawing/2014/main" id="{4191CD7D-F157-0BF5-5B3D-D7F2B384F662}"/>
              </a:ext>
            </a:extLst>
          </p:cNvPr>
          <p:cNvGrpSpPr/>
          <p:nvPr userDrawn="1"/>
        </p:nvGrpSpPr>
        <p:grpSpPr>
          <a:xfrm>
            <a:off x="288000" y="6490800"/>
            <a:ext cx="11614351" cy="118982"/>
            <a:chOff x="288000" y="6523200"/>
            <a:chExt cx="11614351" cy="118982"/>
          </a:xfrm>
          <a:solidFill>
            <a:schemeClr val="bg2"/>
          </a:solidFill>
        </p:grpSpPr>
        <p:pic>
          <p:nvPicPr>
            <p:cNvPr id="7" name="Grafik 6">
              <a:extLst>
                <a:ext uri="{FF2B5EF4-FFF2-40B4-BE49-F238E27FC236}">
                  <a16:creationId xmlns:a16="http://schemas.microsoft.com/office/drawing/2014/main" id="{AE7735A5-8E82-622D-1EF3-975FB5B6BD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8000" y="6523200"/>
              <a:ext cx="339391" cy="118982"/>
            </a:xfrm>
            <a:prstGeom prst="rect">
              <a:avLst/>
            </a:prstGeom>
          </p:spPr>
        </p:pic>
        <p:pic>
          <p:nvPicPr>
            <p:cNvPr id="8" name="Picture 3">
              <a:extLst>
                <a:ext uri="{FF2B5EF4-FFF2-40B4-BE49-F238E27FC236}">
                  <a16:creationId xmlns:a16="http://schemas.microsoft.com/office/drawing/2014/main" id="{45632BA4-A427-7864-37CC-9266EECE4E4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451600" y="6523200"/>
              <a:ext cx="450751" cy="117503"/>
            </a:xfrm>
            <a:prstGeom prst="rect">
              <a:avLst/>
            </a:prstGeom>
          </p:spPr>
        </p:pic>
      </p:grpSp>
    </p:spTree>
    <p:extLst>
      <p:ext uri="{BB962C8B-B14F-4D97-AF65-F5344CB8AC3E}">
        <p14:creationId xmlns:p14="http://schemas.microsoft.com/office/powerpoint/2010/main" val="2841867166"/>
      </p:ext>
    </p:extLst>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image" Target="../media/image1.sv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288000" y="288000"/>
            <a:ext cx="11613600" cy="1811099"/>
          </a:xfrm>
          <a:prstGeom prst="rect">
            <a:avLst/>
          </a:prstGeom>
        </p:spPr>
        <p:txBody>
          <a:bodyPr vert="horz" lIns="0" tIns="0" rIns="0" bIns="0" rtlCol="0" anchor="t" anchorCtr="0">
            <a:noAutofit/>
          </a:bodyPr>
          <a:lstStyle/>
          <a:p>
            <a:r>
              <a:rPr lang="da-DK"/>
              <a:t>Tekstslide </a:t>
            </a:r>
            <a:br>
              <a:rPr lang="da-DK"/>
            </a:br>
            <a:r>
              <a:rPr lang="da-DK"/>
              <a:t>på lys baggrund</a:t>
            </a:r>
          </a:p>
        </p:txBody>
      </p:sp>
      <p:sp>
        <p:nvSpPr>
          <p:cNvPr id="3" name="Pladsholder til tekst 2"/>
          <p:cNvSpPr>
            <a:spLocks noGrp="1"/>
          </p:cNvSpPr>
          <p:nvPr>
            <p:ph type="body" idx="1"/>
          </p:nvPr>
        </p:nvSpPr>
        <p:spPr>
          <a:xfrm>
            <a:off x="288000" y="2290756"/>
            <a:ext cx="11613600" cy="3695707"/>
          </a:xfrm>
          <a:prstGeom prst="rect">
            <a:avLst/>
          </a:prstGeom>
        </p:spPr>
        <p:txBody>
          <a:bodyPr vert="horz" lIns="0" tIns="0" rIns="0" bIns="0" rtlCol="0">
            <a:noAutofit/>
          </a:bodyPr>
          <a:lstStyle/>
          <a:p>
            <a:pPr lvl="0"/>
            <a:r>
              <a:rPr lang="da-DK"/>
              <a:t>Første niveau</a:t>
            </a:r>
          </a:p>
          <a:p>
            <a:pPr lvl="1"/>
            <a:r>
              <a:rPr lang="da-DK"/>
              <a:t>Andet niveau</a:t>
            </a:r>
          </a:p>
          <a:p>
            <a:pPr lvl="2"/>
            <a:r>
              <a:rPr lang="da-DK"/>
              <a:t>Tredje niveau</a:t>
            </a:r>
          </a:p>
          <a:p>
            <a:pPr lvl="3"/>
            <a:r>
              <a:rPr lang="da-DK"/>
              <a:t>Fjerde niveau</a:t>
            </a:r>
          </a:p>
          <a:p>
            <a:pPr lvl="4"/>
            <a:r>
              <a:rPr lang="da-DK"/>
              <a:t>Femte niveau</a:t>
            </a:r>
          </a:p>
          <a:p>
            <a:pPr lvl="5"/>
            <a:r>
              <a:rPr lang="da-DK"/>
              <a:t>Sjette</a:t>
            </a:r>
          </a:p>
          <a:p>
            <a:pPr lvl="6"/>
            <a:r>
              <a:rPr lang="da-DK"/>
              <a:t>Syvende</a:t>
            </a:r>
          </a:p>
          <a:p>
            <a:pPr lvl="7"/>
            <a:r>
              <a:rPr lang="da-DK"/>
              <a:t>Ottende</a:t>
            </a:r>
          </a:p>
          <a:p>
            <a:pPr lvl="8"/>
            <a:r>
              <a:rPr lang="da-DK"/>
              <a:t>Niende</a:t>
            </a:r>
          </a:p>
        </p:txBody>
      </p:sp>
      <p:sp>
        <p:nvSpPr>
          <p:cNvPr id="17" name="Pladsholder til sidefod 16"/>
          <p:cNvSpPr>
            <a:spLocks noGrp="1"/>
          </p:cNvSpPr>
          <p:nvPr>
            <p:ph type="ftr" sz="quarter" idx="3"/>
          </p:nvPr>
        </p:nvSpPr>
        <p:spPr>
          <a:xfrm>
            <a:off x="6145882" y="6508644"/>
            <a:ext cx="4235740" cy="129454"/>
          </a:xfrm>
          <a:prstGeom prst="rect">
            <a:avLst/>
          </a:prstGeom>
        </p:spPr>
        <p:txBody>
          <a:bodyPr vert="horz" lIns="0" tIns="0" rIns="0" bIns="0" rtlCol="0" anchor="ctr" anchorCtr="0"/>
          <a:lstStyle>
            <a:lvl1pPr algn="l">
              <a:defRPr sz="1000" b="0" kern="0" baseline="0">
                <a:solidFill>
                  <a:schemeClr val="tx2"/>
                </a:solidFill>
                <a:latin typeface="+mn-lt"/>
              </a:defRPr>
            </a:lvl1pPr>
          </a:lstStyle>
          <a:p>
            <a:r>
              <a:rPr lang="da-DK"/>
              <a:t>PowerPoint template</a:t>
            </a:r>
          </a:p>
        </p:txBody>
      </p:sp>
      <p:sp>
        <p:nvSpPr>
          <p:cNvPr id="27" name="Pladsholder til slidenummer 26"/>
          <p:cNvSpPr>
            <a:spLocks noGrp="1"/>
          </p:cNvSpPr>
          <p:nvPr>
            <p:ph type="sldNum" sz="quarter" idx="4"/>
          </p:nvPr>
        </p:nvSpPr>
        <p:spPr>
          <a:xfrm>
            <a:off x="5164092" y="6508644"/>
            <a:ext cx="878849" cy="129454"/>
          </a:xfrm>
          <a:prstGeom prst="rect">
            <a:avLst/>
          </a:prstGeom>
        </p:spPr>
        <p:txBody>
          <a:bodyPr vert="horz" lIns="0" tIns="0" rIns="0" bIns="0" rtlCol="0" anchor="ctr" anchorCtr="0"/>
          <a:lstStyle>
            <a:lvl1pPr algn="r">
              <a:defRPr sz="1000" b="0">
                <a:solidFill>
                  <a:schemeClr val="tx2"/>
                </a:solidFill>
                <a:latin typeface="+mn-lt"/>
              </a:defRPr>
            </a:lvl1pPr>
          </a:lstStyle>
          <a:p>
            <a:r>
              <a:rPr lang="en-GB"/>
              <a:t>S.</a:t>
            </a:r>
            <a:fld id="{5756700A-4FDC-43B2-BFF8-4B28CED2581C}" type="slidenum">
              <a:rPr lang="en-GB" smtClean="0"/>
              <a:pPr/>
              <a:t>‹nr.›</a:t>
            </a:fld>
            <a:endParaRPr lang="en-GB"/>
          </a:p>
        </p:txBody>
      </p:sp>
      <p:sp>
        <p:nvSpPr>
          <p:cNvPr id="19" name="Date Placeholder 18"/>
          <p:cNvSpPr>
            <a:spLocks noGrp="1"/>
          </p:cNvSpPr>
          <p:nvPr>
            <p:ph type="dt" sz="half" idx="2"/>
          </p:nvPr>
        </p:nvSpPr>
        <p:spPr>
          <a:xfrm>
            <a:off x="4544912" y="6508644"/>
            <a:ext cx="1498029" cy="129454"/>
          </a:xfrm>
          <a:prstGeom prst="rect">
            <a:avLst/>
          </a:prstGeom>
        </p:spPr>
        <p:txBody>
          <a:bodyPr vert="horz" lIns="0" tIns="0" rIns="0" bIns="0" rtlCol="0" anchor="ctr" anchorCtr="0"/>
          <a:lstStyle>
            <a:lvl1pPr algn="l">
              <a:defRPr sz="1000">
                <a:solidFill>
                  <a:schemeClr val="tx2"/>
                </a:solidFill>
                <a:latin typeface="+mn-lt"/>
              </a:defRPr>
            </a:lvl1pPr>
          </a:lstStyle>
          <a:p>
            <a:endParaRPr lang="da-DK"/>
          </a:p>
        </p:txBody>
      </p:sp>
      <p:grpSp>
        <p:nvGrpSpPr>
          <p:cNvPr id="10" name="Gruppe 9">
            <a:extLst>
              <a:ext uri="{FF2B5EF4-FFF2-40B4-BE49-F238E27FC236}">
                <a16:creationId xmlns:a16="http://schemas.microsoft.com/office/drawing/2014/main" id="{5AC9BC21-A678-3E6C-291C-9F104741EAE6}"/>
              </a:ext>
            </a:extLst>
          </p:cNvPr>
          <p:cNvGrpSpPr/>
          <p:nvPr userDrawn="1"/>
        </p:nvGrpSpPr>
        <p:grpSpPr>
          <a:xfrm>
            <a:off x="288000" y="6491739"/>
            <a:ext cx="11614351" cy="118982"/>
            <a:chOff x="288000" y="6523200"/>
            <a:chExt cx="11614351" cy="118982"/>
          </a:xfrm>
        </p:grpSpPr>
        <p:pic>
          <p:nvPicPr>
            <p:cNvPr id="5" name="Grafik 4">
              <a:extLst>
                <a:ext uri="{FF2B5EF4-FFF2-40B4-BE49-F238E27FC236}">
                  <a16:creationId xmlns:a16="http://schemas.microsoft.com/office/drawing/2014/main" id="{D2E7732F-F6DA-0714-914E-1BCF2882966A}"/>
                </a:ext>
              </a:extLst>
            </p:cNvPr>
            <p:cNvPicPr>
              <a:picLocks noChangeAspect="1"/>
            </p:cNvPicPr>
            <p:nvPr userDrawn="1"/>
          </p:nvPicPr>
          <p:blipFill>
            <a:blip>
              <a:extLst>
                <a:ext uri="{96DAC541-7B7A-43D3-8B79-37D633B846F1}">
                  <asvg:svgBlip xmlns:asvg="http://schemas.microsoft.com/office/drawing/2016/SVG/main" r:embed="rId67"/>
                </a:ext>
              </a:extLst>
            </a:blip>
            <a:stretch>
              <a:fillRect/>
            </a:stretch>
          </p:blipFill>
          <p:spPr>
            <a:xfrm>
              <a:off x="288000" y="6523200"/>
              <a:ext cx="339391" cy="118982"/>
            </a:xfrm>
            <a:prstGeom prst="rect">
              <a:avLst/>
            </a:prstGeom>
          </p:spPr>
        </p:pic>
        <p:pic>
          <p:nvPicPr>
            <p:cNvPr id="6" name="Picture 3">
              <a:extLst>
                <a:ext uri="{FF2B5EF4-FFF2-40B4-BE49-F238E27FC236}">
                  <a16:creationId xmlns:a16="http://schemas.microsoft.com/office/drawing/2014/main" id="{664D5EE6-C129-910E-CDB1-E3E88F73BE4B}"/>
                </a:ext>
              </a:extLst>
            </p:cNvPr>
            <p:cNvPicPr>
              <a:picLocks noChangeAspect="1"/>
            </p:cNvPicPr>
            <p:nvPr userDrawn="1"/>
          </p:nvPicPr>
          <p:blipFill>
            <a:blip>
              <a:extLst>
                <a:ext uri="{96DAC541-7B7A-43D3-8B79-37D633B846F1}">
                  <asvg:svgBlip xmlns:asvg="http://schemas.microsoft.com/office/drawing/2016/SVG/main" r:embed="rId68"/>
                </a:ext>
              </a:extLst>
            </a:blip>
            <a:srcRect/>
            <a:stretch/>
          </p:blipFill>
          <p:spPr>
            <a:xfrm>
              <a:off x="11451600" y="6523200"/>
              <a:ext cx="450751" cy="117503"/>
            </a:xfrm>
            <a:prstGeom prst="rect">
              <a:avLst/>
            </a:prstGeom>
          </p:spPr>
        </p:pic>
      </p:grpSp>
    </p:spTree>
  </p:cSld>
  <p:clrMap bg1="lt1" tx1="dk1" bg2="lt2" tx2="dk2" accent1="accent1" accent2="accent2" accent3="accent3" accent4="accent4" accent5="accent5" accent6="accent6" hlink="hlink" folHlink="folHlink"/>
  <p:sldLayoutIdLst>
    <p:sldLayoutId id="2147484232" r:id="rId1"/>
    <p:sldLayoutId id="2147484234" r:id="rId2"/>
    <p:sldLayoutId id="2147484245" r:id="rId3"/>
    <p:sldLayoutId id="2147484246" r:id="rId4"/>
    <p:sldLayoutId id="2147484233" r:id="rId5"/>
    <p:sldLayoutId id="2147484243" r:id="rId6"/>
    <p:sldLayoutId id="2147484235" r:id="rId7"/>
    <p:sldLayoutId id="2147484255" r:id="rId8"/>
    <p:sldLayoutId id="2147484256" r:id="rId9"/>
    <p:sldLayoutId id="2147484253" r:id="rId10"/>
    <p:sldLayoutId id="2147484254" r:id="rId11"/>
    <p:sldLayoutId id="2147484257" r:id="rId12"/>
    <p:sldLayoutId id="2147484258" r:id="rId13"/>
    <p:sldLayoutId id="2147484248" r:id="rId14"/>
    <p:sldLayoutId id="2147484265" r:id="rId15"/>
    <p:sldLayoutId id="2147484238" r:id="rId16"/>
    <p:sldLayoutId id="2147484239" r:id="rId17"/>
    <p:sldLayoutId id="2147484240" r:id="rId18"/>
    <p:sldLayoutId id="2147484259" r:id="rId19"/>
    <p:sldLayoutId id="2147484297" r:id="rId20"/>
    <p:sldLayoutId id="2147484296" r:id="rId21"/>
    <p:sldLayoutId id="2147484291" r:id="rId22"/>
    <p:sldLayoutId id="2147484292" r:id="rId23"/>
    <p:sldLayoutId id="2147484295" r:id="rId24"/>
    <p:sldLayoutId id="2147484293" r:id="rId25"/>
    <p:sldLayoutId id="2147484236" r:id="rId26"/>
    <p:sldLayoutId id="2147484241" r:id="rId27"/>
    <p:sldLayoutId id="2147484282" r:id="rId28"/>
    <p:sldLayoutId id="2147484271" r:id="rId29"/>
    <p:sldLayoutId id="2147484242" r:id="rId30"/>
    <p:sldLayoutId id="2147484280" r:id="rId31"/>
    <p:sldLayoutId id="2147484281" r:id="rId32"/>
    <p:sldLayoutId id="2147484244" r:id="rId33"/>
    <p:sldLayoutId id="2147484264" r:id="rId34"/>
    <p:sldLayoutId id="2147484251" r:id="rId35"/>
    <p:sldLayoutId id="2147484269" r:id="rId36"/>
    <p:sldLayoutId id="2147484267" r:id="rId37"/>
    <p:sldLayoutId id="2147484266" r:id="rId38"/>
    <p:sldLayoutId id="2147484283" r:id="rId39"/>
    <p:sldLayoutId id="2147484284" r:id="rId40"/>
    <p:sldLayoutId id="2147484268" r:id="rId41"/>
    <p:sldLayoutId id="2147484263" r:id="rId42"/>
    <p:sldLayoutId id="2147484274" r:id="rId43"/>
    <p:sldLayoutId id="2147484261" r:id="rId44"/>
    <p:sldLayoutId id="2147484276" r:id="rId45"/>
    <p:sldLayoutId id="2147484270" r:id="rId46"/>
    <p:sldLayoutId id="2147484286" r:id="rId47"/>
    <p:sldLayoutId id="2147484247" r:id="rId48"/>
    <p:sldLayoutId id="2147484285" r:id="rId49"/>
    <p:sldLayoutId id="2147484279" r:id="rId50"/>
    <p:sldLayoutId id="2147484287" r:id="rId51"/>
    <p:sldLayoutId id="2147484288" r:id="rId52"/>
    <p:sldLayoutId id="2147484262" r:id="rId53"/>
    <p:sldLayoutId id="2147484290" r:id="rId54"/>
    <p:sldLayoutId id="2147484249" r:id="rId55"/>
    <p:sldLayoutId id="2147484260" r:id="rId56"/>
    <p:sldLayoutId id="2147484289" r:id="rId57"/>
    <p:sldLayoutId id="2147484278" r:id="rId58"/>
    <p:sldLayoutId id="2147484277" r:id="rId59"/>
    <p:sldLayoutId id="2147484294" r:id="rId60"/>
    <p:sldLayoutId id="2147484273" r:id="rId61"/>
    <p:sldLayoutId id="2147484272" r:id="rId62"/>
    <p:sldLayoutId id="2147484143" r:id="rId63"/>
    <p:sldLayoutId id="2147484237" r:id="rId64"/>
    <p:sldLayoutId id="2147484275" r:id="rId65"/>
  </p:sldLayoutIdLst>
  <p:transition/>
  <p:hf hdr="0" dt="0"/>
  <p:txStyles>
    <p:titleStyle>
      <a:lvl1pPr marL="0" indent="0" algn="l" rtl="0" eaLnBrk="1" fontAlgn="base" hangingPunct="1">
        <a:lnSpc>
          <a:spcPct val="83000"/>
        </a:lnSpc>
        <a:spcBef>
          <a:spcPct val="0"/>
        </a:spcBef>
        <a:spcAft>
          <a:spcPct val="0"/>
        </a:spcAft>
        <a:defRPr sz="5300" b="0" i="0" kern="0" cap="none" spc="0" baseline="0">
          <a:solidFill>
            <a:schemeClr val="tx2"/>
          </a:solidFill>
          <a:latin typeface="+mn-lt"/>
          <a:ea typeface="Arial" pitchFamily="34" charset="0"/>
          <a:cs typeface="Arial"/>
        </a:defRPr>
      </a:lvl1pPr>
      <a:lvl2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2pPr>
      <a:lvl3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3pPr>
      <a:lvl4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4pPr>
      <a:lvl5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5pPr>
      <a:lvl6pPr marL="637968" algn="l" rtl="0" eaLnBrk="1" fontAlgn="base" hangingPunct="1">
        <a:spcBef>
          <a:spcPct val="0"/>
        </a:spcBef>
        <a:spcAft>
          <a:spcPct val="0"/>
        </a:spcAft>
        <a:defRPr sz="2133">
          <a:solidFill>
            <a:schemeClr val="tx2"/>
          </a:solidFill>
          <a:latin typeface="Arial" pitchFamily="34" charset="0"/>
        </a:defRPr>
      </a:lvl6pPr>
      <a:lvl7pPr marL="1275934" algn="l" rtl="0" eaLnBrk="1" fontAlgn="base" hangingPunct="1">
        <a:spcBef>
          <a:spcPct val="0"/>
        </a:spcBef>
        <a:spcAft>
          <a:spcPct val="0"/>
        </a:spcAft>
        <a:defRPr sz="2133">
          <a:solidFill>
            <a:schemeClr val="tx2"/>
          </a:solidFill>
          <a:latin typeface="Arial" pitchFamily="34" charset="0"/>
        </a:defRPr>
      </a:lvl7pPr>
      <a:lvl8pPr marL="1913900" algn="l" rtl="0" eaLnBrk="1" fontAlgn="base" hangingPunct="1">
        <a:spcBef>
          <a:spcPct val="0"/>
        </a:spcBef>
        <a:spcAft>
          <a:spcPct val="0"/>
        </a:spcAft>
        <a:defRPr sz="2133">
          <a:solidFill>
            <a:schemeClr val="tx2"/>
          </a:solidFill>
          <a:latin typeface="Arial" pitchFamily="34" charset="0"/>
        </a:defRPr>
      </a:lvl8pPr>
      <a:lvl9pPr marL="2551867" algn="l" rtl="0" eaLnBrk="1" fontAlgn="base" hangingPunct="1">
        <a:spcBef>
          <a:spcPct val="0"/>
        </a:spcBef>
        <a:spcAft>
          <a:spcPct val="0"/>
        </a:spcAft>
        <a:defRPr sz="2133">
          <a:solidFill>
            <a:schemeClr val="tx2"/>
          </a:solidFill>
          <a:latin typeface="Arial" pitchFamily="34" charset="0"/>
        </a:defRPr>
      </a:lvl9pPr>
    </p:titleStyle>
    <p:bodyStyle>
      <a:lvl1pPr marL="0" indent="0" algn="l" rtl="0" eaLnBrk="1" fontAlgn="base" hangingPunct="1">
        <a:lnSpc>
          <a:spcPct val="110000"/>
        </a:lnSpc>
        <a:spcBef>
          <a:spcPts val="0"/>
        </a:spcBef>
        <a:spcAft>
          <a:spcPts val="0"/>
        </a:spcAft>
        <a:buClrTx/>
        <a:buSzPct val="108000"/>
        <a:buFont typeface="Arial" panose="020B0604020202020204" pitchFamily="34" charset="0"/>
        <a:buChar char="​"/>
        <a:tabLst/>
        <a:defRPr sz="1300" b="0" i="0" kern="0" spc="0" baseline="0">
          <a:solidFill>
            <a:schemeClr val="tx2"/>
          </a:solidFill>
          <a:latin typeface="+mn-lt"/>
          <a:ea typeface="Aptos" panose="020B0004020202020204" pitchFamily="34" charset="0"/>
          <a:cs typeface="Arial" panose="020B0604020202020204" pitchFamily="34" charset="0"/>
        </a:defRPr>
      </a:lvl1pPr>
      <a:lvl2pPr marL="0" indent="0" algn="l" rtl="0" eaLnBrk="1" fontAlgn="base" hangingPunct="1">
        <a:lnSpc>
          <a:spcPct val="100000"/>
        </a:lnSpc>
        <a:spcBef>
          <a:spcPts val="0"/>
        </a:spcBef>
        <a:spcAft>
          <a:spcPts val="0"/>
        </a:spcAft>
        <a:buClrTx/>
        <a:buSzPct val="100000"/>
        <a:buFont typeface="Arial" panose="020B0604020202020204" pitchFamily="34" charset="0"/>
        <a:buChar char="​"/>
        <a:defRPr sz="1800" b="0" i="0" kern="0" spc="0" baseline="0">
          <a:solidFill>
            <a:schemeClr val="tx2"/>
          </a:solidFill>
          <a:latin typeface="+mn-lt"/>
          <a:ea typeface="Aptos" panose="020B0004020202020204" pitchFamily="34" charset="0"/>
          <a:cs typeface="Arial" panose="020B0604020202020204" pitchFamily="34" charset="0"/>
        </a:defRPr>
      </a:lvl2pPr>
      <a:lvl3pPr marL="180000" indent="-180000" algn="l" rtl="0" eaLnBrk="1" fontAlgn="base" hangingPunct="1">
        <a:lnSpc>
          <a:spcPct val="118000"/>
        </a:lnSpc>
        <a:spcBef>
          <a:spcPts val="0"/>
        </a:spcBef>
        <a:spcAft>
          <a:spcPts val="0"/>
        </a:spcAft>
        <a:buClrTx/>
        <a:buFont typeface="Arial" panose="020B0604020202020204" pitchFamily="34" charset="0"/>
        <a:buChar char="•"/>
        <a:defRPr sz="1200" b="0" i="0" kern="0" spc="0" baseline="0">
          <a:solidFill>
            <a:schemeClr val="tx2"/>
          </a:solidFill>
          <a:latin typeface="+mn-lt"/>
          <a:ea typeface="Aptos" panose="020B0004020202020204" pitchFamily="34" charset="0"/>
          <a:cs typeface="Arial" panose="020B0604020202020204" pitchFamily="34" charset="0"/>
        </a:defRPr>
      </a:lvl3pPr>
      <a:lvl4pPr marL="360000" indent="-180000" algn="l" rtl="0" eaLnBrk="1" fontAlgn="base" hangingPunct="1">
        <a:lnSpc>
          <a:spcPct val="118000"/>
        </a:lnSpc>
        <a:spcBef>
          <a:spcPts val="0"/>
        </a:spcBef>
        <a:spcAft>
          <a:spcPct val="0"/>
        </a:spcAft>
        <a:buClrTx/>
        <a:buFont typeface="Arial" panose="020B0604020202020204" pitchFamily="34" charset="0"/>
        <a:buChar char="•"/>
        <a:defRPr sz="1200" b="0" i="0" kern="0" spc="0" baseline="0">
          <a:solidFill>
            <a:schemeClr val="tx2"/>
          </a:solidFill>
          <a:latin typeface="+mn-lt"/>
          <a:ea typeface="Aptos" panose="020B0004020202020204" pitchFamily="34" charset="0"/>
          <a:cs typeface="Arial" panose="020B0604020202020204" pitchFamily="34" charset="0"/>
        </a:defRPr>
      </a:lvl4pPr>
      <a:lvl5pPr marL="540000" indent="-180000" algn="l" rtl="0" eaLnBrk="1" fontAlgn="base" hangingPunct="1">
        <a:lnSpc>
          <a:spcPct val="118000"/>
        </a:lnSpc>
        <a:spcBef>
          <a:spcPts val="0"/>
        </a:spcBef>
        <a:spcAft>
          <a:spcPct val="0"/>
        </a:spcAft>
        <a:buClrTx/>
        <a:buFont typeface="Arial" panose="020B0604020202020204" pitchFamily="34" charset="0"/>
        <a:buChar char="•"/>
        <a:defRPr sz="1200" b="0" i="0" kern="0" spc="0" baseline="0">
          <a:solidFill>
            <a:schemeClr val="tx2"/>
          </a:solidFill>
          <a:latin typeface="+mn-lt"/>
          <a:ea typeface="Aptos" panose="020B0004020202020204" pitchFamily="34" charset="0"/>
          <a:cs typeface="Arial" panose="020B0604020202020204" pitchFamily="34" charset="0"/>
        </a:defRPr>
      </a:lvl5pPr>
      <a:lvl6pPr marL="540000" indent="-180000" algn="l" defTabSz="1275934" rtl="0" eaLnBrk="1" latinLnBrk="0" hangingPunct="1">
        <a:lnSpc>
          <a:spcPct val="118000"/>
        </a:lnSpc>
        <a:spcBef>
          <a:spcPts val="0"/>
        </a:spcBef>
        <a:buClrTx/>
        <a:buFont typeface="Arial" panose="020B0604020202020204" pitchFamily="34" charset="0"/>
        <a:buChar char="•"/>
        <a:defRPr sz="1200" b="0" i="0" kern="0" spc="0">
          <a:solidFill>
            <a:schemeClr val="tx2"/>
          </a:solidFill>
          <a:latin typeface="+mn-lt"/>
          <a:ea typeface="+mn-ea"/>
          <a:cs typeface="Arial" panose="020B0604020202020204" pitchFamily="34" charset="0"/>
        </a:defRPr>
      </a:lvl6pPr>
      <a:lvl7pPr marL="540000" indent="-180000" algn="l" defTabSz="1275934" rtl="0" eaLnBrk="1" latinLnBrk="0" hangingPunct="1">
        <a:lnSpc>
          <a:spcPct val="118000"/>
        </a:lnSpc>
        <a:spcBef>
          <a:spcPts val="0"/>
        </a:spcBef>
        <a:buClrTx/>
        <a:buFont typeface="Arial" panose="020B0604020202020204" pitchFamily="34" charset="0"/>
        <a:buChar char="•"/>
        <a:defRPr sz="1200" b="0" i="0" kern="0" spc="0">
          <a:solidFill>
            <a:schemeClr val="tx2"/>
          </a:solidFill>
          <a:latin typeface="+mn-lt"/>
          <a:ea typeface="+mn-ea"/>
          <a:cs typeface="Arial" panose="020B0604020202020204" pitchFamily="34" charset="0"/>
        </a:defRPr>
      </a:lvl7pPr>
      <a:lvl8pPr marL="540000" indent="-180000" algn="l" defTabSz="1275934" rtl="0" eaLnBrk="1" latinLnBrk="0" hangingPunct="1">
        <a:lnSpc>
          <a:spcPct val="118000"/>
        </a:lnSpc>
        <a:spcBef>
          <a:spcPts val="0"/>
        </a:spcBef>
        <a:buClrTx/>
        <a:buFont typeface="Arial" panose="020B0604020202020204" pitchFamily="34" charset="0"/>
        <a:buChar char="•"/>
        <a:defRPr sz="1200" b="0" i="0" kern="0" spc="0">
          <a:solidFill>
            <a:schemeClr val="tx2"/>
          </a:solidFill>
          <a:latin typeface="+mn-lt"/>
          <a:ea typeface="+mn-ea"/>
          <a:cs typeface="Arial" panose="020B0604020202020204" pitchFamily="34" charset="0"/>
        </a:defRPr>
      </a:lvl8pPr>
      <a:lvl9pPr marL="540000" indent="-180000" algn="l" defTabSz="1275934" rtl="0" eaLnBrk="1" latinLnBrk="0" hangingPunct="1">
        <a:lnSpc>
          <a:spcPct val="118000"/>
        </a:lnSpc>
        <a:spcBef>
          <a:spcPts val="0"/>
        </a:spcBef>
        <a:buClrTx/>
        <a:buFont typeface="Arial" panose="020B0604020202020204" pitchFamily="34" charset="0"/>
        <a:buChar char="•"/>
        <a:defRPr sz="1200" b="0" i="0" kern="0" spc="0">
          <a:solidFill>
            <a:schemeClr val="tx2"/>
          </a:solidFill>
          <a:latin typeface="+mn-lt"/>
          <a:ea typeface="+mn-ea"/>
          <a:cs typeface="Arial" panose="020B0604020202020204" pitchFamily="34" charset="0"/>
        </a:defRPr>
      </a:lvl9pPr>
    </p:bodyStyle>
    <p:otherStyle>
      <a:defPPr>
        <a:defRPr lang="da-DK"/>
      </a:defPPr>
      <a:lvl1pPr marL="0" algn="l" defTabSz="1275934" rtl="0" eaLnBrk="1" latinLnBrk="0" hangingPunct="1">
        <a:defRPr sz="2533" kern="1200">
          <a:solidFill>
            <a:schemeClr val="tx1"/>
          </a:solidFill>
          <a:latin typeface="+mn-lt"/>
          <a:ea typeface="+mn-ea"/>
          <a:cs typeface="+mn-cs"/>
        </a:defRPr>
      </a:lvl1pPr>
      <a:lvl2pPr marL="637968" algn="l" defTabSz="1275934" rtl="0" eaLnBrk="1" latinLnBrk="0" hangingPunct="1">
        <a:defRPr sz="2533" kern="1200">
          <a:solidFill>
            <a:schemeClr val="tx1"/>
          </a:solidFill>
          <a:latin typeface="+mn-lt"/>
          <a:ea typeface="+mn-ea"/>
          <a:cs typeface="+mn-cs"/>
        </a:defRPr>
      </a:lvl2pPr>
      <a:lvl3pPr marL="1275934" algn="l" defTabSz="1275934" rtl="0" eaLnBrk="1" latinLnBrk="0" hangingPunct="1">
        <a:defRPr sz="2533" kern="1200">
          <a:solidFill>
            <a:schemeClr val="tx1"/>
          </a:solidFill>
          <a:latin typeface="+mn-lt"/>
          <a:ea typeface="+mn-ea"/>
          <a:cs typeface="+mn-cs"/>
        </a:defRPr>
      </a:lvl3pPr>
      <a:lvl4pPr marL="1913900" algn="l" defTabSz="1275934" rtl="0" eaLnBrk="1" latinLnBrk="0" hangingPunct="1">
        <a:defRPr sz="2533" kern="1200">
          <a:solidFill>
            <a:schemeClr val="tx1"/>
          </a:solidFill>
          <a:latin typeface="+mn-lt"/>
          <a:ea typeface="+mn-ea"/>
          <a:cs typeface="+mn-cs"/>
        </a:defRPr>
      </a:lvl4pPr>
      <a:lvl5pPr marL="2551867" algn="l" defTabSz="1275934" rtl="0" eaLnBrk="1" latinLnBrk="0" hangingPunct="1">
        <a:defRPr sz="2533" kern="1200">
          <a:solidFill>
            <a:schemeClr val="tx1"/>
          </a:solidFill>
          <a:latin typeface="+mn-lt"/>
          <a:ea typeface="+mn-ea"/>
          <a:cs typeface="+mn-cs"/>
        </a:defRPr>
      </a:lvl5pPr>
      <a:lvl6pPr marL="3189830" algn="l" defTabSz="1275934" rtl="0" eaLnBrk="1" latinLnBrk="0" hangingPunct="1">
        <a:defRPr sz="2533" kern="1200">
          <a:solidFill>
            <a:schemeClr val="tx1"/>
          </a:solidFill>
          <a:latin typeface="+mn-lt"/>
          <a:ea typeface="+mn-ea"/>
          <a:cs typeface="+mn-cs"/>
        </a:defRPr>
      </a:lvl6pPr>
      <a:lvl7pPr marL="3827797" algn="l" defTabSz="1275934" rtl="0" eaLnBrk="1" latinLnBrk="0" hangingPunct="1">
        <a:defRPr sz="2533" kern="1200">
          <a:solidFill>
            <a:schemeClr val="tx1"/>
          </a:solidFill>
          <a:latin typeface="+mn-lt"/>
          <a:ea typeface="+mn-ea"/>
          <a:cs typeface="+mn-cs"/>
        </a:defRPr>
      </a:lvl7pPr>
      <a:lvl8pPr marL="4465763" algn="l" defTabSz="1275934" rtl="0" eaLnBrk="1" latinLnBrk="0" hangingPunct="1">
        <a:defRPr sz="2533" kern="1200">
          <a:solidFill>
            <a:schemeClr val="tx1"/>
          </a:solidFill>
          <a:latin typeface="+mn-lt"/>
          <a:ea typeface="+mn-ea"/>
          <a:cs typeface="+mn-cs"/>
        </a:defRPr>
      </a:lvl8pPr>
      <a:lvl9pPr marL="5103730" algn="l" defTabSz="1275934" rtl="0" eaLnBrk="1" latinLnBrk="0" hangingPunct="1">
        <a:defRPr sz="253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2" userDrawn="1">
          <p15:clr>
            <a:srgbClr val="F26B43"/>
          </p15:clr>
        </p15:guide>
        <p15:guide id="3" pos="74" userDrawn="1">
          <p15:clr>
            <a:srgbClr val="F26B43"/>
          </p15:clr>
        </p15:guide>
        <p15:guide id="4" pos="3794" userDrawn="1">
          <p15:clr>
            <a:srgbClr val="F26B43"/>
          </p15:clr>
        </p15:guide>
        <p15:guide id="6" pos="3884" userDrawn="1">
          <p15:clr>
            <a:srgbClr val="F26B43"/>
          </p15:clr>
        </p15:guide>
        <p15:guide id="9" pos="7604" userDrawn="1">
          <p15:clr>
            <a:srgbClr val="F26B43"/>
          </p15:clr>
        </p15:guide>
        <p15:guide id="10" orient="horz" pos="4064" userDrawn="1">
          <p15:clr>
            <a:srgbClr val="F26B43"/>
          </p15:clr>
        </p15:guide>
        <p15:guide id="11" orient="horz" pos="2069" userDrawn="1">
          <p15:clr>
            <a:srgbClr val="F26B43"/>
          </p15:clr>
        </p15:guide>
        <p15:guide id="1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0.jpe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1.jpeg"/><Relationship Id="rId1" Type="http://schemas.openxmlformats.org/officeDocument/2006/relationships/slideLayout" Target="../slideLayouts/slideLayout1.xml"/><Relationship Id="rId4" Type="http://schemas.openxmlformats.org/officeDocument/2006/relationships/image" Target="../media/image1.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3.jpeg"/><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4.jp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5.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6.jpeg"/><Relationship Id="rId1" Type="http://schemas.openxmlformats.org/officeDocument/2006/relationships/slideLayout" Target="../slideLayouts/slideLayout4.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7.jpeg"/><Relationship Id="rId1" Type="http://schemas.openxmlformats.org/officeDocument/2006/relationships/slideLayout" Target="../slideLayouts/slideLayout4.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1.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3.xml"/></Relationships>
</file>

<file path=ppt/slides/_rels/slide44.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39.png"/><Relationship Id="rId1" Type="http://schemas.openxmlformats.org/officeDocument/2006/relationships/slideLayout" Target="../slideLayouts/slideLayout34.xml"/><Relationship Id="rId5" Type="http://schemas.openxmlformats.org/officeDocument/2006/relationships/image" Target="../media/image38.png"/><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43.jpeg"/><Relationship Id="rId1" Type="http://schemas.openxmlformats.org/officeDocument/2006/relationships/slideLayout" Target="../slideLayouts/slideLayout36.xml"/><Relationship Id="rId4" Type="http://schemas.openxmlformats.org/officeDocument/2006/relationships/image" Target="../media/image5.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44.jpeg"/><Relationship Id="rId1" Type="http://schemas.openxmlformats.org/officeDocument/2006/relationships/slideLayout" Target="../slideLayouts/slideLayout41.xml"/><Relationship Id="rId4" Type="http://schemas.openxmlformats.org/officeDocument/2006/relationships/image" Target="../media/image5.svg"/></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2.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3.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4.xml"/><Relationship Id="rId4" Type="http://schemas.openxmlformats.org/officeDocument/2006/relationships/image" Target="../media/image42.png"/></Relationships>
</file>

<file path=ppt/slides/_rels/slide55.xml.rels><?xml version="1.0" encoding="UTF-8" standalone="yes"?>
<Relationships xmlns="http://schemas.openxmlformats.org/package/2006/relationships"><Relationship Id="rId8" Type="http://schemas.openxmlformats.org/officeDocument/2006/relationships/image" Target="../media/image51.jpg"/><Relationship Id="rId3" Type="http://schemas.openxmlformats.org/officeDocument/2006/relationships/image" Target="../media/image46.jpg"/><Relationship Id="rId7" Type="http://schemas.openxmlformats.org/officeDocument/2006/relationships/image" Target="../media/image50.jpg"/><Relationship Id="rId2" Type="http://schemas.openxmlformats.org/officeDocument/2006/relationships/image" Target="../media/image45.jpg"/><Relationship Id="rId1" Type="http://schemas.openxmlformats.org/officeDocument/2006/relationships/slideLayout" Target="../slideLayouts/slideLayout45.xml"/><Relationship Id="rId6" Type="http://schemas.openxmlformats.org/officeDocument/2006/relationships/image" Target="../media/image49.jpeg"/><Relationship Id="rId5" Type="http://schemas.openxmlformats.org/officeDocument/2006/relationships/image" Target="../media/image48.jpg"/><Relationship Id="rId4" Type="http://schemas.openxmlformats.org/officeDocument/2006/relationships/image" Target="../media/image47.jpg"/></Relationships>
</file>

<file path=ppt/slides/_rels/slide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2.jpeg"/><Relationship Id="rId1" Type="http://schemas.openxmlformats.org/officeDocument/2006/relationships/slideLayout" Target="../slideLayouts/slideLayout46.xml"/><Relationship Id="rId4" Type="http://schemas.openxmlformats.org/officeDocument/2006/relationships/image" Target="../media/image5.svg"/></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53.png"/><Relationship Id="rId1" Type="http://schemas.openxmlformats.org/officeDocument/2006/relationships/slideLayout" Target="../slideLayouts/slideLayout4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9.xml"/><Relationship Id="rId4" Type="http://schemas.openxmlformats.org/officeDocument/2006/relationships/image" Target="../media/image38.png"/></Relationships>
</file>

<file path=ppt/slides/_rels/slide6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50.xml"/><Relationship Id="rId5" Type="http://schemas.openxmlformats.org/officeDocument/2006/relationships/image" Target="../media/image42.png"/><Relationship Id="rId4" Type="http://schemas.openxmlformats.org/officeDocument/2006/relationships/image" Target="../media/image3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53.png"/><Relationship Id="rId1" Type="http://schemas.openxmlformats.org/officeDocument/2006/relationships/slideLayout" Target="../slideLayouts/slideLayout53.xml"/><Relationship Id="rId5" Type="http://schemas.openxmlformats.org/officeDocument/2006/relationships/image" Target="../media/image54.png"/><Relationship Id="rId4" Type="http://schemas.openxmlformats.org/officeDocument/2006/relationships/image" Target="../media/image5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8.xml.rels><?xml version="1.0" encoding="UTF-8" standalone="yes"?>
<Relationships xmlns="http://schemas.openxmlformats.org/package/2006/relationships"><Relationship Id="rId3" Type="http://schemas.openxmlformats.org/officeDocument/2006/relationships/image" Target="../media/image56.jpg"/><Relationship Id="rId7" Type="http://schemas.openxmlformats.org/officeDocument/2006/relationships/image" Target="../media/image53.png"/><Relationship Id="rId2" Type="http://schemas.openxmlformats.org/officeDocument/2006/relationships/image" Target="../media/image38.png"/><Relationship Id="rId1" Type="http://schemas.openxmlformats.org/officeDocument/2006/relationships/slideLayout" Target="../slideLayouts/slideLayout58.xml"/><Relationship Id="rId6" Type="http://schemas.openxmlformats.org/officeDocument/2006/relationships/image" Target="../media/image58.jpg"/><Relationship Id="rId5" Type="http://schemas.openxmlformats.org/officeDocument/2006/relationships/image" Target="../media/image57.jpg"/><Relationship Id="rId4" Type="http://schemas.openxmlformats.org/officeDocument/2006/relationships/image" Target="../media/image54.png"/></Relationships>
</file>

<file path=ppt/slides/_rels/slide69.xml.rels><?xml version="1.0" encoding="UTF-8" standalone="yes"?>
<Relationships xmlns="http://schemas.openxmlformats.org/package/2006/relationships"><Relationship Id="rId8" Type="http://schemas.openxmlformats.org/officeDocument/2006/relationships/image" Target="../media/image58.jpg"/><Relationship Id="rId3" Type="http://schemas.openxmlformats.org/officeDocument/2006/relationships/image" Target="../media/image38.png"/><Relationship Id="rId7" Type="http://schemas.openxmlformats.org/officeDocument/2006/relationships/image" Target="../media/image60.png"/><Relationship Id="rId2" Type="http://schemas.openxmlformats.org/officeDocument/2006/relationships/image" Target="../media/image59.jpg"/><Relationship Id="rId1" Type="http://schemas.openxmlformats.org/officeDocument/2006/relationships/slideLayout" Target="../slideLayouts/slideLayout59.xml"/><Relationship Id="rId6" Type="http://schemas.openxmlformats.org/officeDocument/2006/relationships/image" Target="../media/image57.jpg"/><Relationship Id="rId5" Type="http://schemas.openxmlformats.org/officeDocument/2006/relationships/image" Target="../media/image54.png"/><Relationship Id="rId4" Type="http://schemas.openxmlformats.org/officeDocument/2006/relationships/image" Target="../media/image56.jpg"/><Relationship Id="rId9" Type="http://schemas.openxmlformats.org/officeDocument/2006/relationships/image" Target="../media/image53.png"/></Relationships>
</file>

<file path=ppt/slides/_rels/slide70.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61.jpg"/><Relationship Id="rId1" Type="http://schemas.openxmlformats.org/officeDocument/2006/relationships/slideLayout" Target="../slideLayouts/slideLayout61.xml"/><Relationship Id="rId5" Type="http://schemas.openxmlformats.org/officeDocument/2006/relationships/image" Target="../media/image64.jpg"/><Relationship Id="rId4" Type="http://schemas.openxmlformats.org/officeDocument/2006/relationships/image" Target="../media/image63.jpg"/></Relationships>
</file>

<file path=ppt/slides/_rels/slide71.xml.rels><?xml version="1.0" encoding="UTF-8" standalone="yes"?>
<Relationships xmlns="http://schemas.openxmlformats.org/package/2006/relationships"><Relationship Id="rId8" Type="http://schemas.openxmlformats.org/officeDocument/2006/relationships/image" Target="../media/image70.jpg"/><Relationship Id="rId13" Type="http://schemas.openxmlformats.org/officeDocument/2006/relationships/image" Target="../media/image72.jpg"/><Relationship Id="rId3" Type="http://schemas.openxmlformats.org/officeDocument/2006/relationships/image" Target="../media/image66.jpg"/><Relationship Id="rId7" Type="http://schemas.openxmlformats.org/officeDocument/2006/relationships/image" Target="../media/image69.jpg"/><Relationship Id="rId12" Type="http://schemas.openxmlformats.org/officeDocument/2006/relationships/image" Target="../media/image64.jpg"/><Relationship Id="rId2" Type="http://schemas.openxmlformats.org/officeDocument/2006/relationships/image" Target="../media/image65.jpg"/><Relationship Id="rId1" Type="http://schemas.openxmlformats.org/officeDocument/2006/relationships/slideLayout" Target="../slideLayouts/slideLayout60.xml"/><Relationship Id="rId6" Type="http://schemas.openxmlformats.org/officeDocument/2006/relationships/image" Target="../media/image68.jpg"/><Relationship Id="rId11" Type="http://schemas.openxmlformats.org/officeDocument/2006/relationships/image" Target="../media/image63.jpg"/><Relationship Id="rId5" Type="http://schemas.openxmlformats.org/officeDocument/2006/relationships/image" Target="../media/image61.jpg"/><Relationship Id="rId10" Type="http://schemas.openxmlformats.org/officeDocument/2006/relationships/image" Target="../media/image71.jpg"/><Relationship Id="rId4" Type="http://schemas.openxmlformats.org/officeDocument/2006/relationships/image" Target="../media/image67.jpg"/><Relationship Id="rId9" Type="http://schemas.openxmlformats.org/officeDocument/2006/relationships/image" Target="../media/image62.jpg"/></Relationships>
</file>

<file path=ppt/slides/_rels/slide72.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6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ladsholder til billede 6">
            <a:extLst>
              <a:ext uri="{FF2B5EF4-FFF2-40B4-BE49-F238E27FC236}">
                <a16:creationId xmlns:a16="http://schemas.microsoft.com/office/drawing/2014/main" id="{C03DBDE2-9A6A-3724-0836-5B05D2B51ADD}"/>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7906" b="7906"/>
          <a:stretch/>
        </p:blipFill>
        <p:spPr>
          <a:xfrm>
            <a:off x="-1" y="0"/>
            <a:ext cx="12188825" cy="6858000"/>
          </a:xfrm>
        </p:spPr>
      </p:pic>
      <p:sp>
        <p:nvSpPr>
          <p:cNvPr id="3" name="Titel 2">
            <a:extLst>
              <a:ext uri="{FF2B5EF4-FFF2-40B4-BE49-F238E27FC236}">
                <a16:creationId xmlns:a16="http://schemas.microsoft.com/office/drawing/2014/main" id="{9E72C054-8D52-6941-27FE-267FC1D686F1}"/>
              </a:ext>
            </a:extLst>
          </p:cNvPr>
          <p:cNvSpPr>
            <a:spLocks noGrp="1"/>
          </p:cNvSpPr>
          <p:nvPr>
            <p:ph type="title"/>
          </p:nvPr>
        </p:nvSpPr>
        <p:spPr>
          <a:xfrm>
            <a:off x="288001" y="288000"/>
            <a:ext cx="11621502" cy="2181706"/>
          </a:xfrm>
        </p:spPr>
        <p:txBody>
          <a:bodyPr/>
          <a:lstStyle/>
          <a:p>
            <a:r>
              <a:rPr lang="en-US"/>
              <a:t>Lorem amet</a:t>
            </a:r>
            <a:br>
              <a:rPr lang="en-US"/>
            </a:br>
            <a:r>
              <a:rPr lang="en-US"/>
              <a:t>ipsum sit</a:t>
            </a:r>
          </a:p>
        </p:txBody>
      </p:sp>
      <p:sp>
        <p:nvSpPr>
          <p:cNvPr id="4" name="Pladsholder til tekst 3">
            <a:extLst>
              <a:ext uri="{FF2B5EF4-FFF2-40B4-BE49-F238E27FC236}">
                <a16:creationId xmlns:a16="http://schemas.microsoft.com/office/drawing/2014/main" id="{977B5549-4D8A-0551-9725-97CA684E6805}"/>
              </a:ext>
            </a:extLst>
          </p:cNvPr>
          <p:cNvSpPr>
            <a:spLocks noGrp="1"/>
          </p:cNvSpPr>
          <p:nvPr>
            <p:ph type="body" sz="quarter" idx="13"/>
          </p:nvPr>
        </p:nvSpPr>
        <p:spPr>
          <a:xfrm>
            <a:off x="324000" y="2484000"/>
            <a:ext cx="9936213" cy="384465"/>
          </a:xfrm>
        </p:spPr>
        <p:txBody>
          <a:bodyPr/>
          <a:lstStyle/>
          <a:p>
            <a:r>
              <a:rPr lang="en-US"/>
              <a:t>Client name / Project name</a:t>
            </a:r>
          </a:p>
        </p:txBody>
      </p:sp>
      <p:sp>
        <p:nvSpPr>
          <p:cNvPr id="2" name="Pladsholder til billede 6">
            <a:extLst>
              <a:ext uri="{FF2B5EF4-FFF2-40B4-BE49-F238E27FC236}">
                <a16:creationId xmlns:a16="http://schemas.microsoft.com/office/drawing/2014/main" id="{AC07B918-A4CC-7A84-1825-DECC13A5607C}"/>
              </a:ext>
            </a:extLst>
          </p:cNvPr>
          <p:cNvSpPr>
            <a:spLocks noGrp="1"/>
          </p:cNvSpPr>
          <p:nvPr>
            <p:ph type="pic" sz="quarter" idx="15"/>
          </p:nvPr>
        </p:nvSpPr>
        <p:spPr>
          <a:xfrm>
            <a:off x="11271600" y="6444000"/>
            <a:ext cx="630000" cy="165600"/>
          </a:xfr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Pladsholder til billede 6">
            <a:extLst>
              <a:ext uri="{FF2B5EF4-FFF2-40B4-BE49-F238E27FC236}">
                <a16:creationId xmlns:a16="http://schemas.microsoft.com/office/drawing/2014/main" id="{02AFEF3E-EEE3-54B2-9964-FA0C34950280}"/>
              </a:ext>
            </a:extLst>
          </p:cNvPr>
          <p:cNvSpPr>
            <a:spLocks noGrp="1"/>
          </p:cNvSpPr>
          <p:nvPr>
            <p:ph type="pic" sz="quarter" idx="16"/>
          </p:nvPr>
        </p:nvSpPr>
        <p:spPr>
          <a:xfrm>
            <a:off x="288000" y="6444000"/>
            <a:ext cx="471600" cy="165600"/>
          </a:xfr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260888308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A66E0-5D2A-80F0-0088-FED4EF2281E8}"/>
            </a:ext>
          </a:extLst>
        </p:cNvPr>
        <p:cNvGrpSpPr/>
        <p:nvPr/>
      </p:nvGrpSpPr>
      <p:grpSpPr>
        <a:xfrm>
          <a:off x="0" y="0"/>
          <a:ext cx="0" cy="0"/>
          <a:chOff x="0" y="0"/>
          <a:chExt cx="0" cy="0"/>
        </a:xfrm>
      </p:grpSpPr>
      <p:pic>
        <p:nvPicPr>
          <p:cNvPr id="7" name="Pladsholder til billede 6">
            <a:extLst>
              <a:ext uri="{FF2B5EF4-FFF2-40B4-BE49-F238E27FC236}">
                <a16:creationId xmlns:a16="http://schemas.microsoft.com/office/drawing/2014/main" id="{48EA1C12-C12B-E7D9-D787-C08248D14D2F}"/>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7723" b="7723"/>
          <a:stretch/>
        </p:blipFill>
        <p:spPr>
          <a:xfrm>
            <a:off x="-1" y="0"/>
            <a:ext cx="12188825" cy="6858000"/>
          </a:xfrm>
        </p:spPr>
      </p:pic>
      <p:sp>
        <p:nvSpPr>
          <p:cNvPr id="3" name="Titel 2">
            <a:extLst>
              <a:ext uri="{FF2B5EF4-FFF2-40B4-BE49-F238E27FC236}">
                <a16:creationId xmlns:a16="http://schemas.microsoft.com/office/drawing/2014/main" id="{5C429B7D-BEE3-BE2A-2B50-432F36849A52}"/>
              </a:ext>
            </a:extLst>
          </p:cNvPr>
          <p:cNvSpPr>
            <a:spLocks noGrp="1"/>
          </p:cNvSpPr>
          <p:nvPr>
            <p:ph type="title"/>
          </p:nvPr>
        </p:nvSpPr>
        <p:spPr>
          <a:xfrm>
            <a:off x="288001" y="288000"/>
            <a:ext cx="11621502" cy="2181706"/>
          </a:xfrm>
        </p:spPr>
        <p:txBody>
          <a:bodyPr/>
          <a:lstStyle/>
          <a:p>
            <a:r>
              <a:rPr lang="en-US"/>
              <a:t>Lorem amet</a:t>
            </a:r>
            <a:br>
              <a:rPr lang="en-US"/>
            </a:br>
            <a:r>
              <a:rPr lang="en-US"/>
              <a:t>ipsum sit</a:t>
            </a:r>
          </a:p>
        </p:txBody>
      </p:sp>
      <p:sp>
        <p:nvSpPr>
          <p:cNvPr id="4" name="Pladsholder til tekst 3">
            <a:extLst>
              <a:ext uri="{FF2B5EF4-FFF2-40B4-BE49-F238E27FC236}">
                <a16:creationId xmlns:a16="http://schemas.microsoft.com/office/drawing/2014/main" id="{4949964D-A2B0-CD9A-45AC-F18E95830BD7}"/>
              </a:ext>
            </a:extLst>
          </p:cNvPr>
          <p:cNvSpPr>
            <a:spLocks noGrp="1"/>
          </p:cNvSpPr>
          <p:nvPr>
            <p:ph type="body" sz="quarter" idx="13"/>
          </p:nvPr>
        </p:nvSpPr>
        <p:spPr>
          <a:xfrm>
            <a:off x="324000" y="2484000"/>
            <a:ext cx="9936213" cy="384465"/>
          </a:xfrm>
        </p:spPr>
        <p:txBody>
          <a:bodyPr/>
          <a:lstStyle/>
          <a:p>
            <a:r>
              <a:rPr lang="en-US"/>
              <a:t>Client name / Project name</a:t>
            </a:r>
          </a:p>
        </p:txBody>
      </p:sp>
      <p:sp>
        <p:nvSpPr>
          <p:cNvPr id="2" name="Pladsholder til billede 6">
            <a:extLst>
              <a:ext uri="{FF2B5EF4-FFF2-40B4-BE49-F238E27FC236}">
                <a16:creationId xmlns:a16="http://schemas.microsoft.com/office/drawing/2014/main" id="{EA9A7277-7AB6-85B8-9B27-9669C9B349CE}"/>
              </a:ext>
            </a:extLst>
          </p:cNvPr>
          <p:cNvSpPr>
            <a:spLocks noGrp="1"/>
          </p:cNvSpPr>
          <p:nvPr>
            <p:ph type="pic" sz="quarter" idx="15"/>
          </p:nvPr>
        </p:nvSpPr>
        <p:spPr>
          <a:xfrm>
            <a:off x="11271600" y="6444000"/>
            <a:ext cx="630000" cy="165600"/>
          </a:xfr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Pladsholder til billede 6">
            <a:extLst>
              <a:ext uri="{FF2B5EF4-FFF2-40B4-BE49-F238E27FC236}">
                <a16:creationId xmlns:a16="http://schemas.microsoft.com/office/drawing/2014/main" id="{68AED895-0660-B8BA-E74A-676B0026FC4F}"/>
              </a:ext>
            </a:extLst>
          </p:cNvPr>
          <p:cNvSpPr>
            <a:spLocks noGrp="1"/>
          </p:cNvSpPr>
          <p:nvPr>
            <p:ph type="pic" sz="quarter" idx="16"/>
          </p:nvPr>
        </p:nvSpPr>
        <p:spPr>
          <a:xfrm>
            <a:off x="288000" y="6476852"/>
            <a:ext cx="471600" cy="165600"/>
          </a:xfr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98029278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06323-D0F6-2233-D4A9-AFCF38AD4043}"/>
            </a:ext>
          </a:extLst>
        </p:cNvPr>
        <p:cNvGrpSpPr/>
        <p:nvPr/>
      </p:nvGrpSpPr>
      <p:grpSpPr>
        <a:xfrm>
          <a:off x="0" y="0"/>
          <a:ext cx="0" cy="0"/>
          <a:chOff x="0" y="0"/>
          <a:chExt cx="0" cy="0"/>
        </a:xfrm>
      </p:grpSpPr>
      <p:pic>
        <p:nvPicPr>
          <p:cNvPr id="7" name="Pladsholder til billede 6">
            <a:extLst>
              <a:ext uri="{FF2B5EF4-FFF2-40B4-BE49-F238E27FC236}">
                <a16:creationId xmlns:a16="http://schemas.microsoft.com/office/drawing/2014/main" id="{28109A1A-C2CB-5E8B-CE86-965B2617565E}"/>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b="9767"/>
          <a:stretch>
            <a:fillRect/>
          </a:stretch>
        </p:blipFill>
        <p:spPr>
          <a:xfrm>
            <a:off x="0" y="0"/>
            <a:ext cx="12188825" cy="6858000"/>
          </a:xfrm>
        </p:spPr>
      </p:pic>
      <p:sp>
        <p:nvSpPr>
          <p:cNvPr id="3" name="Titel 2">
            <a:extLst>
              <a:ext uri="{FF2B5EF4-FFF2-40B4-BE49-F238E27FC236}">
                <a16:creationId xmlns:a16="http://schemas.microsoft.com/office/drawing/2014/main" id="{A6460320-5312-C398-1EAA-42686B5304E8}"/>
              </a:ext>
            </a:extLst>
          </p:cNvPr>
          <p:cNvSpPr>
            <a:spLocks noGrp="1"/>
          </p:cNvSpPr>
          <p:nvPr>
            <p:ph type="title"/>
          </p:nvPr>
        </p:nvSpPr>
        <p:spPr>
          <a:xfrm>
            <a:off x="288000" y="288000"/>
            <a:ext cx="11757598" cy="2172609"/>
          </a:xfrm>
        </p:spPr>
        <p:txBody>
          <a:bodyPr/>
          <a:lstStyle/>
          <a:p>
            <a:r>
              <a:rPr lang="en-US"/>
              <a:t>Lorem amet</a:t>
            </a:r>
            <a:br>
              <a:rPr lang="en-US"/>
            </a:br>
            <a:r>
              <a:rPr lang="en-US"/>
              <a:t>ipsum sit</a:t>
            </a:r>
          </a:p>
        </p:txBody>
      </p:sp>
      <p:sp>
        <p:nvSpPr>
          <p:cNvPr id="4" name="Pladsholder til tekst 3">
            <a:extLst>
              <a:ext uri="{FF2B5EF4-FFF2-40B4-BE49-F238E27FC236}">
                <a16:creationId xmlns:a16="http://schemas.microsoft.com/office/drawing/2014/main" id="{C595D0E6-020A-B105-2EB3-31601533E4A0}"/>
              </a:ext>
            </a:extLst>
          </p:cNvPr>
          <p:cNvSpPr>
            <a:spLocks noGrp="1"/>
          </p:cNvSpPr>
          <p:nvPr>
            <p:ph type="body" sz="quarter" idx="13"/>
          </p:nvPr>
        </p:nvSpPr>
        <p:spPr>
          <a:xfrm>
            <a:off x="324000" y="2484000"/>
            <a:ext cx="9945688" cy="384465"/>
          </a:xfrm>
        </p:spPr>
        <p:txBody>
          <a:bodyPr/>
          <a:lstStyle/>
          <a:p>
            <a:r>
              <a:rPr lang="en-US"/>
              <a:t>Client name / Project name</a:t>
            </a:r>
          </a:p>
        </p:txBody>
      </p:sp>
      <p:sp>
        <p:nvSpPr>
          <p:cNvPr id="2" name="Pladsholder til billede 6">
            <a:extLst>
              <a:ext uri="{FF2B5EF4-FFF2-40B4-BE49-F238E27FC236}">
                <a16:creationId xmlns:a16="http://schemas.microsoft.com/office/drawing/2014/main" id="{8B0C0C14-1823-9489-7C8A-362CF3EA6E51}"/>
              </a:ext>
            </a:extLst>
          </p:cNvPr>
          <p:cNvSpPr>
            <a:spLocks noGrp="1"/>
          </p:cNvSpPr>
          <p:nvPr>
            <p:ph type="pic" sz="quarter" idx="15"/>
          </p:nvPr>
        </p:nvSpPr>
        <p:spPr>
          <a:xfrm>
            <a:off x="11271600" y="6444000"/>
            <a:ext cx="630000" cy="165600"/>
          </a:xfr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Pladsholder til billede 6">
            <a:extLst>
              <a:ext uri="{FF2B5EF4-FFF2-40B4-BE49-F238E27FC236}">
                <a16:creationId xmlns:a16="http://schemas.microsoft.com/office/drawing/2014/main" id="{127BA50B-D191-F736-E63C-1CA82842DC67}"/>
              </a:ext>
            </a:extLst>
          </p:cNvPr>
          <p:cNvSpPr>
            <a:spLocks noGrp="1"/>
          </p:cNvSpPr>
          <p:nvPr>
            <p:ph type="pic" sz="quarter" idx="16"/>
          </p:nvPr>
        </p:nvSpPr>
        <p:spPr>
          <a:xfrm>
            <a:off x="288000" y="6476852"/>
            <a:ext cx="471600" cy="165600"/>
          </a:xfr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152574264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D708F-31D5-2A11-8B8C-84730BA2E967}"/>
            </a:ext>
          </a:extLst>
        </p:cNvPr>
        <p:cNvGrpSpPr/>
        <p:nvPr/>
      </p:nvGrpSpPr>
      <p:grpSpPr>
        <a:xfrm>
          <a:off x="0" y="0"/>
          <a:ext cx="0" cy="0"/>
          <a:chOff x="0" y="0"/>
          <a:chExt cx="0" cy="0"/>
        </a:xfrm>
      </p:grpSpPr>
      <p:pic>
        <p:nvPicPr>
          <p:cNvPr id="7" name="Pladsholder til billede 6">
            <a:extLst>
              <a:ext uri="{FF2B5EF4-FFF2-40B4-BE49-F238E27FC236}">
                <a16:creationId xmlns:a16="http://schemas.microsoft.com/office/drawing/2014/main" id="{EBDEF4B4-2172-6F0B-09E0-2311CAFE86E5}"/>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12421" b="12421"/>
          <a:stretch/>
        </p:blipFill>
        <p:spPr>
          <a:xfrm>
            <a:off x="-1" y="0"/>
            <a:ext cx="12188825" cy="6858000"/>
          </a:xfrm>
        </p:spPr>
      </p:pic>
      <p:sp>
        <p:nvSpPr>
          <p:cNvPr id="3" name="Titel 2">
            <a:extLst>
              <a:ext uri="{FF2B5EF4-FFF2-40B4-BE49-F238E27FC236}">
                <a16:creationId xmlns:a16="http://schemas.microsoft.com/office/drawing/2014/main" id="{9E4E48FC-559E-AF12-657A-6A8E052D26F7}"/>
              </a:ext>
            </a:extLst>
          </p:cNvPr>
          <p:cNvSpPr>
            <a:spLocks noGrp="1"/>
          </p:cNvSpPr>
          <p:nvPr>
            <p:ph type="title"/>
          </p:nvPr>
        </p:nvSpPr>
        <p:spPr>
          <a:xfrm>
            <a:off x="288000" y="288000"/>
            <a:ext cx="11757598" cy="2172609"/>
          </a:xfrm>
        </p:spPr>
        <p:txBody>
          <a:bodyPr/>
          <a:lstStyle/>
          <a:p>
            <a:r>
              <a:rPr lang="en-US"/>
              <a:t>Lorem amet</a:t>
            </a:r>
            <a:br>
              <a:rPr lang="en-US"/>
            </a:br>
            <a:r>
              <a:rPr lang="en-US"/>
              <a:t>ipsum sit</a:t>
            </a:r>
          </a:p>
        </p:txBody>
      </p:sp>
      <p:sp>
        <p:nvSpPr>
          <p:cNvPr id="4" name="Pladsholder til tekst 3">
            <a:extLst>
              <a:ext uri="{FF2B5EF4-FFF2-40B4-BE49-F238E27FC236}">
                <a16:creationId xmlns:a16="http://schemas.microsoft.com/office/drawing/2014/main" id="{C468114D-6553-9563-6E7B-B4ABE176E8B3}"/>
              </a:ext>
            </a:extLst>
          </p:cNvPr>
          <p:cNvSpPr>
            <a:spLocks noGrp="1"/>
          </p:cNvSpPr>
          <p:nvPr>
            <p:ph type="body" sz="quarter" idx="13"/>
          </p:nvPr>
        </p:nvSpPr>
        <p:spPr>
          <a:xfrm>
            <a:off x="324000" y="2484000"/>
            <a:ext cx="9945688" cy="384465"/>
          </a:xfrm>
        </p:spPr>
        <p:txBody>
          <a:bodyPr/>
          <a:lstStyle/>
          <a:p>
            <a:r>
              <a:rPr lang="en-US"/>
              <a:t>Client name / Project name</a:t>
            </a:r>
          </a:p>
        </p:txBody>
      </p:sp>
      <p:sp>
        <p:nvSpPr>
          <p:cNvPr id="2" name="Pladsholder til billede 6">
            <a:extLst>
              <a:ext uri="{FF2B5EF4-FFF2-40B4-BE49-F238E27FC236}">
                <a16:creationId xmlns:a16="http://schemas.microsoft.com/office/drawing/2014/main" id="{65ED58DD-049F-32FF-0164-00CF65A346CD}"/>
              </a:ext>
            </a:extLst>
          </p:cNvPr>
          <p:cNvSpPr>
            <a:spLocks noGrp="1"/>
          </p:cNvSpPr>
          <p:nvPr>
            <p:ph type="pic" sz="quarter" idx="15"/>
          </p:nvPr>
        </p:nvSpPr>
        <p:spPr>
          <a:xfrm>
            <a:off x="11271600" y="6444000"/>
            <a:ext cx="630000" cy="165600"/>
          </a:xfr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Pladsholder til billede 6">
            <a:extLst>
              <a:ext uri="{FF2B5EF4-FFF2-40B4-BE49-F238E27FC236}">
                <a16:creationId xmlns:a16="http://schemas.microsoft.com/office/drawing/2014/main" id="{15E436BD-C5C1-FAC1-B613-0880B575662A}"/>
              </a:ext>
            </a:extLst>
          </p:cNvPr>
          <p:cNvSpPr>
            <a:spLocks noGrp="1"/>
          </p:cNvSpPr>
          <p:nvPr>
            <p:ph type="pic" sz="quarter" idx="16"/>
          </p:nvPr>
        </p:nvSpPr>
        <p:spPr>
          <a:xfrm>
            <a:off x="288000" y="6444000"/>
            <a:ext cx="471600" cy="165600"/>
          </a:xfr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211745150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6778E-1DAE-131E-DC7C-2259B1C2370D}"/>
            </a:ext>
          </a:extLst>
        </p:cNvPr>
        <p:cNvGrpSpPr/>
        <p:nvPr/>
      </p:nvGrpSpPr>
      <p:grpSpPr>
        <a:xfrm>
          <a:off x="0" y="0"/>
          <a:ext cx="0" cy="0"/>
          <a:chOff x="0" y="0"/>
          <a:chExt cx="0" cy="0"/>
        </a:xfrm>
      </p:grpSpPr>
      <p:pic>
        <p:nvPicPr>
          <p:cNvPr id="7" name="Pladsholder til billede 6">
            <a:extLst>
              <a:ext uri="{FF2B5EF4-FFF2-40B4-BE49-F238E27FC236}">
                <a16:creationId xmlns:a16="http://schemas.microsoft.com/office/drawing/2014/main" id="{0E30C5F0-6124-A359-831E-9EC95F9EAC48}"/>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b="15570"/>
          <a:stretch>
            <a:fillRect/>
          </a:stretch>
        </p:blipFill>
        <p:spPr>
          <a:xfrm>
            <a:off x="-1" y="0"/>
            <a:ext cx="12188825" cy="6858000"/>
          </a:xfrm>
        </p:spPr>
      </p:pic>
      <p:sp>
        <p:nvSpPr>
          <p:cNvPr id="3" name="Titel 2">
            <a:extLst>
              <a:ext uri="{FF2B5EF4-FFF2-40B4-BE49-F238E27FC236}">
                <a16:creationId xmlns:a16="http://schemas.microsoft.com/office/drawing/2014/main" id="{77E58C02-5DB4-A253-91F2-9FD175ACFF4F}"/>
              </a:ext>
            </a:extLst>
          </p:cNvPr>
          <p:cNvSpPr>
            <a:spLocks noGrp="1"/>
          </p:cNvSpPr>
          <p:nvPr>
            <p:ph type="title"/>
          </p:nvPr>
        </p:nvSpPr>
        <p:spPr/>
        <p:txBody>
          <a:bodyPr/>
          <a:lstStyle/>
          <a:p>
            <a:r>
              <a:rPr lang="en-US"/>
              <a:t>Lorem amet</a:t>
            </a:r>
            <a:br>
              <a:rPr lang="en-US"/>
            </a:br>
            <a:r>
              <a:rPr lang="en-US"/>
              <a:t>ipsum sit</a:t>
            </a:r>
          </a:p>
        </p:txBody>
      </p:sp>
      <p:sp>
        <p:nvSpPr>
          <p:cNvPr id="4" name="Pladsholder til tekst 3">
            <a:extLst>
              <a:ext uri="{FF2B5EF4-FFF2-40B4-BE49-F238E27FC236}">
                <a16:creationId xmlns:a16="http://schemas.microsoft.com/office/drawing/2014/main" id="{31D6D66B-0816-E344-DB4A-0D27BF9AD8CF}"/>
              </a:ext>
            </a:extLst>
          </p:cNvPr>
          <p:cNvSpPr>
            <a:spLocks noGrp="1"/>
          </p:cNvSpPr>
          <p:nvPr>
            <p:ph type="body" sz="quarter" idx="13"/>
          </p:nvPr>
        </p:nvSpPr>
        <p:spPr/>
        <p:txBody>
          <a:bodyPr/>
          <a:lstStyle/>
          <a:p>
            <a:r>
              <a:rPr lang="en-US"/>
              <a:t>Client name / Project name</a:t>
            </a:r>
          </a:p>
        </p:txBody>
      </p:sp>
      <p:sp>
        <p:nvSpPr>
          <p:cNvPr id="2" name="Pladsholder til billede 6">
            <a:extLst>
              <a:ext uri="{FF2B5EF4-FFF2-40B4-BE49-F238E27FC236}">
                <a16:creationId xmlns:a16="http://schemas.microsoft.com/office/drawing/2014/main" id="{CB694D05-F8E0-9AEE-DAAB-7DD0D6F04295}"/>
              </a:ext>
            </a:extLst>
          </p:cNvPr>
          <p:cNvSpPr>
            <a:spLocks noGrp="1"/>
          </p:cNvSpPr>
          <p:nvPr>
            <p:ph type="pic" sz="quarter" idx="15"/>
          </p:nvPr>
        </p:nvSpPr>
        <p:spPr>
          <a:xfrm>
            <a:off x="11271600" y="6444000"/>
            <a:ext cx="630000" cy="165600"/>
          </a:xfr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Pladsholder til billede 6">
            <a:extLst>
              <a:ext uri="{FF2B5EF4-FFF2-40B4-BE49-F238E27FC236}">
                <a16:creationId xmlns:a16="http://schemas.microsoft.com/office/drawing/2014/main" id="{065C8F3D-6B8C-A4C4-9742-0B7BB29D4009}"/>
              </a:ext>
            </a:extLst>
          </p:cNvPr>
          <p:cNvSpPr>
            <a:spLocks noGrp="1"/>
          </p:cNvSpPr>
          <p:nvPr>
            <p:ph type="pic" sz="quarter" idx="16"/>
          </p:nvPr>
        </p:nvSpPr>
        <p:spPr>
          <a:xfrm>
            <a:off x="288000" y="6444000"/>
            <a:ext cx="471600" cy="165600"/>
          </a:xfr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178388869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DEA4F-5D72-2698-0B2C-0366F587F0BD}"/>
            </a:ext>
          </a:extLst>
        </p:cNvPr>
        <p:cNvGrpSpPr/>
        <p:nvPr/>
      </p:nvGrpSpPr>
      <p:grpSpPr>
        <a:xfrm>
          <a:off x="0" y="0"/>
          <a:ext cx="0" cy="0"/>
          <a:chOff x="0" y="0"/>
          <a:chExt cx="0" cy="0"/>
        </a:xfrm>
      </p:grpSpPr>
      <p:pic>
        <p:nvPicPr>
          <p:cNvPr id="7" name="Pladsholder til billede 6">
            <a:extLst>
              <a:ext uri="{FF2B5EF4-FFF2-40B4-BE49-F238E27FC236}">
                <a16:creationId xmlns:a16="http://schemas.microsoft.com/office/drawing/2014/main" id="{BD355EB6-7812-4D8E-1155-37905466FE1C}"/>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20378" r="20378"/>
          <a:stretch/>
        </p:blipFill>
        <p:spPr>
          <a:xfrm>
            <a:off x="6094412" y="0"/>
            <a:ext cx="6094412" cy="6858000"/>
          </a:xfrm>
        </p:spPr>
      </p:pic>
      <p:sp>
        <p:nvSpPr>
          <p:cNvPr id="3" name="Titel 2">
            <a:extLst>
              <a:ext uri="{FF2B5EF4-FFF2-40B4-BE49-F238E27FC236}">
                <a16:creationId xmlns:a16="http://schemas.microsoft.com/office/drawing/2014/main" id="{7222EC70-A6A1-7424-0C03-2BB40D158778}"/>
              </a:ext>
            </a:extLst>
          </p:cNvPr>
          <p:cNvSpPr>
            <a:spLocks noGrp="1"/>
          </p:cNvSpPr>
          <p:nvPr>
            <p:ph type="title"/>
          </p:nvPr>
        </p:nvSpPr>
        <p:spPr>
          <a:xfrm>
            <a:off x="288000" y="288000"/>
            <a:ext cx="5373143" cy="2039259"/>
          </a:xfrm>
        </p:spPr>
        <p:txBody>
          <a:bodyPr/>
          <a:lstStyle/>
          <a:p>
            <a:r>
              <a:rPr lang="en-US"/>
              <a:t>Lorem</a:t>
            </a:r>
            <a:br>
              <a:rPr lang="en-US"/>
            </a:br>
            <a:r>
              <a:rPr lang="en-US"/>
              <a:t>ipsum sit</a:t>
            </a:r>
          </a:p>
        </p:txBody>
      </p:sp>
      <p:sp>
        <p:nvSpPr>
          <p:cNvPr id="4" name="Pladsholder til tekst 3">
            <a:extLst>
              <a:ext uri="{FF2B5EF4-FFF2-40B4-BE49-F238E27FC236}">
                <a16:creationId xmlns:a16="http://schemas.microsoft.com/office/drawing/2014/main" id="{7A6F60E8-BFA4-5207-9051-77C4C3743B8B}"/>
              </a:ext>
            </a:extLst>
          </p:cNvPr>
          <p:cNvSpPr>
            <a:spLocks noGrp="1"/>
          </p:cNvSpPr>
          <p:nvPr>
            <p:ph type="body" sz="quarter" idx="13"/>
          </p:nvPr>
        </p:nvSpPr>
        <p:spPr>
          <a:xfrm>
            <a:off x="324000" y="2484000"/>
            <a:ext cx="5373143" cy="384465"/>
          </a:xfrm>
        </p:spPr>
        <p:txBody>
          <a:bodyPr/>
          <a:lstStyle/>
          <a:p>
            <a:r>
              <a:rPr lang="en-US"/>
              <a:t>Client name / Project name</a:t>
            </a:r>
          </a:p>
        </p:txBody>
      </p:sp>
      <p:sp>
        <p:nvSpPr>
          <p:cNvPr id="5" name="Pladsholder til billede 6">
            <a:extLst>
              <a:ext uri="{FF2B5EF4-FFF2-40B4-BE49-F238E27FC236}">
                <a16:creationId xmlns:a16="http://schemas.microsoft.com/office/drawing/2014/main" id="{B7A4A63F-CF45-6CDE-C121-85BC316D3204}"/>
              </a:ext>
            </a:extLst>
          </p:cNvPr>
          <p:cNvSpPr>
            <a:spLocks noGrp="1"/>
          </p:cNvSpPr>
          <p:nvPr>
            <p:ph type="pic" sz="quarter" idx="16"/>
          </p:nvPr>
        </p:nvSpPr>
        <p:spPr>
          <a:xfrm>
            <a:off x="11271600" y="6476852"/>
            <a:ext cx="630000" cy="165600"/>
          </a:xfr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extLst>
      <p:ext uri="{BB962C8B-B14F-4D97-AF65-F5344CB8AC3E}">
        <p14:creationId xmlns:p14="http://schemas.microsoft.com/office/powerpoint/2010/main" val="193606909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C2DFB-81FF-D540-1D71-1F7A9B84D7CA}"/>
            </a:ext>
          </a:extLst>
        </p:cNvPr>
        <p:cNvGrpSpPr/>
        <p:nvPr/>
      </p:nvGrpSpPr>
      <p:grpSpPr>
        <a:xfrm>
          <a:off x="0" y="0"/>
          <a:ext cx="0" cy="0"/>
          <a:chOff x="0" y="0"/>
          <a:chExt cx="0" cy="0"/>
        </a:xfrm>
      </p:grpSpPr>
      <p:pic>
        <p:nvPicPr>
          <p:cNvPr id="7" name="Pladsholder til billede 6">
            <a:extLst>
              <a:ext uri="{FF2B5EF4-FFF2-40B4-BE49-F238E27FC236}">
                <a16:creationId xmlns:a16="http://schemas.microsoft.com/office/drawing/2014/main" id="{9D0AAA2D-13EC-44C8-80D9-0879E1BF585B}"/>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28053" b="28053"/>
          <a:stretch/>
        </p:blipFill>
        <p:spPr>
          <a:xfrm>
            <a:off x="0" y="3284538"/>
            <a:ext cx="12188824" cy="3573462"/>
          </a:xfrm>
        </p:spPr>
      </p:pic>
      <p:sp>
        <p:nvSpPr>
          <p:cNvPr id="3" name="Titel 2">
            <a:extLst>
              <a:ext uri="{FF2B5EF4-FFF2-40B4-BE49-F238E27FC236}">
                <a16:creationId xmlns:a16="http://schemas.microsoft.com/office/drawing/2014/main" id="{C1C6777E-AC10-9F85-0256-D782E9DEA24A}"/>
              </a:ext>
            </a:extLst>
          </p:cNvPr>
          <p:cNvSpPr>
            <a:spLocks noGrp="1"/>
          </p:cNvSpPr>
          <p:nvPr>
            <p:ph type="title"/>
          </p:nvPr>
        </p:nvSpPr>
        <p:spPr>
          <a:xfrm>
            <a:off x="288000" y="288000"/>
            <a:ext cx="5373143" cy="2172609"/>
          </a:xfrm>
        </p:spPr>
        <p:txBody>
          <a:bodyPr/>
          <a:lstStyle/>
          <a:p>
            <a:r>
              <a:rPr lang="en-US"/>
              <a:t>Lorem</a:t>
            </a:r>
            <a:br>
              <a:rPr lang="en-US"/>
            </a:br>
            <a:r>
              <a:rPr lang="en-US"/>
              <a:t>ipsum sit</a:t>
            </a:r>
          </a:p>
        </p:txBody>
      </p:sp>
      <p:sp>
        <p:nvSpPr>
          <p:cNvPr id="4" name="Pladsholder til tekst 3">
            <a:extLst>
              <a:ext uri="{FF2B5EF4-FFF2-40B4-BE49-F238E27FC236}">
                <a16:creationId xmlns:a16="http://schemas.microsoft.com/office/drawing/2014/main" id="{E7B80674-A3E9-C944-FE06-16C59D584E1A}"/>
              </a:ext>
            </a:extLst>
          </p:cNvPr>
          <p:cNvSpPr>
            <a:spLocks noGrp="1"/>
          </p:cNvSpPr>
          <p:nvPr>
            <p:ph type="body" sz="quarter" idx="13"/>
          </p:nvPr>
        </p:nvSpPr>
        <p:spPr>
          <a:xfrm>
            <a:off x="324000" y="2484000"/>
            <a:ext cx="5373143" cy="384465"/>
          </a:xfrm>
        </p:spPr>
        <p:txBody>
          <a:bodyPr/>
          <a:lstStyle/>
          <a:p>
            <a:r>
              <a:rPr lang="en-US"/>
              <a:t>Client name / Project name</a:t>
            </a:r>
          </a:p>
        </p:txBody>
      </p:sp>
      <p:sp>
        <p:nvSpPr>
          <p:cNvPr id="2" name="Pladsholder til billede 6">
            <a:extLst>
              <a:ext uri="{FF2B5EF4-FFF2-40B4-BE49-F238E27FC236}">
                <a16:creationId xmlns:a16="http://schemas.microsoft.com/office/drawing/2014/main" id="{010AFEEF-E95A-031F-78DE-4D086DB536C6}"/>
              </a:ext>
            </a:extLst>
          </p:cNvPr>
          <p:cNvSpPr>
            <a:spLocks noGrp="1"/>
          </p:cNvSpPr>
          <p:nvPr>
            <p:ph type="pic" sz="quarter" idx="15"/>
          </p:nvPr>
        </p:nvSpPr>
        <p:spPr>
          <a:xfrm>
            <a:off x="11271600" y="6444000"/>
            <a:ext cx="630000" cy="165600"/>
          </a:xfr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Pladsholder til billede 6">
            <a:extLst>
              <a:ext uri="{FF2B5EF4-FFF2-40B4-BE49-F238E27FC236}">
                <a16:creationId xmlns:a16="http://schemas.microsoft.com/office/drawing/2014/main" id="{D16395E0-8DD3-F96B-BDD0-170A4A9B305A}"/>
              </a:ext>
            </a:extLst>
          </p:cNvPr>
          <p:cNvSpPr>
            <a:spLocks noGrp="1"/>
          </p:cNvSpPr>
          <p:nvPr>
            <p:ph type="pic" sz="quarter" idx="16"/>
          </p:nvPr>
        </p:nvSpPr>
        <p:spPr>
          <a:xfrm>
            <a:off x="288000" y="6444000"/>
            <a:ext cx="471600" cy="165600"/>
          </a:xfr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71797478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520B7-FF59-0DAB-7203-9122A8C673FC}"/>
            </a:ext>
          </a:extLst>
        </p:cNvPr>
        <p:cNvGrpSpPr/>
        <p:nvPr/>
      </p:nvGrpSpPr>
      <p:grpSpPr>
        <a:xfrm>
          <a:off x="0" y="0"/>
          <a:ext cx="0" cy="0"/>
          <a:chOff x="0" y="0"/>
          <a:chExt cx="0" cy="0"/>
        </a:xfrm>
      </p:grpSpPr>
      <p:pic>
        <p:nvPicPr>
          <p:cNvPr id="7" name="Pladsholder til billede 6">
            <a:extLst>
              <a:ext uri="{FF2B5EF4-FFF2-40B4-BE49-F238E27FC236}">
                <a16:creationId xmlns:a16="http://schemas.microsoft.com/office/drawing/2014/main" id="{817F9EE5-FB26-3C6E-95FE-086A38A507A4}"/>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27998" b="27998"/>
          <a:stretch/>
        </p:blipFill>
        <p:spPr>
          <a:xfrm>
            <a:off x="0" y="3284538"/>
            <a:ext cx="12188824" cy="3573462"/>
          </a:xfrm>
        </p:spPr>
      </p:pic>
      <p:sp>
        <p:nvSpPr>
          <p:cNvPr id="3" name="Titel 2">
            <a:extLst>
              <a:ext uri="{FF2B5EF4-FFF2-40B4-BE49-F238E27FC236}">
                <a16:creationId xmlns:a16="http://schemas.microsoft.com/office/drawing/2014/main" id="{E4452FA1-9E48-BDCC-66BE-A22572C7F851}"/>
              </a:ext>
            </a:extLst>
          </p:cNvPr>
          <p:cNvSpPr>
            <a:spLocks noGrp="1"/>
          </p:cNvSpPr>
          <p:nvPr>
            <p:ph type="title"/>
          </p:nvPr>
        </p:nvSpPr>
        <p:spPr>
          <a:xfrm>
            <a:off x="288000" y="288000"/>
            <a:ext cx="5373143" cy="2172609"/>
          </a:xfrm>
        </p:spPr>
        <p:txBody>
          <a:bodyPr/>
          <a:lstStyle/>
          <a:p>
            <a:r>
              <a:rPr lang="en-US"/>
              <a:t>Lorem</a:t>
            </a:r>
            <a:br>
              <a:rPr lang="en-US"/>
            </a:br>
            <a:r>
              <a:rPr lang="en-US"/>
              <a:t>ipsum sit</a:t>
            </a:r>
          </a:p>
        </p:txBody>
      </p:sp>
      <p:sp>
        <p:nvSpPr>
          <p:cNvPr id="4" name="Pladsholder til tekst 3">
            <a:extLst>
              <a:ext uri="{FF2B5EF4-FFF2-40B4-BE49-F238E27FC236}">
                <a16:creationId xmlns:a16="http://schemas.microsoft.com/office/drawing/2014/main" id="{23CEBD40-CEC8-C7CB-A45C-2881427D1225}"/>
              </a:ext>
            </a:extLst>
          </p:cNvPr>
          <p:cNvSpPr>
            <a:spLocks noGrp="1"/>
          </p:cNvSpPr>
          <p:nvPr>
            <p:ph type="body" sz="quarter" idx="13"/>
          </p:nvPr>
        </p:nvSpPr>
        <p:spPr>
          <a:xfrm>
            <a:off x="324000" y="2484000"/>
            <a:ext cx="5373143" cy="384465"/>
          </a:xfrm>
        </p:spPr>
        <p:txBody>
          <a:bodyPr/>
          <a:lstStyle/>
          <a:p>
            <a:r>
              <a:rPr lang="en-US"/>
              <a:t>Client name / Project name</a:t>
            </a:r>
          </a:p>
        </p:txBody>
      </p:sp>
      <p:sp>
        <p:nvSpPr>
          <p:cNvPr id="2" name="Pladsholder til billede 6">
            <a:extLst>
              <a:ext uri="{FF2B5EF4-FFF2-40B4-BE49-F238E27FC236}">
                <a16:creationId xmlns:a16="http://schemas.microsoft.com/office/drawing/2014/main" id="{C6D8ADD4-63D7-4A5F-7136-BF973ECECA01}"/>
              </a:ext>
            </a:extLst>
          </p:cNvPr>
          <p:cNvSpPr>
            <a:spLocks noGrp="1"/>
          </p:cNvSpPr>
          <p:nvPr>
            <p:ph type="pic" sz="quarter" idx="15"/>
          </p:nvPr>
        </p:nvSpPr>
        <p:spPr>
          <a:xfrm>
            <a:off x="11271600" y="6444000"/>
            <a:ext cx="630000" cy="165600"/>
          </a:xfr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Pladsholder til billede 6">
            <a:extLst>
              <a:ext uri="{FF2B5EF4-FFF2-40B4-BE49-F238E27FC236}">
                <a16:creationId xmlns:a16="http://schemas.microsoft.com/office/drawing/2014/main" id="{A5E8BC1F-0014-7B6C-005B-27ECE059B701}"/>
              </a:ext>
            </a:extLst>
          </p:cNvPr>
          <p:cNvSpPr>
            <a:spLocks noGrp="1"/>
          </p:cNvSpPr>
          <p:nvPr>
            <p:ph type="pic" sz="quarter" idx="16"/>
          </p:nvPr>
        </p:nvSpPr>
        <p:spPr>
          <a:xfrm>
            <a:off x="288000" y="6444000"/>
            <a:ext cx="471600" cy="165600"/>
          </a:xfr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226515921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97CDA-E133-B64E-4067-6E057FAE3351}"/>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2E4A4D07-9C59-C0A8-0AE8-D0886450326E}"/>
              </a:ext>
            </a:extLst>
          </p:cNvPr>
          <p:cNvSpPr>
            <a:spLocks noGrp="1"/>
          </p:cNvSpPr>
          <p:nvPr>
            <p:ph type="title"/>
          </p:nvPr>
        </p:nvSpPr>
        <p:spPr>
          <a:xfrm>
            <a:off x="288000" y="288000"/>
            <a:ext cx="11614049" cy="1836000"/>
          </a:xfrm>
        </p:spPr>
        <p:txBody>
          <a:bodyPr/>
          <a:lstStyle/>
          <a:p>
            <a:r>
              <a:rPr lang="en-US"/>
              <a:t>Lorem ipsum sit </a:t>
            </a:r>
            <a:br>
              <a:rPr lang="en-US"/>
            </a:br>
            <a:r>
              <a:rPr lang="en-US"/>
              <a:t>amet con incidunct</a:t>
            </a:r>
          </a:p>
        </p:txBody>
      </p:sp>
      <p:sp>
        <p:nvSpPr>
          <p:cNvPr id="4" name="Pladsholder til tekst 3">
            <a:extLst>
              <a:ext uri="{FF2B5EF4-FFF2-40B4-BE49-F238E27FC236}">
                <a16:creationId xmlns:a16="http://schemas.microsoft.com/office/drawing/2014/main" id="{BCCCC330-412B-B635-E17A-E84636BD788A}"/>
              </a:ext>
            </a:extLst>
          </p:cNvPr>
          <p:cNvSpPr>
            <a:spLocks noGrp="1"/>
          </p:cNvSpPr>
          <p:nvPr>
            <p:ph type="body" sz="quarter" idx="13"/>
          </p:nvPr>
        </p:nvSpPr>
        <p:spPr>
          <a:xfrm>
            <a:off x="324000" y="2484000"/>
            <a:ext cx="9945688" cy="384465"/>
          </a:xfrm>
        </p:spPr>
        <p:txBody>
          <a:bodyPr/>
          <a:lstStyle/>
          <a:p>
            <a:r>
              <a:rPr lang="en-US"/>
              <a:t>Client name / Project name</a:t>
            </a:r>
          </a:p>
        </p:txBody>
      </p:sp>
    </p:spTree>
    <p:extLst>
      <p:ext uri="{BB962C8B-B14F-4D97-AF65-F5344CB8AC3E}">
        <p14:creationId xmlns:p14="http://schemas.microsoft.com/office/powerpoint/2010/main" val="166798832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D53EB-7B9E-FC9D-6965-7C1B218C62AE}"/>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F01DF510-A33C-4CA9-DA8D-818336251485}"/>
              </a:ext>
            </a:extLst>
          </p:cNvPr>
          <p:cNvSpPr>
            <a:spLocks noGrp="1"/>
          </p:cNvSpPr>
          <p:nvPr>
            <p:ph type="title"/>
          </p:nvPr>
        </p:nvSpPr>
        <p:spPr>
          <a:xfrm>
            <a:off x="288000" y="288000"/>
            <a:ext cx="11757598" cy="1836000"/>
          </a:xfrm>
        </p:spPr>
        <p:txBody>
          <a:bodyPr/>
          <a:lstStyle/>
          <a:p>
            <a:r>
              <a:rPr lang="en-US"/>
              <a:t>Lorem ipsum sit </a:t>
            </a:r>
            <a:br>
              <a:rPr lang="en-US"/>
            </a:br>
            <a:r>
              <a:rPr lang="en-US"/>
              <a:t>amet con incidunct</a:t>
            </a:r>
          </a:p>
        </p:txBody>
      </p:sp>
      <p:sp>
        <p:nvSpPr>
          <p:cNvPr id="4" name="Pladsholder til tekst 3">
            <a:extLst>
              <a:ext uri="{FF2B5EF4-FFF2-40B4-BE49-F238E27FC236}">
                <a16:creationId xmlns:a16="http://schemas.microsoft.com/office/drawing/2014/main" id="{7C0A9CD3-5B17-9F93-FB06-9F9E7D2BA045}"/>
              </a:ext>
            </a:extLst>
          </p:cNvPr>
          <p:cNvSpPr>
            <a:spLocks noGrp="1"/>
          </p:cNvSpPr>
          <p:nvPr>
            <p:ph type="body" sz="quarter" idx="13"/>
          </p:nvPr>
        </p:nvSpPr>
        <p:spPr>
          <a:xfrm>
            <a:off x="324000" y="2484000"/>
            <a:ext cx="9945688" cy="384465"/>
          </a:xfrm>
        </p:spPr>
        <p:txBody>
          <a:bodyPr/>
          <a:lstStyle/>
          <a:p>
            <a:r>
              <a:rPr lang="en-US"/>
              <a:t>Client name / Project name</a:t>
            </a:r>
          </a:p>
        </p:txBody>
      </p:sp>
    </p:spTree>
    <p:extLst>
      <p:ext uri="{BB962C8B-B14F-4D97-AF65-F5344CB8AC3E}">
        <p14:creationId xmlns:p14="http://schemas.microsoft.com/office/powerpoint/2010/main" val="332192330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F793D-9C79-8599-0F6B-5E2CF1859363}"/>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2FB0751C-0B27-331E-3609-F23D9F3BD3E4}"/>
              </a:ext>
            </a:extLst>
          </p:cNvPr>
          <p:cNvSpPr>
            <a:spLocks noGrp="1"/>
          </p:cNvSpPr>
          <p:nvPr>
            <p:ph type="title"/>
          </p:nvPr>
        </p:nvSpPr>
        <p:spPr>
          <a:xfrm>
            <a:off x="288000" y="288000"/>
            <a:ext cx="11757598" cy="1835999"/>
          </a:xfrm>
        </p:spPr>
        <p:txBody>
          <a:bodyPr/>
          <a:lstStyle/>
          <a:p>
            <a:r>
              <a:rPr lang="en-US"/>
              <a:t>Lorem ipsum sit </a:t>
            </a:r>
            <a:br>
              <a:rPr lang="en-US"/>
            </a:br>
            <a:r>
              <a:rPr lang="en-US"/>
              <a:t>amet con incidunct</a:t>
            </a:r>
          </a:p>
        </p:txBody>
      </p:sp>
      <p:sp>
        <p:nvSpPr>
          <p:cNvPr id="4" name="Pladsholder til tekst 3">
            <a:extLst>
              <a:ext uri="{FF2B5EF4-FFF2-40B4-BE49-F238E27FC236}">
                <a16:creationId xmlns:a16="http://schemas.microsoft.com/office/drawing/2014/main" id="{39A96CDC-5F16-5607-2206-9F25E56BFEB4}"/>
              </a:ext>
            </a:extLst>
          </p:cNvPr>
          <p:cNvSpPr>
            <a:spLocks noGrp="1"/>
          </p:cNvSpPr>
          <p:nvPr>
            <p:ph type="body" sz="quarter" idx="13"/>
          </p:nvPr>
        </p:nvSpPr>
        <p:spPr>
          <a:xfrm>
            <a:off x="324000" y="2484000"/>
            <a:ext cx="9945688" cy="384465"/>
          </a:xfrm>
        </p:spPr>
        <p:txBody>
          <a:bodyPr/>
          <a:lstStyle/>
          <a:p>
            <a:r>
              <a:rPr lang="en-US"/>
              <a:t>Client name / Project name</a:t>
            </a:r>
          </a:p>
          <a:p>
            <a:endParaRPr lang="en-US"/>
          </a:p>
        </p:txBody>
      </p:sp>
    </p:spTree>
    <p:extLst>
      <p:ext uri="{BB962C8B-B14F-4D97-AF65-F5344CB8AC3E}">
        <p14:creationId xmlns:p14="http://schemas.microsoft.com/office/powerpoint/2010/main" val="184581140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8F0A6-1269-3749-8D20-1EE4BC9DB8D0}"/>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34FCB3B0-07A2-CABB-257F-62531524AEBC}"/>
              </a:ext>
            </a:extLst>
          </p:cNvPr>
          <p:cNvSpPr>
            <a:spLocks noGrp="1"/>
          </p:cNvSpPr>
          <p:nvPr>
            <p:ph type="title"/>
          </p:nvPr>
        </p:nvSpPr>
        <p:spPr>
          <a:xfrm>
            <a:off x="288000" y="288000"/>
            <a:ext cx="11757598" cy="1835999"/>
          </a:xfrm>
        </p:spPr>
        <p:txBody>
          <a:bodyPr/>
          <a:lstStyle/>
          <a:p>
            <a:r>
              <a:rPr lang="en-US"/>
              <a:t>Lorem ipsum sit </a:t>
            </a:r>
            <a:br>
              <a:rPr lang="en-US"/>
            </a:br>
            <a:r>
              <a:rPr lang="en-US"/>
              <a:t>amet con incidunct</a:t>
            </a:r>
          </a:p>
        </p:txBody>
      </p:sp>
      <p:sp>
        <p:nvSpPr>
          <p:cNvPr id="4" name="Pladsholder til tekst 3">
            <a:extLst>
              <a:ext uri="{FF2B5EF4-FFF2-40B4-BE49-F238E27FC236}">
                <a16:creationId xmlns:a16="http://schemas.microsoft.com/office/drawing/2014/main" id="{1975A3E7-23E0-183F-4F7E-71B746E88DBE}"/>
              </a:ext>
            </a:extLst>
          </p:cNvPr>
          <p:cNvSpPr>
            <a:spLocks noGrp="1"/>
          </p:cNvSpPr>
          <p:nvPr>
            <p:ph type="body" sz="quarter" idx="13"/>
          </p:nvPr>
        </p:nvSpPr>
        <p:spPr>
          <a:xfrm>
            <a:off x="324000" y="2484000"/>
            <a:ext cx="9945688" cy="384465"/>
          </a:xfrm>
        </p:spPr>
        <p:txBody>
          <a:bodyPr/>
          <a:lstStyle/>
          <a:p>
            <a:r>
              <a:rPr lang="en-US"/>
              <a:t>Client name / Project name</a:t>
            </a:r>
          </a:p>
          <a:p>
            <a:endParaRPr lang="en-US"/>
          </a:p>
        </p:txBody>
      </p:sp>
    </p:spTree>
    <p:extLst>
      <p:ext uri="{BB962C8B-B14F-4D97-AF65-F5344CB8AC3E}">
        <p14:creationId xmlns:p14="http://schemas.microsoft.com/office/powerpoint/2010/main" val="211100433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15A99-B99E-4B06-5E71-F2FE1984C684}"/>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AA524ABA-0680-5A0A-163F-58A95DA00ACB}"/>
              </a:ext>
            </a:extLst>
          </p:cNvPr>
          <p:cNvSpPr>
            <a:spLocks noGrp="1"/>
          </p:cNvSpPr>
          <p:nvPr>
            <p:ph type="title"/>
          </p:nvPr>
        </p:nvSpPr>
        <p:spPr>
          <a:xfrm>
            <a:off x="288000" y="288000"/>
            <a:ext cx="11757598" cy="1835999"/>
          </a:xfrm>
        </p:spPr>
        <p:txBody>
          <a:bodyPr/>
          <a:lstStyle/>
          <a:p>
            <a:r>
              <a:rPr lang="en-US"/>
              <a:t>Lorem ipsum sit </a:t>
            </a:r>
            <a:br>
              <a:rPr lang="en-US"/>
            </a:br>
            <a:r>
              <a:rPr lang="en-US"/>
              <a:t>amet con incidunct</a:t>
            </a:r>
          </a:p>
        </p:txBody>
      </p:sp>
      <p:sp>
        <p:nvSpPr>
          <p:cNvPr id="4" name="Pladsholder til tekst 3">
            <a:extLst>
              <a:ext uri="{FF2B5EF4-FFF2-40B4-BE49-F238E27FC236}">
                <a16:creationId xmlns:a16="http://schemas.microsoft.com/office/drawing/2014/main" id="{5812C5A7-1460-8083-C0CD-0251A7DA60D3}"/>
              </a:ext>
            </a:extLst>
          </p:cNvPr>
          <p:cNvSpPr>
            <a:spLocks noGrp="1"/>
          </p:cNvSpPr>
          <p:nvPr>
            <p:ph type="body" sz="quarter" idx="13"/>
          </p:nvPr>
        </p:nvSpPr>
        <p:spPr>
          <a:xfrm>
            <a:off x="324000" y="2484000"/>
            <a:ext cx="9945688" cy="384465"/>
          </a:xfrm>
        </p:spPr>
        <p:txBody>
          <a:bodyPr/>
          <a:lstStyle/>
          <a:p>
            <a:r>
              <a:rPr lang="en-US"/>
              <a:t>Client name / Project name</a:t>
            </a:r>
          </a:p>
          <a:p>
            <a:endParaRPr lang="en-US"/>
          </a:p>
        </p:txBody>
      </p:sp>
    </p:spTree>
    <p:extLst>
      <p:ext uri="{BB962C8B-B14F-4D97-AF65-F5344CB8AC3E}">
        <p14:creationId xmlns:p14="http://schemas.microsoft.com/office/powerpoint/2010/main" val="248833467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A6C351-07D2-0D28-B8CD-9E0434CEB8AD}"/>
              </a:ext>
            </a:extLst>
          </p:cNvPr>
          <p:cNvSpPr>
            <a:spLocks noGrp="1"/>
          </p:cNvSpPr>
          <p:nvPr>
            <p:ph type="title"/>
          </p:nvPr>
        </p:nvSpPr>
        <p:spPr>
          <a:xfrm>
            <a:off x="288000" y="252000"/>
            <a:ext cx="5760938" cy="1093915"/>
          </a:xfrm>
        </p:spPr>
        <p:txBody>
          <a:bodyPr/>
          <a:lstStyle/>
          <a:p>
            <a:r>
              <a:rPr lang="en-US" sz="2400"/>
              <a:t>Lorem ipsum sit amet</a:t>
            </a:r>
            <a:br>
              <a:rPr lang="en-US"/>
            </a:br>
            <a:r>
              <a:rPr lang="en-US"/>
              <a:t>Con incidunct</a:t>
            </a:r>
          </a:p>
        </p:txBody>
      </p:sp>
      <p:sp>
        <p:nvSpPr>
          <p:cNvPr id="5" name="Pladsholder til tekst 4">
            <a:extLst>
              <a:ext uri="{FF2B5EF4-FFF2-40B4-BE49-F238E27FC236}">
                <a16:creationId xmlns:a16="http://schemas.microsoft.com/office/drawing/2014/main" id="{CA5AEEA5-FD48-DFBE-8103-C63805C3B6AC}"/>
              </a:ext>
            </a:extLst>
          </p:cNvPr>
          <p:cNvSpPr>
            <a:spLocks noGrp="1"/>
          </p:cNvSpPr>
          <p:nvPr>
            <p:ph type="body" sz="quarter" idx="13"/>
          </p:nvPr>
        </p:nvSpPr>
        <p:spPr>
          <a:xfrm>
            <a:off x="288000" y="1425575"/>
            <a:ext cx="5754941" cy="2003425"/>
          </a:xfrm>
        </p:spPr>
        <p:txBody>
          <a:bodyPr/>
          <a:lstStyle/>
          <a:p>
            <a:r>
              <a:rPr lang="da-DK"/>
              <a:t>Caborepe porum exerume nobitio nsequos dellat ut as duntese cor aspit poris modignit alibus vollore, sint la venditatur, officia et, sequasped qui re que volorep erspero vidundic tenit quodignim cuptasp icabore hendis dipsam, cullania eicae et moloriam, aut fugit, voluptio im voluptatume nim fugiae niet volorestis evenditati restect incitae.</a:t>
            </a:r>
          </a:p>
          <a:p>
            <a:endParaRPr lang="da-DK"/>
          </a:p>
          <a:p>
            <a:endParaRPr lang="en-US"/>
          </a:p>
        </p:txBody>
      </p:sp>
    </p:spTree>
    <p:extLst>
      <p:ext uri="{BB962C8B-B14F-4D97-AF65-F5344CB8AC3E}">
        <p14:creationId xmlns:p14="http://schemas.microsoft.com/office/powerpoint/2010/main" val="7697698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B96B1-BF95-F202-CCB8-F95D5C8446B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69B9869-44D6-FF62-FB7E-365C7BB3CEE7}"/>
              </a:ext>
            </a:extLst>
          </p:cNvPr>
          <p:cNvSpPr>
            <a:spLocks noGrp="1"/>
          </p:cNvSpPr>
          <p:nvPr>
            <p:ph type="title"/>
          </p:nvPr>
        </p:nvSpPr>
        <p:spPr>
          <a:xfrm>
            <a:off x="288000" y="252000"/>
            <a:ext cx="5760938" cy="1093915"/>
          </a:xfrm>
        </p:spPr>
        <p:txBody>
          <a:bodyPr/>
          <a:lstStyle/>
          <a:p>
            <a:r>
              <a:rPr lang="en-US" sz="2400"/>
              <a:t>Lorem ipsum sit amet</a:t>
            </a:r>
          </a:p>
        </p:txBody>
      </p:sp>
      <p:sp>
        <p:nvSpPr>
          <p:cNvPr id="5" name="Pladsholder til tekst 4">
            <a:extLst>
              <a:ext uri="{FF2B5EF4-FFF2-40B4-BE49-F238E27FC236}">
                <a16:creationId xmlns:a16="http://schemas.microsoft.com/office/drawing/2014/main" id="{FCC4E9FD-B508-A3E7-3DC5-7C19485CAE10}"/>
              </a:ext>
            </a:extLst>
          </p:cNvPr>
          <p:cNvSpPr>
            <a:spLocks noGrp="1"/>
          </p:cNvSpPr>
          <p:nvPr>
            <p:ph type="body" sz="quarter" idx="13"/>
          </p:nvPr>
        </p:nvSpPr>
        <p:spPr>
          <a:xfrm>
            <a:off x="287338" y="736836"/>
            <a:ext cx="5756275" cy="2003425"/>
          </a:xfrm>
        </p:spPr>
        <p:txBody>
          <a:bodyPr/>
          <a:lstStyle/>
          <a:p>
            <a:r>
              <a:rPr lang="da-DK"/>
              <a:t>Caborepe porum exerume nobitio nsequos dellat ut as duntese cor aspit poris modignit alibus vollore, sint la venditatur, officia et, sequasped qui re que volorep erspero vidundic tenit quodignim cuptasp icabore hendis dipsam, cullania eicae et moloriam, aut fugit, voluptio im voluptatume nim fugiae niet volorestis evenditati restect incitae.</a:t>
            </a:r>
          </a:p>
          <a:p>
            <a:endParaRPr lang="da-DK"/>
          </a:p>
          <a:p>
            <a:endParaRPr lang="en-US"/>
          </a:p>
        </p:txBody>
      </p:sp>
    </p:spTree>
    <p:extLst>
      <p:ext uri="{BB962C8B-B14F-4D97-AF65-F5344CB8AC3E}">
        <p14:creationId xmlns:p14="http://schemas.microsoft.com/office/powerpoint/2010/main" val="124142471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7988A-109E-7A7D-2B22-0E937C8C6211}"/>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C12EFD58-8C97-9539-1CE5-8B5DE16D06CA}"/>
              </a:ext>
            </a:extLst>
          </p:cNvPr>
          <p:cNvSpPr>
            <a:spLocks noGrp="1"/>
          </p:cNvSpPr>
          <p:nvPr>
            <p:ph type="title"/>
          </p:nvPr>
        </p:nvSpPr>
        <p:spPr>
          <a:xfrm>
            <a:off x="288000" y="288000"/>
            <a:ext cx="11757598" cy="1835999"/>
          </a:xfrm>
        </p:spPr>
        <p:txBody>
          <a:bodyPr/>
          <a:lstStyle/>
          <a:p>
            <a:r>
              <a:rPr lang="en-US"/>
              <a:t>Lorem ipsum sit </a:t>
            </a:r>
            <a:br>
              <a:rPr lang="en-US"/>
            </a:br>
            <a:r>
              <a:rPr lang="en-US"/>
              <a:t>amet con incidunct</a:t>
            </a:r>
          </a:p>
        </p:txBody>
      </p:sp>
      <p:sp>
        <p:nvSpPr>
          <p:cNvPr id="4" name="Pladsholder til tekst 3">
            <a:extLst>
              <a:ext uri="{FF2B5EF4-FFF2-40B4-BE49-F238E27FC236}">
                <a16:creationId xmlns:a16="http://schemas.microsoft.com/office/drawing/2014/main" id="{19616A3F-872A-B09C-362A-AB99BF1A9E8A}"/>
              </a:ext>
            </a:extLst>
          </p:cNvPr>
          <p:cNvSpPr>
            <a:spLocks noGrp="1"/>
          </p:cNvSpPr>
          <p:nvPr>
            <p:ph type="body" sz="quarter" idx="13"/>
          </p:nvPr>
        </p:nvSpPr>
        <p:spPr>
          <a:xfrm>
            <a:off x="324000" y="2484000"/>
            <a:ext cx="9945688" cy="384465"/>
          </a:xfrm>
        </p:spPr>
        <p:txBody>
          <a:bodyPr/>
          <a:lstStyle/>
          <a:p>
            <a:r>
              <a:rPr lang="en-US"/>
              <a:t>Client name / Project name</a:t>
            </a:r>
          </a:p>
        </p:txBody>
      </p:sp>
    </p:spTree>
    <p:extLst>
      <p:ext uri="{BB962C8B-B14F-4D97-AF65-F5344CB8AC3E}">
        <p14:creationId xmlns:p14="http://schemas.microsoft.com/office/powerpoint/2010/main" val="142690333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A8596-1FB5-C0F1-9A91-3A8CBC89147A}"/>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91B834B2-B463-D12A-2451-A5BB79606211}"/>
              </a:ext>
            </a:extLst>
          </p:cNvPr>
          <p:cNvSpPr>
            <a:spLocks noGrp="1"/>
          </p:cNvSpPr>
          <p:nvPr>
            <p:ph type="title"/>
          </p:nvPr>
        </p:nvSpPr>
        <p:spPr>
          <a:xfrm>
            <a:off x="288000" y="288000"/>
            <a:ext cx="11757598" cy="1836000"/>
          </a:xfrm>
        </p:spPr>
        <p:txBody>
          <a:bodyPr/>
          <a:lstStyle/>
          <a:p>
            <a:r>
              <a:rPr lang="en-US"/>
              <a:t>Lorem</a:t>
            </a:r>
            <a:br>
              <a:rPr lang="en-US"/>
            </a:br>
            <a:r>
              <a:rPr lang="en-US"/>
              <a:t>incidunct</a:t>
            </a:r>
          </a:p>
        </p:txBody>
      </p:sp>
      <p:sp>
        <p:nvSpPr>
          <p:cNvPr id="4" name="Pladsholder til tekst 3">
            <a:extLst>
              <a:ext uri="{FF2B5EF4-FFF2-40B4-BE49-F238E27FC236}">
                <a16:creationId xmlns:a16="http://schemas.microsoft.com/office/drawing/2014/main" id="{2EF2E91A-FA83-EAA9-EBC1-CE99DFF0F3C8}"/>
              </a:ext>
            </a:extLst>
          </p:cNvPr>
          <p:cNvSpPr>
            <a:spLocks noGrp="1"/>
          </p:cNvSpPr>
          <p:nvPr>
            <p:ph type="body" sz="quarter" idx="13"/>
          </p:nvPr>
        </p:nvSpPr>
        <p:spPr>
          <a:xfrm>
            <a:off x="324000" y="2484000"/>
            <a:ext cx="9945688" cy="384465"/>
          </a:xfrm>
        </p:spPr>
        <p:txBody>
          <a:bodyPr/>
          <a:lstStyle/>
          <a:p>
            <a:r>
              <a:rPr lang="en-US"/>
              <a:t>Client name / Project name</a:t>
            </a:r>
          </a:p>
        </p:txBody>
      </p:sp>
    </p:spTree>
    <p:extLst>
      <p:ext uri="{BB962C8B-B14F-4D97-AF65-F5344CB8AC3E}">
        <p14:creationId xmlns:p14="http://schemas.microsoft.com/office/powerpoint/2010/main" val="377656093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84502-32BF-3978-B362-9D104DC56B44}"/>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163A1FAC-922F-A263-9F98-60A935E0C312}"/>
              </a:ext>
            </a:extLst>
          </p:cNvPr>
          <p:cNvSpPr>
            <a:spLocks noGrp="1"/>
          </p:cNvSpPr>
          <p:nvPr>
            <p:ph type="title"/>
          </p:nvPr>
        </p:nvSpPr>
        <p:spPr>
          <a:xfrm>
            <a:off x="288000" y="288000"/>
            <a:ext cx="11757598" cy="1836000"/>
          </a:xfrm>
        </p:spPr>
        <p:txBody>
          <a:bodyPr/>
          <a:lstStyle/>
          <a:p>
            <a:r>
              <a:rPr lang="en-US"/>
              <a:t>Lorem</a:t>
            </a:r>
            <a:br>
              <a:rPr lang="en-US"/>
            </a:br>
            <a:r>
              <a:rPr lang="en-US"/>
              <a:t>incidunct</a:t>
            </a:r>
          </a:p>
        </p:txBody>
      </p:sp>
      <p:sp>
        <p:nvSpPr>
          <p:cNvPr id="4" name="Pladsholder til tekst 3">
            <a:extLst>
              <a:ext uri="{FF2B5EF4-FFF2-40B4-BE49-F238E27FC236}">
                <a16:creationId xmlns:a16="http://schemas.microsoft.com/office/drawing/2014/main" id="{4E694433-D08C-9908-3F9D-0B77B89CACEC}"/>
              </a:ext>
            </a:extLst>
          </p:cNvPr>
          <p:cNvSpPr>
            <a:spLocks noGrp="1"/>
          </p:cNvSpPr>
          <p:nvPr>
            <p:ph type="body" sz="quarter" idx="13"/>
          </p:nvPr>
        </p:nvSpPr>
        <p:spPr>
          <a:xfrm>
            <a:off x="324000" y="2484000"/>
            <a:ext cx="9945688" cy="384465"/>
          </a:xfrm>
        </p:spPr>
        <p:txBody>
          <a:bodyPr/>
          <a:lstStyle/>
          <a:p>
            <a:r>
              <a:rPr lang="en-US"/>
              <a:t>Client name / Project name</a:t>
            </a:r>
          </a:p>
        </p:txBody>
      </p:sp>
    </p:spTree>
    <p:extLst>
      <p:ext uri="{BB962C8B-B14F-4D97-AF65-F5344CB8AC3E}">
        <p14:creationId xmlns:p14="http://schemas.microsoft.com/office/powerpoint/2010/main" val="138120086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DCB0D-D86F-5B95-682D-9B2AC9E47420}"/>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86B14657-4C69-B116-E332-6A6BC4D72B4F}"/>
              </a:ext>
            </a:extLst>
          </p:cNvPr>
          <p:cNvSpPr>
            <a:spLocks noGrp="1"/>
          </p:cNvSpPr>
          <p:nvPr>
            <p:ph type="title"/>
          </p:nvPr>
        </p:nvSpPr>
        <p:spPr>
          <a:xfrm>
            <a:off x="288000" y="288000"/>
            <a:ext cx="11757598" cy="1836000"/>
          </a:xfrm>
        </p:spPr>
        <p:txBody>
          <a:bodyPr/>
          <a:lstStyle/>
          <a:p>
            <a:r>
              <a:rPr lang="en-US"/>
              <a:t>Lorem</a:t>
            </a:r>
            <a:br>
              <a:rPr lang="en-US"/>
            </a:br>
            <a:r>
              <a:rPr lang="en-US"/>
              <a:t>incidunct</a:t>
            </a:r>
          </a:p>
        </p:txBody>
      </p:sp>
      <p:sp>
        <p:nvSpPr>
          <p:cNvPr id="4" name="Pladsholder til tekst 3">
            <a:extLst>
              <a:ext uri="{FF2B5EF4-FFF2-40B4-BE49-F238E27FC236}">
                <a16:creationId xmlns:a16="http://schemas.microsoft.com/office/drawing/2014/main" id="{03F3DE11-3EB3-9858-1F64-F47D8C9CE55C}"/>
              </a:ext>
            </a:extLst>
          </p:cNvPr>
          <p:cNvSpPr>
            <a:spLocks noGrp="1"/>
          </p:cNvSpPr>
          <p:nvPr>
            <p:ph type="body" sz="quarter" idx="13"/>
          </p:nvPr>
        </p:nvSpPr>
        <p:spPr>
          <a:xfrm>
            <a:off x="324000" y="2484000"/>
            <a:ext cx="9936213" cy="384465"/>
          </a:xfrm>
        </p:spPr>
        <p:txBody>
          <a:bodyPr/>
          <a:lstStyle/>
          <a:p>
            <a:r>
              <a:rPr lang="en-US"/>
              <a:t>Client name / Project name</a:t>
            </a:r>
          </a:p>
        </p:txBody>
      </p:sp>
    </p:spTree>
    <p:extLst>
      <p:ext uri="{BB962C8B-B14F-4D97-AF65-F5344CB8AC3E}">
        <p14:creationId xmlns:p14="http://schemas.microsoft.com/office/powerpoint/2010/main" val="257871233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el 14">
            <a:extLst>
              <a:ext uri="{FF2B5EF4-FFF2-40B4-BE49-F238E27FC236}">
                <a16:creationId xmlns:a16="http://schemas.microsoft.com/office/drawing/2014/main" id="{3BAE0CBC-7BDB-4D37-9AC2-A9B76FBED9ED}"/>
              </a:ext>
            </a:extLst>
          </p:cNvPr>
          <p:cNvGraphicFramePr>
            <a:graphicFrameLocks noGrp="1"/>
          </p:cNvGraphicFramePr>
          <p:nvPr>
            <p:extLst>
              <p:ext uri="{D42A27DB-BD31-4B8C-83A1-F6EECF244321}">
                <p14:modId xmlns:p14="http://schemas.microsoft.com/office/powerpoint/2010/main" val="2775578201"/>
              </p:ext>
            </p:extLst>
          </p:nvPr>
        </p:nvGraphicFramePr>
        <p:xfrm>
          <a:off x="6156325" y="181537"/>
          <a:ext cx="5780087" cy="4248472"/>
        </p:xfrm>
        <a:graphic>
          <a:graphicData uri="http://schemas.openxmlformats.org/drawingml/2006/table">
            <a:tbl>
              <a:tblPr firstRow="1" bandRow="1">
                <a:tableStyleId>{5C22544A-7EE6-4342-B048-85BDC9FD1C3A}</a:tableStyleId>
              </a:tblPr>
              <a:tblGrid>
                <a:gridCol w="733353">
                  <a:extLst>
                    <a:ext uri="{9D8B030D-6E8A-4147-A177-3AD203B41FA5}">
                      <a16:colId xmlns:a16="http://schemas.microsoft.com/office/drawing/2014/main" val="1028424974"/>
                    </a:ext>
                  </a:extLst>
                </a:gridCol>
                <a:gridCol w="5046734">
                  <a:extLst>
                    <a:ext uri="{9D8B030D-6E8A-4147-A177-3AD203B41FA5}">
                      <a16:colId xmlns:a16="http://schemas.microsoft.com/office/drawing/2014/main" val="4239876561"/>
                    </a:ext>
                  </a:extLst>
                </a:gridCol>
              </a:tblGrid>
              <a:tr h="531059">
                <a:tc>
                  <a:txBody>
                    <a:bodyPr/>
                    <a:lstStyle/>
                    <a:p>
                      <a:r>
                        <a:rPr lang="en-US" sz="2800" b="0">
                          <a:solidFill>
                            <a:schemeClr val="tx2"/>
                          </a:solidFill>
                        </a:rPr>
                        <a:t>01</a:t>
                      </a:r>
                    </a:p>
                  </a:txBody>
                  <a:tcPr>
                    <a:lnB w="9525" cap="flat" cmpd="sng" algn="ctr">
                      <a:solidFill>
                        <a:schemeClr val="tx2"/>
                      </a:solidFill>
                      <a:prstDash val="solid"/>
                      <a:round/>
                      <a:headEnd type="none" w="med" len="med"/>
                      <a:tailEnd type="none" w="med" len="med"/>
                    </a:lnB>
                    <a:noFill/>
                  </a:tcPr>
                </a:tc>
                <a:tc>
                  <a:txBody>
                    <a:bodyPr/>
                    <a:lstStyle/>
                    <a:p>
                      <a:pPr marL="0" marR="0" lvl="0" indent="0" algn="l" defTabSz="1275934" rtl="0" eaLnBrk="1" fontAlgn="auto" latinLnBrk="0" hangingPunct="1">
                        <a:lnSpc>
                          <a:spcPct val="100000"/>
                        </a:lnSpc>
                        <a:spcBef>
                          <a:spcPts val="0"/>
                        </a:spcBef>
                        <a:spcAft>
                          <a:spcPts val="0"/>
                        </a:spcAft>
                        <a:buClrTx/>
                        <a:buSzTx/>
                        <a:buFontTx/>
                        <a:buNone/>
                        <a:tabLst/>
                        <a:defRPr/>
                      </a:pPr>
                      <a:r>
                        <a:rPr lang="en-US" sz="2800" b="0">
                          <a:solidFill>
                            <a:schemeClr val="tx2"/>
                          </a:solidFill>
                        </a:rPr>
                        <a:t>Lorem ipsum sit amet</a:t>
                      </a:r>
                    </a:p>
                  </a:txBody>
                  <a:tcPr>
                    <a:lnB w="952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090219515"/>
                  </a:ext>
                </a:extLst>
              </a:tr>
              <a:tr h="531059">
                <a:tc>
                  <a:txBody>
                    <a:bodyPr/>
                    <a:lstStyle/>
                    <a:p>
                      <a:r>
                        <a:rPr lang="en-US" sz="2800" b="0">
                          <a:solidFill>
                            <a:schemeClr val="tx2"/>
                          </a:solidFill>
                        </a:rPr>
                        <a:t>02</a:t>
                      </a:r>
                    </a:p>
                  </a:txBody>
                  <a:tcP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a:txBody>
                    <a:bodyPr/>
                    <a:lstStyle/>
                    <a:p>
                      <a:r>
                        <a:rPr lang="en-US" sz="2800"/>
                        <a:t>Donec non</a:t>
                      </a:r>
                      <a:endParaRPr lang="en-US" sz="2800" b="0">
                        <a:solidFill>
                          <a:schemeClr val="tx2"/>
                        </a:solidFill>
                      </a:endParaRPr>
                    </a:p>
                  </a:txBody>
                  <a:tcP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983218592"/>
                  </a:ext>
                </a:extLst>
              </a:tr>
              <a:tr h="531059">
                <a:tc>
                  <a:txBody>
                    <a:bodyPr/>
                    <a:lstStyle/>
                    <a:p>
                      <a:r>
                        <a:rPr lang="en-US" sz="2800" b="0">
                          <a:solidFill>
                            <a:schemeClr val="tx2"/>
                          </a:solidFill>
                        </a:rPr>
                        <a:t>03</a:t>
                      </a:r>
                    </a:p>
                  </a:txBody>
                  <a:tcP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a:txBody>
                    <a:bodyPr/>
                    <a:lstStyle/>
                    <a:p>
                      <a:r>
                        <a:rPr lang="en-US" sz="2800" b="0">
                          <a:solidFill>
                            <a:schemeClr val="tx2"/>
                          </a:solidFill>
                        </a:rPr>
                        <a:t>Mauris pharetra lorem</a:t>
                      </a:r>
                    </a:p>
                  </a:txBody>
                  <a:tcP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967947242"/>
                  </a:ext>
                </a:extLst>
              </a:tr>
              <a:tr h="531059">
                <a:tc>
                  <a:txBody>
                    <a:bodyPr/>
                    <a:lstStyle/>
                    <a:p>
                      <a:r>
                        <a:rPr lang="en-US" sz="2800" b="0">
                          <a:solidFill>
                            <a:schemeClr val="tx2"/>
                          </a:solidFill>
                        </a:rPr>
                        <a:t>04</a:t>
                      </a:r>
                    </a:p>
                  </a:txBody>
                  <a:tcP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a:txBody>
                    <a:bodyPr/>
                    <a:lstStyle/>
                    <a:p>
                      <a:r>
                        <a:rPr lang="en-US" sz="2800" b="0">
                          <a:solidFill>
                            <a:schemeClr val="tx2"/>
                          </a:solidFill>
                        </a:rPr>
                        <a:t>Suspendisse sed</a:t>
                      </a:r>
                    </a:p>
                  </a:txBody>
                  <a:tcP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4291380250"/>
                  </a:ext>
                </a:extLst>
              </a:tr>
              <a:tr h="531059">
                <a:tc>
                  <a:txBody>
                    <a:bodyPr/>
                    <a:lstStyle/>
                    <a:p>
                      <a:r>
                        <a:rPr lang="en-US" sz="2800" b="0">
                          <a:solidFill>
                            <a:schemeClr val="tx2"/>
                          </a:solidFill>
                        </a:rPr>
                        <a:t>05</a:t>
                      </a:r>
                    </a:p>
                  </a:txBody>
                  <a:tcP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a:txBody>
                    <a:bodyPr/>
                    <a:lstStyle/>
                    <a:p>
                      <a:r>
                        <a:rPr lang="en-US" sz="2800" b="0">
                          <a:solidFill>
                            <a:schemeClr val="tx2"/>
                          </a:solidFill>
                        </a:rPr>
                        <a:t>A ligula rutrum venenatis</a:t>
                      </a:r>
                    </a:p>
                  </a:txBody>
                  <a:tcP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620145121"/>
                  </a:ext>
                </a:extLst>
              </a:tr>
              <a:tr h="531059">
                <a:tc>
                  <a:txBody>
                    <a:bodyPr/>
                    <a:lstStyle/>
                    <a:p>
                      <a:r>
                        <a:rPr lang="en-US" sz="2800" b="0">
                          <a:solidFill>
                            <a:schemeClr val="tx2"/>
                          </a:solidFill>
                        </a:rPr>
                        <a:t>06</a:t>
                      </a:r>
                    </a:p>
                  </a:txBody>
                  <a:tcP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a:txBody>
                    <a:bodyPr/>
                    <a:lstStyle/>
                    <a:p>
                      <a:r>
                        <a:rPr lang="en-US" sz="2800" b="0">
                          <a:solidFill>
                            <a:schemeClr val="tx2"/>
                          </a:solidFill>
                        </a:rPr>
                        <a:t>Onec non sem</a:t>
                      </a:r>
                    </a:p>
                  </a:txBody>
                  <a:tcP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4032045"/>
                  </a:ext>
                </a:extLst>
              </a:tr>
              <a:tr h="531059">
                <a:tc>
                  <a:txBody>
                    <a:bodyPr/>
                    <a:lstStyle/>
                    <a:p>
                      <a:r>
                        <a:rPr lang="en-US" sz="2800" b="0">
                          <a:solidFill>
                            <a:schemeClr val="tx2"/>
                          </a:solidFill>
                        </a:rPr>
                        <a:t>07</a:t>
                      </a:r>
                    </a:p>
                  </a:txBody>
                  <a:tcP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a:txBody>
                    <a:bodyPr/>
                    <a:lstStyle/>
                    <a:p>
                      <a:r>
                        <a:rPr lang="en-US" sz="2800" b="0">
                          <a:solidFill>
                            <a:schemeClr val="tx2"/>
                          </a:solidFill>
                        </a:rPr>
                        <a:t>Mauris pharetra lorem</a:t>
                      </a:r>
                    </a:p>
                  </a:txBody>
                  <a:tcP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0398070"/>
                  </a:ext>
                </a:extLst>
              </a:tr>
              <a:tr h="531059">
                <a:tc>
                  <a:txBody>
                    <a:bodyPr/>
                    <a:lstStyle/>
                    <a:p>
                      <a:r>
                        <a:rPr lang="en-US" sz="2800" b="0">
                          <a:solidFill>
                            <a:schemeClr val="tx2"/>
                          </a:solidFill>
                        </a:rPr>
                        <a:t>08</a:t>
                      </a:r>
                    </a:p>
                  </a:txBody>
                  <a:tcPr>
                    <a:lnT w="9525" cap="flat" cmpd="sng" algn="ctr">
                      <a:solidFill>
                        <a:schemeClr val="tx2"/>
                      </a:solidFill>
                      <a:prstDash val="solid"/>
                      <a:round/>
                      <a:headEnd type="none" w="med" len="med"/>
                      <a:tailEnd type="none" w="med" len="med"/>
                    </a:lnT>
                    <a:noFill/>
                  </a:tcPr>
                </a:tc>
                <a:tc>
                  <a:txBody>
                    <a:bodyPr/>
                    <a:lstStyle/>
                    <a:p>
                      <a:r>
                        <a:rPr lang="en-US" sz="2800" b="0">
                          <a:solidFill>
                            <a:schemeClr val="tx2"/>
                          </a:solidFill>
                        </a:rPr>
                        <a:t>Suspensisse sed ague</a:t>
                      </a:r>
                    </a:p>
                  </a:txBody>
                  <a:tcPr>
                    <a:lnT w="9525" cap="flat" cmpd="sng" algn="ctr">
                      <a:solidFill>
                        <a:schemeClr val="tx2"/>
                      </a:solidFill>
                      <a:prstDash val="solid"/>
                      <a:round/>
                      <a:headEnd type="none" w="med" len="med"/>
                      <a:tailEnd type="none" w="med" len="med"/>
                    </a:lnT>
                    <a:noFill/>
                  </a:tcPr>
                </a:tc>
                <a:extLst>
                  <a:ext uri="{0D108BD9-81ED-4DB2-BD59-A6C34878D82A}">
                    <a16:rowId xmlns:a16="http://schemas.microsoft.com/office/drawing/2014/main" val="1982415373"/>
                  </a:ext>
                </a:extLst>
              </a:tr>
            </a:tbl>
          </a:graphicData>
        </a:graphic>
      </p:graphicFrame>
      <p:sp>
        <p:nvSpPr>
          <p:cNvPr id="2" name="Titel 1">
            <a:extLst>
              <a:ext uri="{FF2B5EF4-FFF2-40B4-BE49-F238E27FC236}">
                <a16:creationId xmlns:a16="http://schemas.microsoft.com/office/drawing/2014/main" id="{5EA6A9F7-3665-7BCD-657F-BA7444D9B1DE}"/>
              </a:ext>
            </a:extLst>
          </p:cNvPr>
          <p:cNvSpPr>
            <a:spLocks noGrp="1"/>
          </p:cNvSpPr>
          <p:nvPr>
            <p:ph type="title"/>
          </p:nvPr>
        </p:nvSpPr>
        <p:spPr>
          <a:xfrm>
            <a:off x="288000" y="288000"/>
            <a:ext cx="5752412" cy="1914096"/>
          </a:xfrm>
        </p:spPr>
        <p:txBody>
          <a:bodyPr/>
          <a:lstStyle/>
          <a:p>
            <a:r>
              <a:rPr lang="en-US"/>
              <a:t>Agenda:</a:t>
            </a:r>
          </a:p>
        </p:txBody>
      </p:sp>
    </p:spTree>
    <p:extLst>
      <p:ext uri="{BB962C8B-B14F-4D97-AF65-F5344CB8AC3E}">
        <p14:creationId xmlns:p14="http://schemas.microsoft.com/office/powerpoint/2010/main" val="421205059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1EE1D3-7799-87CB-9E78-43E786BAEB2F}"/>
              </a:ext>
            </a:extLst>
          </p:cNvPr>
          <p:cNvSpPr>
            <a:spLocks noGrp="1"/>
          </p:cNvSpPr>
          <p:nvPr>
            <p:ph type="title"/>
          </p:nvPr>
        </p:nvSpPr>
        <p:spPr>
          <a:xfrm>
            <a:off x="288000" y="288000"/>
            <a:ext cx="5752412" cy="729762"/>
          </a:xfrm>
        </p:spPr>
        <p:txBody>
          <a:bodyPr/>
          <a:lstStyle/>
          <a:p>
            <a:r>
              <a:rPr lang="en-US"/>
              <a:t>Lorem ipsum </a:t>
            </a:r>
            <a:br>
              <a:rPr lang="en-US"/>
            </a:br>
            <a:r>
              <a:rPr lang="en-US"/>
              <a:t>sit amet</a:t>
            </a:r>
          </a:p>
        </p:txBody>
      </p:sp>
      <p:sp>
        <p:nvSpPr>
          <p:cNvPr id="5" name="Pladsholder til indhold 4">
            <a:extLst>
              <a:ext uri="{FF2B5EF4-FFF2-40B4-BE49-F238E27FC236}">
                <a16:creationId xmlns:a16="http://schemas.microsoft.com/office/drawing/2014/main" id="{F9D73B86-91A5-30EF-F358-1E6DAE77D5F8}"/>
              </a:ext>
            </a:extLst>
          </p:cNvPr>
          <p:cNvSpPr>
            <a:spLocks noGrp="1"/>
          </p:cNvSpPr>
          <p:nvPr>
            <p:ph idx="15"/>
          </p:nvPr>
        </p:nvSpPr>
        <p:spPr>
          <a:xfrm>
            <a:off x="6145882" y="1527349"/>
            <a:ext cx="5752413" cy="4518248"/>
          </a:xfrm>
        </p:spPr>
        <p:txBody>
          <a:bodyPr/>
          <a:lstStyle/>
          <a:p>
            <a:r>
              <a:rPr lang="da-DK"/>
              <a:t>Caborepe porum exerume nobitio nsequos dellat ut as duntese cor aspit poris modignit alibus vollore, sint la venditatur, officia et, sequasped qui re que volorep erspero vidundic tenit quodignim cuptasp icabore hendis dipsam, cullania eicae et moloriam, aut fugit, voluptio im voluptatume nim fugiae niet volorestis evenditati restect incitae.</a:t>
            </a:r>
          </a:p>
          <a:p>
            <a:endParaRPr lang="da-DK"/>
          </a:p>
          <a:p>
            <a:endParaRPr lang="en-US"/>
          </a:p>
        </p:txBody>
      </p:sp>
      <p:sp>
        <p:nvSpPr>
          <p:cNvPr id="6" name="Pladsholder til tekst 5">
            <a:extLst>
              <a:ext uri="{FF2B5EF4-FFF2-40B4-BE49-F238E27FC236}">
                <a16:creationId xmlns:a16="http://schemas.microsoft.com/office/drawing/2014/main" id="{4242973D-5C7E-AB97-5F5C-717B80DA4F45}"/>
              </a:ext>
            </a:extLst>
          </p:cNvPr>
          <p:cNvSpPr>
            <a:spLocks noGrp="1"/>
          </p:cNvSpPr>
          <p:nvPr>
            <p:ph type="body" sz="quarter" idx="16"/>
          </p:nvPr>
        </p:nvSpPr>
        <p:spPr>
          <a:xfrm>
            <a:off x="288000" y="1366575"/>
            <a:ext cx="5752412" cy="4679021"/>
          </a:xfrm>
        </p:spPr>
        <p:txBody>
          <a:bodyPr/>
          <a:lstStyle/>
          <a:p>
            <a:r>
              <a:rPr lang="en-US"/>
              <a:t>First agenda</a:t>
            </a:r>
          </a:p>
          <a:p>
            <a:pPr lvl="1"/>
            <a:r>
              <a:rPr lang="en-US"/>
              <a:t>Second agenda</a:t>
            </a:r>
          </a:p>
          <a:p>
            <a:pPr lvl="1"/>
            <a:r>
              <a:rPr lang="en-US"/>
              <a:t>Third agenda</a:t>
            </a:r>
          </a:p>
          <a:p>
            <a:pPr lvl="1"/>
            <a:r>
              <a:rPr lang="en-US"/>
              <a:t>Fourth agenda</a:t>
            </a:r>
          </a:p>
        </p:txBody>
      </p:sp>
    </p:spTree>
    <p:extLst>
      <p:ext uri="{BB962C8B-B14F-4D97-AF65-F5344CB8AC3E}">
        <p14:creationId xmlns:p14="http://schemas.microsoft.com/office/powerpoint/2010/main" val="33759517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32F66-71F1-D9AA-2660-70D5B420852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A7E5B39-EB98-A3AD-0985-DFBA3E56DDB3}"/>
              </a:ext>
            </a:extLst>
          </p:cNvPr>
          <p:cNvSpPr>
            <a:spLocks noGrp="1"/>
          </p:cNvSpPr>
          <p:nvPr>
            <p:ph type="title"/>
          </p:nvPr>
        </p:nvSpPr>
        <p:spPr>
          <a:xfrm>
            <a:off x="288000" y="288000"/>
            <a:ext cx="5752412" cy="729762"/>
          </a:xfrm>
        </p:spPr>
        <p:txBody>
          <a:bodyPr/>
          <a:lstStyle/>
          <a:p>
            <a:r>
              <a:rPr lang="en-US"/>
              <a:t>Lorem ipsum </a:t>
            </a:r>
            <a:br>
              <a:rPr lang="en-US"/>
            </a:br>
            <a:r>
              <a:rPr lang="en-US"/>
              <a:t>sit amet</a:t>
            </a:r>
          </a:p>
        </p:txBody>
      </p:sp>
      <p:sp>
        <p:nvSpPr>
          <p:cNvPr id="5" name="Pladsholder til indhold 4">
            <a:extLst>
              <a:ext uri="{FF2B5EF4-FFF2-40B4-BE49-F238E27FC236}">
                <a16:creationId xmlns:a16="http://schemas.microsoft.com/office/drawing/2014/main" id="{D2F8CCF0-A4BE-49C8-02F5-6D018303138D}"/>
              </a:ext>
            </a:extLst>
          </p:cNvPr>
          <p:cNvSpPr>
            <a:spLocks noGrp="1"/>
          </p:cNvSpPr>
          <p:nvPr>
            <p:ph idx="15"/>
          </p:nvPr>
        </p:nvSpPr>
        <p:spPr>
          <a:xfrm>
            <a:off x="6145882" y="1527349"/>
            <a:ext cx="5752413" cy="4518248"/>
          </a:xfrm>
        </p:spPr>
        <p:txBody>
          <a:bodyPr/>
          <a:lstStyle/>
          <a:p>
            <a:r>
              <a:rPr lang="da-DK"/>
              <a:t>Caborepe porum exerume nobitio nsequos dellat ut as duntese cor aspit poris modignit alibus vollore, sint la venditatur, officia et, sequasped qui re que volorep erspero vidundic tenit quodignim cuptasp icabore hendis dipsam, cullania eicae et moloriam, aut fugit, voluptio im voluptatume nim fugiae niet volorestis evenditati restect incitae.</a:t>
            </a:r>
          </a:p>
          <a:p>
            <a:endParaRPr lang="da-DK"/>
          </a:p>
          <a:p>
            <a:endParaRPr lang="en-US"/>
          </a:p>
        </p:txBody>
      </p:sp>
      <p:sp>
        <p:nvSpPr>
          <p:cNvPr id="6" name="Pladsholder til tekst 5">
            <a:extLst>
              <a:ext uri="{FF2B5EF4-FFF2-40B4-BE49-F238E27FC236}">
                <a16:creationId xmlns:a16="http://schemas.microsoft.com/office/drawing/2014/main" id="{95086A41-EE3E-DDEE-5735-48D8B1A5FB9B}"/>
              </a:ext>
            </a:extLst>
          </p:cNvPr>
          <p:cNvSpPr>
            <a:spLocks noGrp="1"/>
          </p:cNvSpPr>
          <p:nvPr>
            <p:ph type="body" sz="quarter" idx="16"/>
          </p:nvPr>
        </p:nvSpPr>
        <p:spPr>
          <a:xfrm>
            <a:off x="288000" y="1366575"/>
            <a:ext cx="5752412" cy="4679021"/>
          </a:xfrm>
        </p:spPr>
        <p:txBody>
          <a:bodyPr/>
          <a:lstStyle/>
          <a:p>
            <a:pPr lvl="1"/>
            <a:r>
              <a:rPr lang="en-US"/>
              <a:t>First agenda</a:t>
            </a:r>
          </a:p>
          <a:p>
            <a:r>
              <a:rPr lang="en-US"/>
              <a:t>Second agenda</a:t>
            </a:r>
          </a:p>
          <a:p>
            <a:pPr lvl="1"/>
            <a:r>
              <a:rPr lang="en-US"/>
              <a:t>Third agenda</a:t>
            </a:r>
          </a:p>
          <a:p>
            <a:pPr lvl="1"/>
            <a:r>
              <a:rPr lang="en-US"/>
              <a:t>Fourth agenda</a:t>
            </a:r>
          </a:p>
        </p:txBody>
      </p:sp>
    </p:spTree>
    <p:extLst>
      <p:ext uri="{BB962C8B-B14F-4D97-AF65-F5344CB8AC3E}">
        <p14:creationId xmlns:p14="http://schemas.microsoft.com/office/powerpoint/2010/main" val="51310053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0BB9A-0443-D37D-B729-00E42B68366E}"/>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10EE3F3B-49F5-F7D0-F5F3-9A266A17B29F}"/>
              </a:ext>
            </a:extLst>
          </p:cNvPr>
          <p:cNvSpPr>
            <a:spLocks noGrp="1"/>
          </p:cNvSpPr>
          <p:nvPr>
            <p:ph type="title"/>
          </p:nvPr>
        </p:nvSpPr>
        <p:spPr>
          <a:xfrm>
            <a:off x="288000" y="252000"/>
            <a:ext cx="5760938" cy="5871007"/>
          </a:xfrm>
        </p:spPr>
        <p:txBody>
          <a:bodyPr/>
          <a:lstStyle/>
          <a:p>
            <a:r>
              <a:rPr lang="da-DK"/>
              <a:t>Caborepe porum exerume nobitio nsequos dellat ut as duntese cor aspit poris modignit </a:t>
            </a:r>
            <a:br>
              <a:rPr lang="da-DK"/>
            </a:br>
            <a:br>
              <a:rPr lang="da-DK"/>
            </a:br>
            <a:br>
              <a:rPr lang="da-DK"/>
            </a:br>
            <a:r>
              <a:rPr lang="da-DK"/>
              <a:t>Alibus vollore con</a:t>
            </a:r>
            <a:endParaRPr lang="en-US"/>
          </a:p>
        </p:txBody>
      </p:sp>
    </p:spTree>
    <p:extLst>
      <p:ext uri="{BB962C8B-B14F-4D97-AF65-F5344CB8AC3E}">
        <p14:creationId xmlns:p14="http://schemas.microsoft.com/office/powerpoint/2010/main" val="353612569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A980B-826A-EC6F-2401-F2B27B8D4527}"/>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EABF7890-B377-CBAB-90E2-F81D98BBC622}"/>
              </a:ext>
            </a:extLst>
          </p:cNvPr>
          <p:cNvSpPr>
            <a:spLocks noGrp="1"/>
          </p:cNvSpPr>
          <p:nvPr>
            <p:ph type="title"/>
          </p:nvPr>
        </p:nvSpPr>
        <p:spPr>
          <a:xfrm>
            <a:off x="288000" y="252000"/>
            <a:ext cx="5760938" cy="5871007"/>
          </a:xfrm>
        </p:spPr>
        <p:txBody>
          <a:bodyPr/>
          <a:lstStyle/>
          <a:p>
            <a:r>
              <a:rPr lang="da-DK"/>
              <a:t>Caborepe porum exerume nobitio nsequos dellat ut as duntese cor aspit poris modignit </a:t>
            </a:r>
            <a:br>
              <a:rPr lang="da-DK"/>
            </a:br>
            <a:br>
              <a:rPr lang="da-DK"/>
            </a:br>
            <a:br>
              <a:rPr lang="da-DK"/>
            </a:br>
            <a:r>
              <a:rPr lang="da-DK"/>
              <a:t>Alibus vollore con</a:t>
            </a:r>
            <a:endParaRPr lang="en-US"/>
          </a:p>
        </p:txBody>
      </p:sp>
    </p:spTree>
    <p:extLst>
      <p:ext uri="{BB962C8B-B14F-4D97-AF65-F5344CB8AC3E}">
        <p14:creationId xmlns:p14="http://schemas.microsoft.com/office/powerpoint/2010/main" val="332747146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90D47-8665-953A-C794-1CDC1EBBD8EE}"/>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2412CF90-0E74-40C0-27F4-9F12EC0BA921}"/>
              </a:ext>
            </a:extLst>
          </p:cNvPr>
          <p:cNvSpPr>
            <a:spLocks noGrp="1"/>
          </p:cNvSpPr>
          <p:nvPr>
            <p:ph type="title"/>
          </p:nvPr>
        </p:nvSpPr>
        <p:spPr>
          <a:xfrm>
            <a:off x="288000" y="252000"/>
            <a:ext cx="5760938" cy="5871007"/>
          </a:xfrm>
        </p:spPr>
        <p:txBody>
          <a:bodyPr/>
          <a:lstStyle/>
          <a:p>
            <a:r>
              <a:rPr lang="da-DK"/>
              <a:t>Caborepe porum exerume nobitio nsequos dellat ut as duntese cor aspit poris modignit </a:t>
            </a:r>
            <a:br>
              <a:rPr lang="da-DK"/>
            </a:br>
            <a:br>
              <a:rPr lang="da-DK"/>
            </a:br>
            <a:br>
              <a:rPr lang="da-DK"/>
            </a:br>
            <a:r>
              <a:rPr lang="da-DK"/>
              <a:t>Alibus vollore con</a:t>
            </a:r>
            <a:endParaRPr lang="en-US"/>
          </a:p>
        </p:txBody>
      </p:sp>
    </p:spTree>
    <p:extLst>
      <p:ext uri="{BB962C8B-B14F-4D97-AF65-F5344CB8AC3E}">
        <p14:creationId xmlns:p14="http://schemas.microsoft.com/office/powerpoint/2010/main" val="101910429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E0607-3329-BFAE-7930-A0BADD633DAB}"/>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9C7CF1A4-D8C2-640F-0337-31254C8EE045}"/>
              </a:ext>
            </a:extLst>
          </p:cNvPr>
          <p:cNvSpPr>
            <a:spLocks noGrp="1"/>
          </p:cNvSpPr>
          <p:nvPr>
            <p:ph type="title"/>
          </p:nvPr>
        </p:nvSpPr>
        <p:spPr>
          <a:xfrm>
            <a:off x="288000" y="252000"/>
            <a:ext cx="5752413" cy="5871007"/>
          </a:xfrm>
        </p:spPr>
        <p:txBody>
          <a:bodyPr/>
          <a:lstStyle/>
          <a:p>
            <a:r>
              <a:rPr lang="da-DK"/>
              <a:t>Caborepe porum exerume nobitio nsequos dellat ut as duntese cor aspit poris modignit </a:t>
            </a:r>
            <a:br>
              <a:rPr lang="da-DK"/>
            </a:br>
            <a:br>
              <a:rPr lang="da-DK"/>
            </a:br>
            <a:br>
              <a:rPr lang="da-DK"/>
            </a:br>
            <a:r>
              <a:rPr lang="da-DK"/>
              <a:t>Alibus vollore con</a:t>
            </a:r>
            <a:endParaRPr lang="en-US"/>
          </a:p>
        </p:txBody>
      </p:sp>
    </p:spTree>
    <p:extLst>
      <p:ext uri="{BB962C8B-B14F-4D97-AF65-F5344CB8AC3E}">
        <p14:creationId xmlns:p14="http://schemas.microsoft.com/office/powerpoint/2010/main" val="269442896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12206-AE1F-184C-F336-F0A16567648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7D98D02-2D0D-41B3-4BD4-F71172259A76}"/>
              </a:ext>
            </a:extLst>
          </p:cNvPr>
          <p:cNvSpPr>
            <a:spLocks noGrp="1"/>
          </p:cNvSpPr>
          <p:nvPr>
            <p:ph type="title"/>
          </p:nvPr>
        </p:nvSpPr>
        <p:spPr>
          <a:xfrm>
            <a:off x="288000" y="252000"/>
            <a:ext cx="5662414" cy="1811099"/>
          </a:xfrm>
        </p:spPr>
        <p:txBody>
          <a:bodyPr/>
          <a:lstStyle/>
          <a:p>
            <a:r>
              <a:rPr lang="en-US"/>
              <a:t>Lorem ipsum sit amet con incidunct</a:t>
            </a:r>
          </a:p>
        </p:txBody>
      </p:sp>
      <p:sp>
        <p:nvSpPr>
          <p:cNvPr id="3" name="Pladsholder til indhold 2">
            <a:extLst>
              <a:ext uri="{FF2B5EF4-FFF2-40B4-BE49-F238E27FC236}">
                <a16:creationId xmlns:a16="http://schemas.microsoft.com/office/drawing/2014/main" id="{3141B92F-FC01-7FCE-8C5E-BD0CFDC7750B}"/>
              </a:ext>
            </a:extLst>
          </p:cNvPr>
          <p:cNvSpPr>
            <a:spLocks noGrp="1"/>
          </p:cNvSpPr>
          <p:nvPr>
            <p:ph idx="14"/>
          </p:nvPr>
        </p:nvSpPr>
        <p:spPr>
          <a:xfrm>
            <a:off x="288000" y="2088000"/>
            <a:ext cx="5662413" cy="4090173"/>
          </a:xfrm>
        </p:spPr>
        <p:txBody>
          <a:bodyPr/>
          <a:lstStyle/>
          <a:p>
            <a:r>
              <a:rPr lang="da-DK"/>
              <a:t>Lorem ipsum dolor sit amet.</a:t>
            </a:r>
          </a:p>
          <a:p>
            <a:r>
              <a:rPr lang="da-DK"/>
              <a:t>Ut dapibus, turpis ac ullamcorper rhoncus, nibh purus facilisis est, sit amet molestie tortor.</a:t>
            </a:r>
          </a:p>
          <a:p>
            <a:r>
              <a:rPr lang="da-DK"/>
              <a:t>Caborepe porum exerume nobitio nsequos dellat ut duntese cor aspit poris modignit alibus vollore, sint la venditatur officia et, sequasped qui re que.</a:t>
            </a:r>
          </a:p>
          <a:p>
            <a:r>
              <a:rPr lang="da-DK"/>
              <a:t>Vollorem re dolum eument facepe premporatem reicatem faccate mpores pa quodist ereius, simus velignam dolorro ruptat aut as a at. </a:t>
            </a:r>
          </a:p>
          <a:p>
            <a:r>
              <a:rPr lang="da-DK"/>
              <a:t>Volupti ostotat aturias doluptatem ipsae ignamus nonsed explaut dolupta ecusand.</a:t>
            </a:r>
          </a:p>
          <a:p>
            <a:endParaRPr lang="da-DK"/>
          </a:p>
        </p:txBody>
      </p:sp>
    </p:spTree>
    <p:extLst>
      <p:ext uri="{BB962C8B-B14F-4D97-AF65-F5344CB8AC3E}">
        <p14:creationId xmlns:p14="http://schemas.microsoft.com/office/powerpoint/2010/main" val="209573242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D79FB-A94B-0244-C872-05F0A572BC4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BF64E8E-E677-2E48-A538-A1E078927A64}"/>
              </a:ext>
            </a:extLst>
          </p:cNvPr>
          <p:cNvSpPr>
            <a:spLocks noGrp="1"/>
          </p:cNvSpPr>
          <p:nvPr>
            <p:ph type="title"/>
          </p:nvPr>
        </p:nvSpPr>
        <p:spPr>
          <a:xfrm>
            <a:off x="288000" y="252000"/>
            <a:ext cx="5662414" cy="1811099"/>
          </a:xfrm>
        </p:spPr>
        <p:txBody>
          <a:bodyPr/>
          <a:lstStyle/>
          <a:p>
            <a:r>
              <a:rPr lang="en-US"/>
              <a:t>Lorem ipsum sit amet con incidunct</a:t>
            </a:r>
          </a:p>
        </p:txBody>
      </p:sp>
      <p:sp>
        <p:nvSpPr>
          <p:cNvPr id="3" name="Pladsholder til indhold 2">
            <a:extLst>
              <a:ext uri="{FF2B5EF4-FFF2-40B4-BE49-F238E27FC236}">
                <a16:creationId xmlns:a16="http://schemas.microsoft.com/office/drawing/2014/main" id="{026324B7-2396-55E0-FCA8-FB67A8532E20}"/>
              </a:ext>
            </a:extLst>
          </p:cNvPr>
          <p:cNvSpPr>
            <a:spLocks noGrp="1"/>
          </p:cNvSpPr>
          <p:nvPr>
            <p:ph idx="14"/>
          </p:nvPr>
        </p:nvSpPr>
        <p:spPr>
          <a:xfrm>
            <a:off x="288000" y="2098800"/>
            <a:ext cx="5662413" cy="4090173"/>
          </a:xfrm>
        </p:spPr>
        <p:txBody>
          <a:bodyPr/>
          <a:lstStyle/>
          <a:p>
            <a:r>
              <a:rPr lang="da-DK"/>
              <a:t>Lorem ipsum dolor sit amet.</a:t>
            </a:r>
          </a:p>
          <a:p>
            <a:r>
              <a:rPr lang="da-DK"/>
              <a:t>Ut dapibus, turpis ac ullamcorper rhoncus, nibh purus facilisis est, sit amet molestie tortor.</a:t>
            </a:r>
          </a:p>
          <a:p>
            <a:r>
              <a:rPr lang="da-DK"/>
              <a:t>Caborepe porum exerume nobitio nsequos dellat ut duntese cor aspit poris modignit alibus vollore, sint la venditatur officia et, sequasped qui re que.</a:t>
            </a:r>
          </a:p>
          <a:p>
            <a:r>
              <a:rPr lang="da-DK"/>
              <a:t>Vollorem re dolum eument facepe premporatem reicatem faccate mpores pa quodist ereius, simus velignam dolorro ruptat aut as a at. </a:t>
            </a:r>
          </a:p>
          <a:p>
            <a:r>
              <a:rPr lang="da-DK"/>
              <a:t>Volupti ostotat aturias doluptatem ipsae ignamus nonsed explaut dolupta ecusand.</a:t>
            </a:r>
          </a:p>
          <a:p>
            <a:endParaRPr lang="da-DK"/>
          </a:p>
        </p:txBody>
      </p:sp>
    </p:spTree>
    <p:extLst>
      <p:ext uri="{BB962C8B-B14F-4D97-AF65-F5344CB8AC3E}">
        <p14:creationId xmlns:p14="http://schemas.microsoft.com/office/powerpoint/2010/main" val="180998923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FC5EB-C3CD-F7A5-3081-655B380E7A6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4D31C67-29A8-4972-611A-52B474762DF4}"/>
              </a:ext>
            </a:extLst>
          </p:cNvPr>
          <p:cNvSpPr>
            <a:spLocks noGrp="1"/>
          </p:cNvSpPr>
          <p:nvPr>
            <p:ph type="title"/>
          </p:nvPr>
        </p:nvSpPr>
        <p:spPr>
          <a:xfrm>
            <a:off x="288000" y="252000"/>
            <a:ext cx="5662414" cy="1811099"/>
          </a:xfrm>
        </p:spPr>
        <p:txBody>
          <a:bodyPr/>
          <a:lstStyle/>
          <a:p>
            <a:r>
              <a:rPr lang="en-US"/>
              <a:t>Lorem ipsum sit amet con incidunct</a:t>
            </a:r>
          </a:p>
        </p:txBody>
      </p:sp>
      <p:sp>
        <p:nvSpPr>
          <p:cNvPr id="3" name="Pladsholder til indhold 2">
            <a:extLst>
              <a:ext uri="{FF2B5EF4-FFF2-40B4-BE49-F238E27FC236}">
                <a16:creationId xmlns:a16="http://schemas.microsoft.com/office/drawing/2014/main" id="{46906078-063F-7F8C-0019-B52BD1670461}"/>
              </a:ext>
            </a:extLst>
          </p:cNvPr>
          <p:cNvSpPr>
            <a:spLocks noGrp="1"/>
          </p:cNvSpPr>
          <p:nvPr>
            <p:ph idx="14"/>
          </p:nvPr>
        </p:nvSpPr>
        <p:spPr>
          <a:xfrm>
            <a:off x="288000" y="2100420"/>
            <a:ext cx="5662413" cy="4090173"/>
          </a:xfrm>
        </p:spPr>
        <p:txBody>
          <a:bodyPr/>
          <a:lstStyle/>
          <a:p>
            <a:r>
              <a:rPr lang="da-DK"/>
              <a:t>Lorem ipsum dolor sit amet.</a:t>
            </a:r>
          </a:p>
          <a:p>
            <a:r>
              <a:rPr lang="da-DK"/>
              <a:t>Ut dapibus, turpis ac ullamcorper rhoncus, nibh purus facilisis est, sit amet molestie tortor.</a:t>
            </a:r>
          </a:p>
          <a:p>
            <a:r>
              <a:rPr lang="da-DK"/>
              <a:t>Caborepe porum exerume nobitio nsequos dellat ut duntese cor aspit poris modignit alibus vollore, sint la venditatur officia et, sequasped qui re que.</a:t>
            </a:r>
          </a:p>
          <a:p>
            <a:r>
              <a:rPr lang="da-DK"/>
              <a:t>Vollorem re dolum eument facepe premporatem reicatem faccate mpores pa quodist ereius, simus velignam dolorro ruptat aut as a at. </a:t>
            </a:r>
          </a:p>
          <a:p>
            <a:r>
              <a:rPr lang="da-DK"/>
              <a:t>Volupti ostotat aturias doluptatem ipsae ignamus nonsed explaut dolupta ecusand.</a:t>
            </a:r>
          </a:p>
          <a:p>
            <a:endParaRPr lang="da-DK"/>
          </a:p>
        </p:txBody>
      </p:sp>
    </p:spTree>
    <p:extLst>
      <p:ext uri="{BB962C8B-B14F-4D97-AF65-F5344CB8AC3E}">
        <p14:creationId xmlns:p14="http://schemas.microsoft.com/office/powerpoint/2010/main" val="364993853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837B-CC37-3E0D-773A-F9EDBF8864F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12830B3-9AD5-C001-4085-1971DFEE41A7}"/>
              </a:ext>
            </a:extLst>
          </p:cNvPr>
          <p:cNvSpPr>
            <a:spLocks noGrp="1"/>
          </p:cNvSpPr>
          <p:nvPr>
            <p:ph type="title"/>
          </p:nvPr>
        </p:nvSpPr>
        <p:spPr>
          <a:xfrm>
            <a:off x="288000" y="252000"/>
            <a:ext cx="5662414" cy="1811099"/>
          </a:xfrm>
        </p:spPr>
        <p:txBody>
          <a:bodyPr/>
          <a:lstStyle/>
          <a:p>
            <a:r>
              <a:rPr lang="en-US"/>
              <a:t>Lorem ipsum sit amet con incidunct</a:t>
            </a:r>
          </a:p>
        </p:txBody>
      </p:sp>
      <p:sp>
        <p:nvSpPr>
          <p:cNvPr id="3" name="Pladsholder til indhold 2">
            <a:extLst>
              <a:ext uri="{FF2B5EF4-FFF2-40B4-BE49-F238E27FC236}">
                <a16:creationId xmlns:a16="http://schemas.microsoft.com/office/drawing/2014/main" id="{4F056EE4-B7C8-3AE5-0669-413279AA57A2}"/>
              </a:ext>
            </a:extLst>
          </p:cNvPr>
          <p:cNvSpPr>
            <a:spLocks noGrp="1"/>
          </p:cNvSpPr>
          <p:nvPr>
            <p:ph idx="14"/>
          </p:nvPr>
        </p:nvSpPr>
        <p:spPr>
          <a:xfrm>
            <a:off x="288000" y="2100420"/>
            <a:ext cx="5662413" cy="4090173"/>
          </a:xfrm>
        </p:spPr>
        <p:txBody>
          <a:bodyPr/>
          <a:lstStyle/>
          <a:p>
            <a:r>
              <a:rPr lang="da-DK"/>
              <a:t>Lorem ipsum dolor sit amet.</a:t>
            </a:r>
          </a:p>
          <a:p>
            <a:r>
              <a:rPr lang="da-DK"/>
              <a:t>Ut dapibus, turpis ac ullamcorper rhoncus, nibh purus facilisis est, sit amet molestie tortor.</a:t>
            </a:r>
          </a:p>
          <a:p>
            <a:r>
              <a:rPr lang="da-DK"/>
              <a:t>Caborepe porum exerume nobitio nsequos dellat ut duntese cor aspit poris modignit alibus vollore, sint la venditatur officia et, sequasped qui re que.</a:t>
            </a:r>
          </a:p>
          <a:p>
            <a:r>
              <a:rPr lang="da-DK"/>
              <a:t>Vollorem re dolum eument facepe premporatem reicatem faccate mpores pa quodist ereius, simus velignam dolorro ruptat aut as a at. </a:t>
            </a:r>
          </a:p>
          <a:p>
            <a:r>
              <a:rPr lang="da-DK"/>
              <a:t>Volupti ostotat aturias doluptatem ipsae ignamus nonsed explaut dolupta ecusand.</a:t>
            </a:r>
          </a:p>
          <a:p>
            <a:endParaRPr lang="da-DK"/>
          </a:p>
        </p:txBody>
      </p:sp>
    </p:spTree>
    <p:extLst>
      <p:ext uri="{BB962C8B-B14F-4D97-AF65-F5344CB8AC3E}">
        <p14:creationId xmlns:p14="http://schemas.microsoft.com/office/powerpoint/2010/main" val="370735073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432293-BC20-8CC3-FC98-EF56839904F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B6F1051-8131-87FE-4AAC-CA36F1735DBA}"/>
              </a:ext>
            </a:extLst>
          </p:cNvPr>
          <p:cNvSpPr>
            <a:spLocks noGrp="1"/>
          </p:cNvSpPr>
          <p:nvPr>
            <p:ph type="title"/>
          </p:nvPr>
        </p:nvSpPr>
        <p:spPr>
          <a:xfrm>
            <a:off x="288000" y="252000"/>
            <a:ext cx="5662414" cy="1811099"/>
          </a:xfrm>
        </p:spPr>
        <p:txBody>
          <a:bodyPr/>
          <a:lstStyle/>
          <a:p>
            <a:r>
              <a:rPr lang="en-US"/>
              <a:t>Lorem ipsum sit amet con incidunct</a:t>
            </a:r>
          </a:p>
        </p:txBody>
      </p:sp>
      <p:graphicFrame>
        <p:nvGraphicFramePr>
          <p:cNvPr id="9" name="Tabel 8">
            <a:extLst>
              <a:ext uri="{FF2B5EF4-FFF2-40B4-BE49-F238E27FC236}">
                <a16:creationId xmlns:a16="http://schemas.microsoft.com/office/drawing/2014/main" id="{D01B2D32-18E6-3CB8-9716-7BD71F7DC548}"/>
              </a:ext>
            </a:extLst>
          </p:cNvPr>
          <p:cNvGraphicFramePr>
            <a:graphicFrameLocks noGrp="1"/>
          </p:cNvGraphicFramePr>
          <p:nvPr>
            <p:extLst>
              <p:ext uri="{D42A27DB-BD31-4B8C-83A1-F6EECF244321}">
                <p14:modId xmlns:p14="http://schemas.microsoft.com/office/powerpoint/2010/main" val="2793251911"/>
              </p:ext>
            </p:extLst>
          </p:nvPr>
        </p:nvGraphicFramePr>
        <p:xfrm>
          <a:off x="288000" y="2354379"/>
          <a:ext cx="11650022" cy="3063841"/>
        </p:xfrm>
        <a:graphic>
          <a:graphicData uri="http://schemas.openxmlformats.org/drawingml/2006/table">
            <a:tbl>
              <a:tblPr firstRow="1" bandRow="1">
                <a:tableStyleId>{5C22544A-7EE6-4342-B048-85BDC9FD1C3A}</a:tableStyleId>
              </a:tblPr>
              <a:tblGrid>
                <a:gridCol w="2501757">
                  <a:extLst>
                    <a:ext uri="{9D8B030D-6E8A-4147-A177-3AD203B41FA5}">
                      <a16:colId xmlns:a16="http://schemas.microsoft.com/office/drawing/2014/main" val="739040183"/>
                    </a:ext>
                  </a:extLst>
                </a:gridCol>
                <a:gridCol w="261379">
                  <a:extLst>
                    <a:ext uri="{9D8B030D-6E8A-4147-A177-3AD203B41FA5}">
                      <a16:colId xmlns:a16="http://schemas.microsoft.com/office/drawing/2014/main" val="3746708319"/>
                    </a:ext>
                  </a:extLst>
                </a:gridCol>
                <a:gridCol w="261379">
                  <a:extLst>
                    <a:ext uri="{9D8B030D-6E8A-4147-A177-3AD203B41FA5}">
                      <a16:colId xmlns:a16="http://schemas.microsoft.com/office/drawing/2014/main" val="3819056520"/>
                    </a:ext>
                  </a:extLst>
                </a:gridCol>
                <a:gridCol w="261379">
                  <a:extLst>
                    <a:ext uri="{9D8B030D-6E8A-4147-A177-3AD203B41FA5}">
                      <a16:colId xmlns:a16="http://schemas.microsoft.com/office/drawing/2014/main" val="3143088114"/>
                    </a:ext>
                  </a:extLst>
                </a:gridCol>
                <a:gridCol w="261379">
                  <a:extLst>
                    <a:ext uri="{9D8B030D-6E8A-4147-A177-3AD203B41FA5}">
                      <a16:colId xmlns:a16="http://schemas.microsoft.com/office/drawing/2014/main" val="742213440"/>
                    </a:ext>
                  </a:extLst>
                </a:gridCol>
                <a:gridCol w="261379">
                  <a:extLst>
                    <a:ext uri="{9D8B030D-6E8A-4147-A177-3AD203B41FA5}">
                      <a16:colId xmlns:a16="http://schemas.microsoft.com/office/drawing/2014/main" val="1994384821"/>
                    </a:ext>
                  </a:extLst>
                </a:gridCol>
                <a:gridCol w="261379">
                  <a:extLst>
                    <a:ext uri="{9D8B030D-6E8A-4147-A177-3AD203B41FA5}">
                      <a16:colId xmlns:a16="http://schemas.microsoft.com/office/drawing/2014/main" val="1492362350"/>
                    </a:ext>
                  </a:extLst>
                </a:gridCol>
                <a:gridCol w="261379">
                  <a:extLst>
                    <a:ext uri="{9D8B030D-6E8A-4147-A177-3AD203B41FA5}">
                      <a16:colId xmlns:a16="http://schemas.microsoft.com/office/drawing/2014/main" val="2721998776"/>
                    </a:ext>
                  </a:extLst>
                </a:gridCol>
                <a:gridCol w="261379">
                  <a:extLst>
                    <a:ext uri="{9D8B030D-6E8A-4147-A177-3AD203B41FA5}">
                      <a16:colId xmlns:a16="http://schemas.microsoft.com/office/drawing/2014/main" val="2796974392"/>
                    </a:ext>
                  </a:extLst>
                </a:gridCol>
                <a:gridCol w="261379">
                  <a:extLst>
                    <a:ext uri="{9D8B030D-6E8A-4147-A177-3AD203B41FA5}">
                      <a16:colId xmlns:a16="http://schemas.microsoft.com/office/drawing/2014/main" val="3439729225"/>
                    </a:ext>
                  </a:extLst>
                </a:gridCol>
                <a:gridCol w="261379">
                  <a:extLst>
                    <a:ext uri="{9D8B030D-6E8A-4147-A177-3AD203B41FA5}">
                      <a16:colId xmlns:a16="http://schemas.microsoft.com/office/drawing/2014/main" val="3256722298"/>
                    </a:ext>
                  </a:extLst>
                </a:gridCol>
                <a:gridCol w="261379">
                  <a:extLst>
                    <a:ext uri="{9D8B030D-6E8A-4147-A177-3AD203B41FA5}">
                      <a16:colId xmlns:a16="http://schemas.microsoft.com/office/drawing/2014/main" val="3459350590"/>
                    </a:ext>
                  </a:extLst>
                </a:gridCol>
                <a:gridCol w="261379">
                  <a:extLst>
                    <a:ext uri="{9D8B030D-6E8A-4147-A177-3AD203B41FA5}">
                      <a16:colId xmlns:a16="http://schemas.microsoft.com/office/drawing/2014/main" val="86828"/>
                    </a:ext>
                  </a:extLst>
                </a:gridCol>
                <a:gridCol w="261379">
                  <a:extLst>
                    <a:ext uri="{9D8B030D-6E8A-4147-A177-3AD203B41FA5}">
                      <a16:colId xmlns:a16="http://schemas.microsoft.com/office/drawing/2014/main" val="3965091568"/>
                    </a:ext>
                  </a:extLst>
                </a:gridCol>
                <a:gridCol w="261379">
                  <a:extLst>
                    <a:ext uri="{9D8B030D-6E8A-4147-A177-3AD203B41FA5}">
                      <a16:colId xmlns:a16="http://schemas.microsoft.com/office/drawing/2014/main" val="3051517092"/>
                    </a:ext>
                  </a:extLst>
                </a:gridCol>
                <a:gridCol w="261379">
                  <a:extLst>
                    <a:ext uri="{9D8B030D-6E8A-4147-A177-3AD203B41FA5}">
                      <a16:colId xmlns:a16="http://schemas.microsoft.com/office/drawing/2014/main" val="2563455335"/>
                    </a:ext>
                  </a:extLst>
                </a:gridCol>
                <a:gridCol w="261379">
                  <a:extLst>
                    <a:ext uri="{9D8B030D-6E8A-4147-A177-3AD203B41FA5}">
                      <a16:colId xmlns:a16="http://schemas.microsoft.com/office/drawing/2014/main" val="839606531"/>
                    </a:ext>
                  </a:extLst>
                </a:gridCol>
                <a:gridCol w="261379">
                  <a:extLst>
                    <a:ext uri="{9D8B030D-6E8A-4147-A177-3AD203B41FA5}">
                      <a16:colId xmlns:a16="http://schemas.microsoft.com/office/drawing/2014/main" val="4265204496"/>
                    </a:ext>
                  </a:extLst>
                </a:gridCol>
                <a:gridCol w="261379">
                  <a:extLst>
                    <a:ext uri="{9D8B030D-6E8A-4147-A177-3AD203B41FA5}">
                      <a16:colId xmlns:a16="http://schemas.microsoft.com/office/drawing/2014/main" val="587524229"/>
                    </a:ext>
                  </a:extLst>
                </a:gridCol>
                <a:gridCol w="261379">
                  <a:extLst>
                    <a:ext uri="{9D8B030D-6E8A-4147-A177-3AD203B41FA5}">
                      <a16:colId xmlns:a16="http://schemas.microsoft.com/office/drawing/2014/main" val="1594440789"/>
                    </a:ext>
                  </a:extLst>
                </a:gridCol>
                <a:gridCol w="261379">
                  <a:extLst>
                    <a:ext uri="{9D8B030D-6E8A-4147-A177-3AD203B41FA5}">
                      <a16:colId xmlns:a16="http://schemas.microsoft.com/office/drawing/2014/main" val="586589505"/>
                    </a:ext>
                  </a:extLst>
                </a:gridCol>
                <a:gridCol w="261379">
                  <a:extLst>
                    <a:ext uri="{9D8B030D-6E8A-4147-A177-3AD203B41FA5}">
                      <a16:colId xmlns:a16="http://schemas.microsoft.com/office/drawing/2014/main" val="1493452863"/>
                    </a:ext>
                  </a:extLst>
                </a:gridCol>
                <a:gridCol w="261379">
                  <a:extLst>
                    <a:ext uri="{9D8B030D-6E8A-4147-A177-3AD203B41FA5}">
                      <a16:colId xmlns:a16="http://schemas.microsoft.com/office/drawing/2014/main" val="2310262401"/>
                    </a:ext>
                  </a:extLst>
                </a:gridCol>
                <a:gridCol w="261379">
                  <a:extLst>
                    <a:ext uri="{9D8B030D-6E8A-4147-A177-3AD203B41FA5}">
                      <a16:colId xmlns:a16="http://schemas.microsoft.com/office/drawing/2014/main" val="3779816116"/>
                    </a:ext>
                  </a:extLst>
                </a:gridCol>
                <a:gridCol w="261379">
                  <a:extLst>
                    <a:ext uri="{9D8B030D-6E8A-4147-A177-3AD203B41FA5}">
                      <a16:colId xmlns:a16="http://schemas.microsoft.com/office/drawing/2014/main" val="1271897856"/>
                    </a:ext>
                  </a:extLst>
                </a:gridCol>
                <a:gridCol w="261379">
                  <a:extLst>
                    <a:ext uri="{9D8B030D-6E8A-4147-A177-3AD203B41FA5}">
                      <a16:colId xmlns:a16="http://schemas.microsoft.com/office/drawing/2014/main" val="2788434642"/>
                    </a:ext>
                  </a:extLst>
                </a:gridCol>
                <a:gridCol w="261379">
                  <a:extLst>
                    <a:ext uri="{9D8B030D-6E8A-4147-A177-3AD203B41FA5}">
                      <a16:colId xmlns:a16="http://schemas.microsoft.com/office/drawing/2014/main" val="3464217053"/>
                    </a:ext>
                  </a:extLst>
                </a:gridCol>
                <a:gridCol w="261379">
                  <a:extLst>
                    <a:ext uri="{9D8B030D-6E8A-4147-A177-3AD203B41FA5}">
                      <a16:colId xmlns:a16="http://schemas.microsoft.com/office/drawing/2014/main" val="1371427250"/>
                    </a:ext>
                  </a:extLst>
                </a:gridCol>
                <a:gridCol w="261379">
                  <a:extLst>
                    <a:ext uri="{9D8B030D-6E8A-4147-A177-3AD203B41FA5}">
                      <a16:colId xmlns:a16="http://schemas.microsoft.com/office/drawing/2014/main" val="3012667286"/>
                    </a:ext>
                  </a:extLst>
                </a:gridCol>
                <a:gridCol w="261379">
                  <a:extLst>
                    <a:ext uri="{9D8B030D-6E8A-4147-A177-3AD203B41FA5}">
                      <a16:colId xmlns:a16="http://schemas.microsoft.com/office/drawing/2014/main" val="2170705404"/>
                    </a:ext>
                  </a:extLst>
                </a:gridCol>
                <a:gridCol w="261379">
                  <a:extLst>
                    <a:ext uri="{9D8B030D-6E8A-4147-A177-3AD203B41FA5}">
                      <a16:colId xmlns:a16="http://schemas.microsoft.com/office/drawing/2014/main" val="3650316564"/>
                    </a:ext>
                  </a:extLst>
                </a:gridCol>
                <a:gridCol w="261379">
                  <a:extLst>
                    <a:ext uri="{9D8B030D-6E8A-4147-A177-3AD203B41FA5}">
                      <a16:colId xmlns:a16="http://schemas.microsoft.com/office/drawing/2014/main" val="2129905410"/>
                    </a:ext>
                  </a:extLst>
                </a:gridCol>
                <a:gridCol w="261379">
                  <a:extLst>
                    <a:ext uri="{9D8B030D-6E8A-4147-A177-3AD203B41FA5}">
                      <a16:colId xmlns:a16="http://schemas.microsoft.com/office/drawing/2014/main" val="138437768"/>
                    </a:ext>
                  </a:extLst>
                </a:gridCol>
                <a:gridCol w="261379">
                  <a:extLst>
                    <a:ext uri="{9D8B030D-6E8A-4147-A177-3AD203B41FA5}">
                      <a16:colId xmlns:a16="http://schemas.microsoft.com/office/drawing/2014/main" val="1798566234"/>
                    </a:ext>
                  </a:extLst>
                </a:gridCol>
                <a:gridCol w="261379">
                  <a:extLst>
                    <a:ext uri="{9D8B030D-6E8A-4147-A177-3AD203B41FA5}">
                      <a16:colId xmlns:a16="http://schemas.microsoft.com/office/drawing/2014/main" val="3633124971"/>
                    </a:ext>
                  </a:extLst>
                </a:gridCol>
                <a:gridCol w="261379">
                  <a:extLst>
                    <a:ext uri="{9D8B030D-6E8A-4147-A177-3AD203B41FA5}">
                      <a16:colId xmlns:a16="http://schemas.microsoft.com/office/drawing/2014/main" val="2267300268"/>
                    </a:ext>
                  </a:extLst>
                </a:gridCol>
              </a:tblGrid>
              <a:tr h="360000">
                <a:tc>
                  <a:txBody>
                    <a:bodyPr/>
                    <a:lstStyle/>
                    <a:p>
                      <a:endParaRPr lang="en-US" sz="1200" b="0">
                        <a:solidFill>
                          <a:schemeClr val="tx2"/>
                        </a:solidFill>
                      </a:endParaRPr>
                    </a:p>
                  </a:txBody>
                  <a:tcPr>
                    <a:lnL w="12700" cmpd="sng">
                      <a:noFill/>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algn="ctr"/>
                      <a:r>
                        <a:rPr lang="en-US" sz="1200" b="0">
                          <a:solidFill>
                            <a:schemeClr val="tx2"/>
                          </a:solidFill>
                        </a:rPr>
                        <a:t>Uge 1</a:t>
                      </a:r>
                    </a:p>
                  </a:txBody>
                  <a:tcP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algn="ctr"/>
                      <a:r>
                        <a:rPr lang="en-US" sz="1200" b="0">
                          <a:solidFill>
                            <a:schemeClr val="tx2"/>
                          </a:solidFill>
                        </a:rPr>
                        <a:t>Uge 2</a:t>
                      </a:r>
                    </a:p>
                  </a:txBody>
                  <a:tcP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algn="ctr"/>
                      <a:r>
                        <a:rPr lang="en-US" sz="1200" b="0">
                          <a:solidFill>
                            <a:schemeClr val="tx2"/>
                          </a:solidFill>
                        </a:rPr>
                        <a:t>Uge 3</a:t>
                      </a:r>
                    </a:p>
                  </a:txBody>
                  <a:tcP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algn="ctr"/>
                      <a:r>
                        <a:rPr lang="en-US" sz="1200" b="0">
                          <a:solidFill>
                            <a:schemeClr val="tx2"/>
                          </a:solidFill>
                        </a:rPr>
                        <a:t>Uge 4</a:t>
                      </a:r>
                    </a:p>
                  </a:txBody>
                  <a:tcP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algn="ctr"/>
                      <a:r>
                        <a:rPr lang="en-US" sz="1200" b="0">
                          <a:solidFill>
                            <a:schemeClr val="tx2"/>
                          </a:solidFill>
                        </a:rPr>
                        <a:t>Uge 5</a:t>
                      </a:r>
                    </a:p>
                  </a:txBody>
                  <a:tcPr>
                    <a:lnL w="6350" cap="flat" cmpd="sng" algn="ctr">
                      <a:solidFill>
                        <a:schemeClr val="accent6"/>
                      </a:solidFill>
                      <a:prstDash val="solid"/>
                      <a:round/>
                      <a:headEnd type="none" w="med" len="med"/>
                      <a:tailEnd type="none" w="med" len="med"/>
                    </a:lnL>
                    <a:lnR w="12700" cmpd="sng">
                      <a:noFill/>
                    </a:lnR>
                    <a:lnT w="635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6721186"/>
                  </a:ext>
                </a:extLst>
              </a:tr>
              <a:tr h="386263">
                <a:tc>
                  <a:txBody>
                    <a:bodyPr/>
                    <a:lstStyle/>
                    <a:p>
                      <a:r>
                        <a:rPr lang="en-US" sz="1200" b="0">
                          <a:solidFill>
                            <a:schemeClr val="tx2"/>
                          </a:solidFill>
                        </a:rPr>
                        <a:t>Lorem ipsum</a:t>
                      </a: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746210"/>
                  </a:ext>
                </a:extLst>
              </a:tr>
              <a:tr h="386263">
                <a:tc>
                  <a:txBody>
                    <a:bodyPr/>
                    <a:lstStyle/>
                    <a:p>
                      <a:r>
                        <a:rPr lang="en-US" sz="1200" b="0">
                          <a:solidFill>
                            <a:schemeClr val="tx2"/>
                          </a:solidFill>
                        </a:rPr>
                        <a:t>Sit amet con incidunct</a:t>
                      </a: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8485871"/>
                  </a:ext>
                </a:extLst>
              </a:tr>
              <a:tr h="386263">
                <a:tc>
                  <a:txBody>
                    <a:bodyPr/>
                    <a:lstStyle/>
                    <a:p>
                      <a:r>
                        <a:rPr lang="en-US" sz="1200" b="0">
                          <a:solidFill>
                            <a:schemeClr val="tx2"/>
                          </a:solidFill>
                        </a:rPr>
                        <a:t>Dolore</a:t>
                      </a: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6891224"/>
                  </a:ext>
                </a:extLst>
              </a:tr>
              <a:tr h="386263">
                <a:tc>
                  <a:txBody>
                    <a:bodyPr/>
                    <a:lstStyle/>
                    <a:p>
                      <a:r>
                        <a:rPr lang="da-DK" sz="1200">
                          <a:solidFill>
                            <a:schemeClr val="tx2"/>
                          </a:solidFill>
                        </a:rPr>
                        <a:t>Quaspeles maximus </a:t>
                      </a:r>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6416741"/>
                  </a:ext>
                </a:extLst>
              </a:tr>
              <a:tr h="386263">
                <a:tc>
                  <a:txBody>
                    <a:bodyPr/>
                    <a:lstStyle/>
                    <a:p>
                      <a:r>
                        <a:rPr lang="en-US" sz="1200" b="0">
                          <a:solidFill>
                            <a:schemeClr val="tx2"/>
                          </a:solidFill>
                        </a:rPr>
                        <a:t>Incidunct</a:t>
                      </a: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315525"/>
                  </a:ext>
                </a:extLst>
              </a:tr>
              <a:tr h="386263">
                <a:tc>
                  <a:txBody>
                    <a:bodyPr/>
                    <a:lstStyle/>
                    <a:p>
                      <a:r>
                        <a:rPr lang="en-US" sz="1200" b="0">
                          <a:solidFill>
                            <a:schemeClr val="tx2"/>
                          </a:solidFill>
                        </a:rPr>
                        <a:t>Ipsom majore</a:t>
                      </a: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4547324"/>
                  </a:ext>
                </a:extLst>
              </a:tr>
              <a:tr h="386263">
                <a:tc>
                  <a:txBody>
                    <a:bodyPr/>
                    <a:lstStyle/>
                    <a:p>
                      <a:r>
                        <a:rPr lang="en-US" sz="1200" b="0">
                          <a:solidFill>
                            <a:schemeClr val="tx2"/>
                          </a:solidFill>
                        </a:rPr>
                        <a:t>Espero anto</a:t>
                      </a: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US" sz="1200" b="0">
                        <a:solidFill>
                          <a:schemeClr val="tx2"/>
                        </a:solidFill>
                      </a:endParaRPr>
                    </a:p>
                  </a:txBody>
                  <a:tcPr anchor="ctr">
                    <a:lnL w="12700" cmpd="sng">
                      <a:noFill/>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29958305"/>
                  </a:ext>
                </a:extLst>
              </a:tr>
            </a:tbl>
          </a:graphicData>
        </a:graphic>
      </p:graphicFrame>
    </p:spTree>
    <p:extLst>
      <p:ext uri="{BB962C8B-B14F-4D97-AF65-F5344CB8AC3E}">
        <p14:creationId xmlns:p14="http://schemas.microsoft.com/office/powerpoint/2010/main" val="173386960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25075F-D790-62C3-C917-01932A6CDDF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D585FA1-3F3E-D32E-5BB5-D3BF56088C7F}"/>
              </a:ext>
            </a:extLst>
          </p:cNvPr>
          <p:cNvSpPr>
            <a:spLocks noGrp="1"/>
          </p:cNvSpPr>
          <p:nvPr>
            <p:ph type="title"/>
          </p:nvPr>
        </p:nvSpPr>
        <p:spPr>
          <a:xfrm>
            <a:off x="288000" y="252000"/>
            <a:ext cx="5662414" cy="1811099"/>
          </a:xfrm>
        </p:spPr>
        <p:txBody>
          <a:bodyPr/>
          <a:lstStyle/>
          <a:p>
            <a:r>
              <a:rPr lang="en-US"/>
              <a:t>Lorem ipsum sit amet con incidunct</a:t>
            </a:r>
          </a:p>
        </p:txBody>
      </p:sp>
      <p:graphicFrame>
        <p:nvGraphicFramePr>
          <p:cNvPr id="9" name="Tabel 8">
            <a:extLst>
              <a:ext uri="{FF2B5EF4-FFF2-40B4-BE49-F238E27FC236}">
                <a16:creationId xmlns:a16="http://schemas.microsoft.com/office/drawing/2014/main" id="{2CA18514-039F-D2D8-4713-026A57D5AE21}"/>
              </a:ext>
            </a:extLst>
          </p:cNvPr>
          <p:cNvGraphicFramePr>
            <a:graphicFrameLocks noGrp="1"/>
          </p:cNvGraphicFramePr>
          <p:nvPr>
            <p:extLst>
              <p:ext uri="{D42A27DB-BD31-4B8C-83A1-F6EECF244321}">
                <p14:modId xmlns:p14="http://schemas.microsoft.com/office/powerpoint/2010/main" val="200273284"/>
              </p:ext>
            </p:extLst>
          </p:nvPr>
        </p:nvGraphicFramePr>
        <p:xfrm>
          <a:off x="287999" y="2354379"/>
          <a:ext cx="11649994" cy="3090104"/>
        </p:xfrm>
        <a:graphic>
          <a:graphicData uri="http://schemas.openxmlformats.org/drawingml/2006/table">
            <a:tbl>
              <a:tblPr firstRow="1" bandRow="1">
                <a:tableStyleId>{5C22544A-7EE6-4342-B048-85BDC9FD1C3A}</a:tableStyleId>
              </a:tblPr>
              <a:tblGrid>
                <a:gridCol w="2568010">
                  <a:extLst>
                    <a:ext uri="{9D8B030D-6E8A-4147-A177-3AD203B41FA5}">
                      <a16:colId xmlns:a16="http://schemas.microsoft.com/office/drawing/2014/main" val="739040183"/>
                    </a:ext>
                  </a:extLst>
                </a:gridCol>
                <a:gridCol w="756832">
                  <a:extLst>
                    <a:ext uri="{9D8B030D-6E8A-4147-A177-3AD203B41FA5}">
                      <a16:colId xmlns:a16="http://schemas.microsoft.com/office/drawing/2014/main" val="3746708319"/>
                    </a:ext>
                  </a:extLst>
                </a:gridCol>
                <a:gridCol w="756832">
                  <a:extLst>
                    <a:ext uri="{9D8B030D-6E8A-4147-A177-3AD203B41FA5}">
                      <a16:colId xmlns:a16="http://schemas.microsoft.com/office/drawing/2014/main" val="3819056520"/>
                    </a:ext>
                  </a:extLst>
                </a:gridCol>
                <a:gridCol w="756832">
                  <a:extLst>
                    <a:ext uri="{9D8B030D-6E8A-4147-A177-3AD203B41FA5}">
                      <a16:colId xmlns:a16="http://schemas.microsoft.com/office/drawing/2014/main" val="3143088114"/>
                    </a:ext>
                  </a:extLst>
                </a:gridCol>
                <a:gridCol w="756832">
                  <a:extLst>
                    <a:ext uri="{9D8B030D-6E8A-4147-A177-3AD203B41FA5}">
                      <a16:colId xmlns:a16="http://schemas.microsoft.com/office/drawing/2014/main" val="742213440"/>
                    </a:ext>
                  </a:extLst>
                </a:gridCol>
                <a:gridCol w="756832">
                  <a:extLst>
                    <a:ext uri="{9D8B030D-6E8A-4147-A177-3AD203B41FA5}">
                      <a16:colId xmlns:a16="http://schemas.microsoft.com/office/drawing/2014/main" val="1994384821"/>
                    </a:ext>
                  </a:extLst>
                </a:gridCol>
                <a:gridCol w="756832">
                  <a:extLst>
                    <a:ext uri="{9D8B030D-6E8A-4147-A177-3AD203B41FA5}">
                      <a16:colId xmlns:a16="http://schemas.microsoft.com/office/drawing/2014/main" val="1492362350"/>
                    </a:ext>
                  </a:extLst>
                </a:gridCol>
                <a:gridCol w="756832">
                  <a:extLst>
                    <a:ext uri="{9D8B030D-6E8A-4147-A177-3AD203B41FA5}">
                      <a16:colId xmlns:a16="http://schemas.microsoft.com/office/drawing/2014/main" val="2721998776"/>
                    </a:ext>
                  </a:extLst>
                </a:gridCol>
                <a:gridCol w="756832">
                  <a:extLst>
                    <a:ext uri="{9D8B030D-6E8A-4147-A177-3AD203B41FA5}">
                      <a16:colId xmlns:a16="http://schemas.microsoft.com/office/drawing/2014/main" val="2796974392"/>
                    </a:ext>
                  </a:extLst>
                </a:gridCol>
                <a:gridCol w="756832">
                  <a:extLst>
                    <a:ext uri="{9D8B030D-6E8A-4147-A177-3AD203B41FA5}">
                      <a16:colId xmlns:a16="http://schemas.microsoft.com/office/drawing/2014/main" val="3439729225"/>
                    </a:ext>
                  </a:extLst>
                </a:gridCol>
                <a:gridCol w="756832">
                  <a:extLst>
                    <a:ext uri="{9D8B030D-6E8A-4147-A177-3AD203B41FA5}">
                      <a16:colId xmlns:a16="http://schemas.microsoft.com/office/drawing/2014/main" val="3256722298"/>
                    </a:ext>
                  </a:extLst>
                </a:gridCol>
                <a:gridCol w="756832">
                  <a:extLst>
                    <a:ext uri="{9D8B030D-6E8A-4147-A177-3AD203B41FA5}">
                      <a16:colId xmlns:a16="http://schemas.microsoft.com/office/drawing/2014/main" val="3459350590"/>
                    </a:ext>
                  </a:extLst>
                </a:gridCol>
                <a:gridCol w="756832">
                  <a:extLst>
                    <a:ext uri="{9D8B030D-6E8A-4147-A177-3AD203B41FA5}">
                      <a16:colId xmlns:a16="http://schemas.microsoft.com/office/drawing/2014/main" val="86828"/>
                    </a:ext>
                  </a:extLst>
                </a:gridCol>
              </a:tblGrid>
              <a:tr h="386263">
                <a:tc>
                  <a:txBody>
                    <a:bodyPr/>
                    <a:lstStyle/>
                    <a:p>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solidFill>
                            <a:schemeClr val="tx2"/>
                          </a:solidFill>
                        </a:rPr>
                        <a:t>Jan</a:t>
                      </a: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solidFill>
                            <a:schemeClr val="tx2"/>
                          </a:solidFill>
                        </a:rPr>
                        <a:t>Feb</a:t>
                      </a: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solidFill>
                            <a:schemeClr val="tx2"/>
                          </a:solidFill>
                        </a:rPr>
                        <a:t>Mar</a:t>
                      </a: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solidFill>
                            <a:schemeClr val="tx2"/>
                          </a:solidFill>
                        </a:rPr>
                        <a:t>Apr</a:t>
                      </a: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solidFill>
                            <a:schemeClr val="tx2"/>
                          </a:solidFill>
                        </a:rPr>
                        <a:t>Maj</a:t>
                      </a: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solidFill>
                            <a:schemeClr val="tx2"/>
                          </a:solidFill>
                        </a:rPr>
                        <a:t>Jun</a:t>
                      </a: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solidFill>
                            <a:schemeClr val="tx2"/>
                          </a:solidFill>
                        </a:rPr>
                        <a:t>Jul</a:t>
                      </a: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solidFill>
                            <a:schemeClr val="tx2"/>
                          </a:solidFill>
                        </a:rPr>
                        <a:t>Aug</a:t>
                      </a: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solidFill>
                            <a:schemeClr val="tx2"/>
                          </a:solidFill>
                        </a:rPr>
                        <a:t>Sep</a:t>
                      </a: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solidFill>
                            <a:schemeClr val="tx2"/>
                          </a:solidFill>
                        </a:rPr>
                        <a:t>Okt</a:t>
                      </a: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solidFill>
                            <a:schemeClr val="tx2"/>
                          </a:solidFill>
                        </a:rPr>
                        <a:t>Nov</a:t>
                      </a: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solidFill>
                            <a:schemeClr val="tx2"/>
                          </a:solidFill>
                        </a:rPr>
                        <a:t>Dec</a:t>
                      </a: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257436"/>
                  </a:ext>
                </a:extLst>
              </a:tr>
              <a:tr h="386263">
                <a:tc>
                  <a:txBody>
                    <a:bodyPr/>
                    <a:lstStyle/>
                    <a:p>
                      <a:r>
                        <a:rPr lang="en-US" sz="1200" b="0">
                          <a:solidFill>
                            <a:schemeClr val="tx2"/>
                          </a:solidFill>
                        </a:rPr>
                        <a:t>Lorem ipsum</a:t>
                      </a: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746210"/>
                  </a:ext>
                </a:extLst>
              </a:tr>
              <a:tr h="386263">
                <a:tc>
                  <a:txBody>
                    <a:bodyPr/>
                    <a:lstStyle/>
                    <a:p>
                      <a:r>
                        <a:rPr lang="en-US" sz="1200" b="0">
                          <a:solidFill>
                            <a:schemeClr val="tx2"/>
                          </a:solidFill>
                        </a:rPr>
                        <a:t>Sit amet con incidunct</a:t>
                      </a: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8485871"/>
                  </a:ext>
                </a:extLst>
              </a:tr>
              <a:tr h="386263">
                <a:tc>
                  <a:txBody>
                    <a:bodyPr/>
                    <a:lstStyle/>
                    <a:p>
                      <a:r>
                        <a:rPr lang="en-US" sz="1200" b="0">
                          <a:solidFill>
                            <a:schemeClr val="tx2"/>
                          </a:solidFill>
                        </a:rPr>
                        <a:t>Dolore</a:t>
                      </a: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6891224"/>
                  </a:ext>
                </a:extLst>
              </a:tr>
              <a:tr h="386263">
                <a:tc>
                  <a:txBody>
                    <a:bodyPr/>
                    <a:lstStyle/>
                    <a:p>
                      <a:r>
                        <a:rPr lang="da-DK" sz="1200">
                          <a:solidFill>
                            <a:schemeClr val="tx2"/>
                          </a:solidFill>
                        </a:rPr>
                        <a:t>Quaspeles maximus </a:t>
                      </a:r>
                      <a:endParaRPr lang="en-US" sz="1200" b="0">
                        <a:solidFill>
                          <a:schemeClr val="tx2"/>
                        </a:solidFill>
                      </a:endParaRP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6416741"/>
                  </a:ext>
                </a:extLst>
              </a:tr>
              <a:tr h="386263">
                <a:tc>
                  <a:txBody>
                    <a:bodyPr/>
                    <a:lstStyle/>
                    <a:p>
                      <a:r>
                        <a:rPr lang="en-US" sz="1200" b="0">
                          <a:solidFill>
                            <a:schemeClr val="tx2"/>
                          </a:solidFill>
                        </a:rPr>
                        <a:t>Incidunct</a:t>
                      </a: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315525"/>
                  </a:ext>
                </a:extLst>
              </a:tr>
              <a:tr h="386263">
                <a:tc>
                  <a:txBody>
                    <a:bodyPr/>
                    <a:lstStyle/>
                    <a:p>
                      <a:r>
                        <a:rPr lang="en-US" sz="1200" b="0">
                          <a:solidFill>
                            <a:schemeClr val="tx2"/>
                          </a:solidFill>
                        </a:rPr>
                        <a:t>Ipsom majore</a:t>
                      </a: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4547324"/>
                  </a:ext>
                </a:extLst>
              </a:tr>
              <a:tr h="386263">
                <a:tc>
                  <a:txBody>
                    <a:bodyPr/>
                    <a:lstStyle/>
                    <a:p>
                      <a:r>
                        <a:rPr lang="en-US" sz="1200" b="0">
                          <a:solidFill>
                            <a:schemeClr val="tx2"/>
                          </a:solidFill>
                        </a:rPr>
                        <a:t>Espero anto</a:t>
                      </a:r>
                    </a:p>
                  </a:txBody>
                  <a:tcPr anchor="ctr">
                    <a:lnL w="12700" cmpd="sng">
                      <a:noFill/>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200" b="0">
                        <a:solidFill>
                          <a:schemeClr val="tx2"/>
                        </a:solidFill>
                      </a:endParaRPr>
                    </a:p>
                  </a:txBody>
                  <a:tcPr anchor="ctr">
                    <a:lnL w="6350" cap="flat" cmpd="sng" algn="ctr">
                      <a:solidFill>
                        <a:schemeClr val="accent6"/>
                      </a:solidFill>
                      <a:prstDash val="solid"/>
                      <a:round/>
                      <a:headEnd type="none" w="med" len="med"/>
                      <a:tailEnd type="none" w="med" len="med"/>
                    </a:lnL>
                    <a:lnR w="12700" cmpd="sng">
                      <a:noFill/>
                    </a:lnR>
                    <a:lnT w="6350" cap="flat" cmpd="sng" algn="ctr">
                      <a:solidFill>
                        <a:schemeClr val="accent6"/>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29958305"/>
                  </a:ext>
                </a:extLst>
              </a:tr>
            </a:tbl>
          </a:graphicData>
        </a:graphic>
      </p:graphicFrame>
    </p:spTree>
    <p:extLst>
      <p:ext uri="{BB962C8B-B14F-4D97-AF65-F5344CB8AC3E}">
        <p14:creationId xmlns:p14="http://schemas.microsoft.com/office/powerpoint/2010/main" val="399352513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84550-E838-44C1-E8FF-5F71B22FC9D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3739EA0-1DA6-3B7E-D4F7-33BE36C3D040}"/>
              </a:ext>
            </a:extLst>
          </p:cNvPr>
          <p:cNvSpPr>
            <a:spLocks noGrp="1"/>
          </p:cNvSpPr>
          <p:nvPr>
            <p:ph type="title"/>
          </p:nvPr>
        </p:nvSpPr>
        <p:spPr>
          <a:xfrm>
            <a:off x="288000" y="252000"/>
            <a:ext cx="5662414" cy="1811099"/>
          </a:xfrm>
        </p:spPr>
        <p:txBody>
          <a:bodyPr/>
          <a:lstStyle/>
          <a:p>
            <a:r>
              <a:rPr lang="en-US"/>
              <a:t>Budget</a:t>
            </a:r>
            <a:br>
              <a:rPr lang="en-US"/>
            </a:br>
            <a:r>
              <a:rPr lang="en-US" sz="1600"/>
              <a:t>I DKK</a:t>
            </a:r>
          </a:p>
        </p:txBody>
      </p:sp>
      <p:graphicFrame>
        <p:nvGraphicFramePr>
          <p:cNvPr id="12" name="Pladsholder til indhold 6">
            <a:extLst>
              <a:ext uri="{FF2B5EF4-FFF2-40B4-BE49-F238E27FC236}">
                <a16:creationId xmlns:a16="http://schemas.microsoft.com/office/drawing/2014/main" id="{D7ACCFA9-65C5-77BC-C44B-FA9DACCC5476}"/>
              </a:ext>
            </a:extLst>
          </p:cNvPr>
          <p:cNvGraphicFramePr>
            <a:graphicFrameLocks/>
          </p:cNvGraphicFramePr>
          <p:nvPr>
            <p:extLst>
              <p:ext uri="{D42A27DB-BD31-4B8C-83A1-F6EECF244321}">
                <p14:modId xmlns:p14="http://schemas.microsoft.com/office/powerpoint/2010/main" val="3754471989"/>
              </p:ext>
            </p:extLst>
          </p:nvPr>
        </p:nvGraphicFramePr>
        <p:xfrm>
          <a:off x="288000" y="1592525"/>
          <a:ext cx="5939612" cy="4275864"/>
        </p:xfrm>
        <a:graphic>
          <a:graphicData uri="http://schemas.openxmlformats.org/drawingml/2006/table">
            <a:tbl>
              <a:tblPr firstRow="1" bandRow="1">
                <a:effectLst/>
                <a:tableStyleId>{5C22544A-7EE6-4342-B048-85BDC9FD1C3A}</a:tableStyleId>
              </a:tblPr>
              <a:tblGrid>
                <a:gridCol w="5040102">
                  <a:extLst>
                    <a:ext uri="{9D8B030D-6E8A-4147-A177-3AD203B41FA5}">
                      <a16:colId xmlns:a16="http://schemas.microsoft.com/office/drawing/2014/main" val="20000"/>
                    </a:ext>
                  </a:extLst>
                </a:gridCol>
                <a:gridCol w="899510">
                  <a:extLst>
                    <a:ext uri="{9D8B030D-6E8A-4147-A177-3AD203B41FA5}">
                      <a16:colId xmlns:a16="http://schemas.microsoft.com/office/drawing/2014/main" val="20001"/>
                    </a:ext>
                  </a:extLst>
                </a:gridCol>
              </a:tblGrid>
              <a:tr h="576000">
                <a:tc>
                  <a:txBody>
                    <a:bodyPr/>
                    <a:lstStyle/>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600" b="0" i="0" u="none" strike="noStrike" kern="1200" cap="none" spc="0" normalizeH="0" baseline="0" noProof="0" dirty="0">
                          <a:ln>
                            <a:noFill/>
                          </a:ln>
                          <a:solidFill>
                            <a:schemeClr val="tx2"/>
                          </a:solidFill>
                          <a:effectLst/>
                          <a:uLnTx/>
                          <a:uFillTx/>
                          <a:latin typeface="+mn-lt"/>
                          <a:ea typeface="Arial" charset="0"/>
                          <a:cs typeface="Arial" charset="0"/>
                        </a:rPr>
                        <a:t>Kreativt </a:t>
                      </a:r>
                      <a:r>
                        <a:rPr kumimoji="0" lang="da-DK" sz="1600" b="0" i="0" u="none" strike="noStrike" kern="1200" cap="none" spc="0" normalizeH="0" baseline="0" noProof="0" dirty="0" err="1">
                          <a:ln>
                            <a:noFill/>
                          </a:ln>
                          <a:solidFill>
                            <a:schemeClr val="tx2"/>
                          </a:solidFill>
                          <a:effectLst/>
                          <a:uLnTx/>
                          <a:uFillTx/>
                          <a:latin typeface="+mn-lt"/>
                          <a:ea typeface="Arial" charset="0"/>
                          <a:cs typeface="Arial" charset="0"/>
                        </a:rPr>
                        <a:t>koncet</a:t>
                      </a: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marL="0" marR="0" indent="0" algn="r" defTabSz="95719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2"/>
                          </a:solidFill>
                          <a:effectLst/>
                          <a:uLnTx/>
                          <a:uFillTx/>
                          <a:latin typeface="+mn-lt"/>
                          <a:ea typeface="Arial" charset="0"/>
                          <a:cs typeface="Arial" charset="0"/>
                        </a:rPr>
                        <a:t>160.000</a:t>
                      </a:r>
                      <a:endParaRPr lang="da-DK" sz="160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0"/>
                  </a:ext>
                </a:extLst>
              </a:tr>
              <a:tr h="576000">
                <a:tc>
                  <a:txBody>
                    <a:bodyPr/>
                    <a:lstStyle/>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600" b="0" i="0" u="none" strike="noStrike" kern="1200" cap="none" spc="0" normalizeH="0" baseline="0" noProof="0">
                          <a:ln>
                            <a:noFill/>
                          </a:ln>
                          <a:solidFill>
                            <a:schemeClr val="tx2"/>
                          </a:solidFill>
                          <a:effectLst/>
                          <a:uLnTx/>
                          <a:uFillTx/>
                          <a:latin typeface="+mn-lt"/>
                          <a:ea typeface="Arial" charset="0"/>
                          <a:cs typeface="Arial" charset="0"/>
                        </a:rPr>
                        <a:t>Materialebank</a:t>
                      </a: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marL="0" marR="0" indent="0" algn="r" defTabSz="95719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2"/>
                          </a:solidFill>
                          <a:effectLst/>
                          <a:uLnTx/>
                          <a:uFillTx/>
                          <a:latin typeface="+mn-lt"/>
                          <a:ea typeface="Arial" charset="0"/>
                          <a:cs typeface="Arial" charset="0"/>
                        </a:rPr>
                        <a:t>90.000</a:t>
                      </a:r>
                      <a:endParaRPr lang="da-DK" sz="160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1"/>
                  </a:ext>
                </a:extLst>
              </a:tr>
              <a:tr h="576000">
                <a:tc>
                  <a:txBody>
                    <a:bodyPr/>
                    <a:lstStyle/>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600" b="0" i="0" u="none" strike="noStrike" kern="1200" cap="none" spc="0" normalizeH="0" baseline="0" noProof="0" dirty="0">
                          <a:ln>
                            <a:noFill/>
                          </a:ln>
                          <a:solidFill>
                            <a:schemeClr val="tx2"/>
                          </a:solidFill>
                          <a:effectLst/>
                          <a:uLnTx/>
                          <a:uFillTx/>
                          <a:latin typeface="+mn-lt"/>
                          <a:ea typeface="Arial" charset="0"/>
                          <a:cs typeface="Arial" charset="0"/>
                        </a:rPr>
                        <a:t>Website</a:t>
                      </a: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marL="0" marR="0" indent="0" algn="r" defTabSz="95719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2"/>
                          </a:solidFill>
                          <a:effectLst/>
                          <a:uLnTx/>
                          <a:uFillTx/>
                          <a:latin typeface="+mn-lt"/>
                          <a:ea typeface="Arial" charset="0"/>
                          <a:cs typeface="Arial" charset="0"/>
                        </a:rPr>
                        <a:t>100.000</a:t>
                      </a:r>
                      <a:endParaRPr lang="da-DK" sz="160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2"/>
                  </a:ext>
                </a:extLst>
              </a:tr>
              <a:tr h="576000">
                <a:tc>
                  <a:txBody>
                    <a:bodyPr/>
                    <a:lstStyle/>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600" b="0" i="0" u="none" strike="noStrike" kern="1200" cap="none" spc="0" normalizeH="0" baseline="0" noProof="0">
                          <a:ln>
                            <a:noFill/>
                          </a:ln>
                          <a:solidFill>
                            <a:schemeClr val="tx2"/>
                          </a:solidFill>
                          <a:effectLst/>
                          <a:uLnTx/>
                          <a:uFillTx/>
                          <a:latin typeface="+mn-lt"/>
                          <a:ea typeface="Arial" charset="0"/>
                          <a:cs typeface="Arial" charset="0"/>
                        </a:rPr>
                        <a:t>Mediestrategi og planlægning</a:t>
                      </a:r>
                    </a:p>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endParaRPr lang="da-DK" sz="120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marL="0" marR="0" indent="0" algn="r" defTabSz="95719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2"/>
                          </a:solidFill>
                          <a:effectLst/>
                          <a:uLnTx/>
                          <a:uFillTx/>
                          <a:latin typeface="+mn-lt"/>
                          <a:ea typeface="Arial" charset="0"/>
                          <a:cs typeface="Arial" charset="0"/>
                        </a:rPr>
                        <a:t>30.000</a:t>
                      </a:r>
                      <a:endParaRPr lang="da-DK" sz="160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3"/>
                  </a:ext>
                </a:extLst>
              </a:tr>
              <a:tr h="576000">
                <a:tc>
                  <a:txBody>
                    <a:bodyPr/>
                    <a:lstStyle/>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600" b="0" i="0" u="none" strike="noStrike" kern="1200" cap="none" spc="0" normalizeH="0" baseline="0" noProof="0" dirty="0">
                          <a:ln>
                            <a:noFill/>
                          </a:ln>
                          <a:solidFill>
                            <a:schemeClr val="tx2"/>
                          </a:solidFill>
                          <a:effectLst/>
                          <a:uLnTx/>
                          <a:uFillTx/>
                          <a:latin typeface="+mn-lt"/>
                          <a:ea typeface="Arial" charset="0"/>
                          <a:cs typeface="Arial" charset="0"/>
                        </a:rPr>
                        <a:t>Distribution og netværksindsats</a:t>
                      </a: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marL="0" marR="0" indent="0" algn="r" defTabSz="95719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2"/>
                          </a:solidFill>
                          <a:effectLst/>
                          <a:uLnTx/>
                          <a:uFillTx/>
                          <a:latin typeface="+mn-lt"/>
                          <a:ea typeface="Arial" charset="0"/>
                          <a:cs typeface="Arial" charset="0"/>
                        </a:rPr>
                        <a:t>35.000</a:t>
                      </a:r>
                      <a:endParaRPr lang="da-DK" sz="160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4"/>
                  </a:ext>
                </a:extLst>
              </a:tr>
              <a:tr h="576000">
                <a:tc>
                  <a:txBody>
                    <a:bodyPr/>
                    <a:lstStyle/>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600" b="0" i="0" u="none" strike="noStrike" kern="1200" cap="none" spc="0" normalizeH="0" baseline="0" noProof="0">
                          <a:ln>
                            <a:noFill/>
                          </a:ln>
                          <a:solidFill>
                            <a:schemeClr val="tx2"/>
                          </a:solidFill>
                          <a:effectLst/>
                          <a:uLnTx/>
                          <a:uFillTx/>
                          <a:latin typeface="+mn-lt"/>
                          <a:ea typeface="Arial" charset="0"/>
                          <a:cs typeface="Arial" charset="0"/>
                        </a:rPr>
                        <a:t>Projektledelse og planlægning</a:t>
                      </a: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no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algn="r">
                        <a:spcAft>
                          <a:spcPts val="0"/>
                        </a:spcAft>
                      </a:pPr>
                      <a:r>
                        <a:rPr kumimoji="0" lang="en-US" sz="1600" b="0" i="0" u="none" strike="noStrike" kern="1200" cap="none" spc="0" normalizeH="0" baseline="0" noProof="0">
                          <a:ln>
                            <a:noFill/>
                          </a:ln>
                          <a:solidFill>
                            <a:schemeClr val="tx2"/>
                          </a:solidFill>
                          <a:effectLst/>
                          <a:uLnTx/>
                          <a:uFillTx/>
                          <a:latin typeface="+mn-lt"/>
                          <a:ea typeface="Arial" charset="0"/>
                          <a:cs typeface="Arial" charset="0"/>
                        </a:rPr>
                        <a:t>80.000</a:t>
                      </a:r>
                      <a:endParaRPr lang="da-DK" sz="160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no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5"/>
                  </a:ext>
                </a:extLst>
              </a:tr>
              <a:tr h="243864">
                <a:tc>
                  <a:txBody>
                    <a:bodyPr/>
                    <a:lstStyle/>
                    <a:p>
                      <a:pPr marL="0" marR="0" indent="0" algn="l" defTabSz="957190" rtl="0" eaLnBrk="1" fontAlgn="auto" latinLnBrk="0" hangingPunct="1">
                        <a:lnSpc>
                          <a:spcPct val="100000"/>
                        </a:lnSpc>
                        <a:spcBef>
                          <a:spcPts val="0"/>
                        </a:spcBef>
                        <a:spcAft>
                          <a:spcPts val="0"/>
                        </a:spcAft>
                        <a:buClrTx/>
                        <a:buSzTx/>
                        <a:buFontTx/>
                        <a:buNone/>
                        <a:tabLst/>
                        <a:defRPr/>
                      </a:pPr>
                      <a:endParaRPr lang="da-DK" sz="1200">
                        <a:solidFill>
                          <a:schemeClr val="tx2"/>
                        </a:solidFill>
                        <a:latin typeface="+mn-lt"/>
                        <a:ea typeface="Arial" charset="0"/>
                        <a:cs typeface="Arial"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marL="0" algn="l" defTabSz="1275934" rtl="0" eaLnBrk="1" latinLnBrk="0" hangingPunct="1">
                        <a:spcAft>
                          <a:spcPts val="0"/>
                        </a:spcAft>
                      </a:pPr>
                      <a:endParaRPr lang="da-DK" sz="1600">
                        <a:solidFill>
                          <a:schemeClr val="tx2"/>
                        </a:solidFill>
                        <a:latin typeface="+mn-lt"/>
                        <a:ea typeface="Arial" charset="0"/>
                        <a:cs typeface="Arial"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6"/>
                  </a:ext>
                </a:extLst>
              </a:tr>
              <a:tr h="576000">
                <a:tc>
                  <a:txBody>
                    <a:bodyPr/>
                    <a:lstStyle/>
                    <a:p>
                      <a:pPr marL="0" marR="0" indent="0" algn="l" defTabSz="957190" rtl="0" eaLnBrk="1" fontAlgn="auto" latinLnBrk="0" hangingPunct="1">
                        <a:lnSpc>
                          <a:spcPct val="100000"/>
                        </a:lnSpc>
                        <a:spcBef>
                          <a:spcPts val="0"/>
                        </a:spcBef>
                        <a:spcAft>
                          <a:spcPts val="0"/>
                        </a:spcAft>
                        <a:buClrTx/>
                        <a:buSzTx/>
                        <a:buFontTx/>
                        <a:buNone/>
                        <a:tabLst/>
                        <a:defRPr/>
                      </a:pPr>
                      <a:r>
                        <a:rPr kumimoji="0" lang="da-DK" sz="2000" b="0" i="0" u="none" strike="noStrike" kern="1200" cap="none" spc="0" normalizeH="0" baseline="0" noProof="0">
                          <a:ln>
                            <a:noFill/>
                          </a:ln>
                          <a:solidFill>
                            <a:schemeClr val="tx2"/>
                          </a:solidFill>
                          <a:effectLst/>
                          <a:uLnTx/>
                          <a:uFillTx/>
                          <a:latin typeface="+mn-lt"/>
                          <a:ea typeface="Arial" charset="0"/>
                          <a:cs typeface="Arial" charset="0"/>
                        </a:rPr>
                        <a:t>I alt ekskl. moms</a:t>
                      </a:r>
                      <a:endParaRPr lang="da-DK" sz="2000" b="0">
                        <a:solidFill>
                          <a:schemeClr val="tx2"/>
                        </a:solidFill>
                        <a:latin typeface="+mn-lt"/>
                        <a:ea typeface="Arial" charset="0"/>
                        <a:cs typeface="Arial" charset="0"/>
                      </a:endParaRPr>
                    </a:p>
                  </a:txBody>
                  <a:tcPr marL="0" marR="0" marT="72000" marB="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marL="0" marR="0" indent="0" algn="r" defTabSz="95719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2"/>
                          </a:solidFill>
                          <a:effectLst/>
                          <a:uLnTx/>
                          <a:uFillTx/>
                          <a:latin typeface="+mn-lt"/>
                          <a:ea typeface="Arial" charset="0"/>
                          <a:cs typeface="Arial" charset="0"/>
                        </a:rPr>
                        <a:t>495.000</a:t>
                      </a:r>
                      <a:endParaRPr lang="da-DK" sz="2000" b="0" dirty="0">
                        <a:solidFill>
                          <a:schemeClr val="tx2"/>
                        </a:solidFill>
                        <a:latin typeface="+mn-lt"/>
                        <a:ea typeface="Arial" charset="0"/>
                        <a:cs typeface="Arial" charset="0"/>
                      </a:endParaRPr>
                    </a:p>
                  </a:txBody>
                  <a:tcPr marL="0" marR="0" marT="72000" marB="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12965615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CBDA-842A-20E2-AA85-2FBB08482BD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85D655E-4D08-30C7-F647-9F7BDBE3C105}"/>
              </a:ext>
            </a:extLst>
          </p:cNvPr>
          <p:cNvSpPr>
            <a:spLocks noGrp="1"/>
          </p:cNvSpPr>
          <p:nvPr>
            <p:ph type="title"/>
          </p:nvPr>
        </p:nvSpPr>
        <p:spPr>
          <a:xfrm>
            <a:off x="288000" y="252000"/>
            <a:ext cx="5662414" cy="1811099"/>
          </a:xfrm>
        </p:spPr>
        <p:txBody>
          <a:bodyPr/>
          <a:lstStyle/>
          <a:p>
            <a:r>
              <a:rPr lang="en-US"/>
              <a:t>Budget</a:t>
            </a:r>
            <a:br>
              <a:rPr lang="en-US"/>
            </a:br>
            <a:r>
              <a:rPr lang="en-US" sz="1600"/>
              <a:t>I DKK</a:t>
            </a:r>
          </a:p>
        </p:txBody>
      </p:sp>
      <p:graphicFrame>
        <p:nvGraphicFramePr>
          <p:cNvPr id="6" name="Pladsholder til indhold 6">
            <a:extLst>
              <a:ext uri="{FF2B5EF4-FFF2-40B4-BE49-F238E27FC236}">
                <a16:creationId xmlns:a16="http://schemas.microsoft.com/office/drawing/2014/main" id="{4DEAC63C-3A13-C288-EDE2-DA31A3E7C8C8}"/>
              </a:ext>
            </a:extLst>
          </p:cNvPr>
          <p:cNvGraphicFramePr>
            <a:graphicFrameLocks/>
          </p:cNvGraphicFramePr>
          <p:nvPr>
            <p:extLst>
              <p:ext uri="{D42A27DB-BD31-4B8C-83A1-F6EECF244321}">
                <p14:modId xmlns:p14="http://schemas.microsoft.com/office/powerpoint/2010/main" val="2505203326"/>
              </p:ext>
            </p:extLst>
          </p:nvPr>
        </p:nvGraphicFramePr>
        <p:xfrm>
          <a:off x="288000" y="1311971"/>
          <a:ext cx="9259740" cy="4788001"/>
        </p:xfrm>
        <a:graphic>
          <a:graphicData uri="http://schemas.openxmlformats.org/drawingml/2006/table">
            <a:tbl>
              <a:tblPr firstRow="1" bandRow="1">
                <a:effectLst/>
                <a:tableStyleId>{5C22544A-7EE6-4342-B048-85BDC9FD1C3A}</a:tableStyleId>
              </a:tblPr>
              <a:tblGrid>
                <a:gridCol w="7857421">
                  <a:extLst>
                    <a:ext uri="{9D8B030D-6E8A-4147-A177-3AD203B41FA5}">
                      <a16:colId xmlns:a16="http://schemas.microsoft.com/office/drawing/2014/main" val="20000"/>
                    </a:ext>
                  </a:extLst>
                </a:gridCol>
                <a:gridCol w="1402319">
                  <a:extLst>
                    <a:ext uri="{9D8B030D-6E8A-4147-A177-3AD203B41FA5}">
                      <a16:colId xmlns:a16="http://schemas.microsoft.com/office/drawing/2014/main" val="20001"/>
                    </a:ext>
                  </a:extLst>
                </a:gridCol>
              </a:tblGrid>
              <a:tr h="570777">
                <a:tc>
                  <a:txBody>
                    <a:bodyPr/>
                    <a:lstStyle/>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600" b="0" i="0" u="none" strike="noStrike" kern="1200" cap="none" spc="0" normalizeH="0" baseline="0" noProof="0" dirty="0">
                          <a:ln>
                            <a:noFill/>
                          </a:ln>
                          <a:solidFill>
                            <a:schemeClr val="tx2"/>
                          </a:solidFill>
                          <a:effectLst/>
                          <a:uLnTx/>
                          <a:uFillTx/>
                          <a:latin typeface="+mn-lt"/>
                          <a:ea typeface="Arial" charset="0"/>
                          <a:cs typeface="Arial" charset="0"/>
                        </a:rPr>
                        <a:t>Kreativt </a:t>
                      </a:r>
                      <a:r>
                        <a:rPr kumimoji="0" lang="da-DK" sz="1600" b="0" i="0" u="none" strike="noStrike" kern="1200" cap="none" spc="0" normalizeH="0" baseline="0" noProof="0" dirty="0" err="1">
                          <a:ln>
                            <a:noFill/>
                          </a:ln>
                          <a:solidFill>
                            <a:schemeClr val="tx2"/>
                          </a:solidFill>
                          <a:effectLst/>
                          <a:uLnTx/>
                          <a:uFillTx/>
                          <a:latin typeface="+mn-lt"/>
                          <a:ea typeface="Arial" charset="0"/>
                          <a:cs typeface="Arial" charset="0"/>
                        </a:rPr>
                        <a:t>koncet</a:t>
                      </a:r>
                    </a:p>
                    <a:p>
                      <a:pPr marL="0" marR="0" lvl="0" indent="0" algn="l" defTabSz="957190" rtl="0" eaLnBrk="1" fontAlgn="auto" latinLnBrk="0" hangingPunct="1">
                        <a:lnSpc>
                          <a:spcPct val="100000"/>
                        </a:lnSpc>
                        <a:spcBef>
                          <a:spcPts val="0"/>
                        </a:spcBef>
                        <a:spcAft>
                          <a:spcPts val="0"/>
                        </a:spcAft>
                        <a:buClrTx/>
                        <a:buSzTx/>
                        <a:buFontTx/>
                        <a:buNone/>
                        <a:tabLst>
                          <a:tab pos="6088063" algn="r"/>
                        </a:tabLst>
                        <a:defRPr/>
                      </a:pPr>
                      <a:r>
                        <a:rPr kumimoji="0" lang="en-US" sz="1200" b="0" i="0" u="none" strike="noStrike" kern="1200" cap="none" spc="0" normalizeH="0" baseline="0" noProof="0" dirty="0" err="1">
                          <a:ln>
                            <a:noFill/>
                          </a:ln>
                          <a:solidFill>
                            <a:schemeClr val="tx2"/>
                          </a:solidFill>
                          <a:effectLst/>
                          <a:uLnTx/>
                          <a:uFillTx/>
                          <a:latin typeface="+mn-lt"/>
                          <a:ea typeface="Arial" charset="0"/>
                          <a:cs typeface="Arial" charset="0"/>
                        </a:rPr>
                        <a:t>Strategisk</a:t>
                      </a:r>
                      <a:r>
                        <a:rPr kumimoji="0" lang="en-US" sz="1200" b="0" i="0" u="none" strike="noStrike" kern="1200" cap="none" spc="0" normalizeH="0" baseline="0" noProof="0" dirty="0">
                          <a:ln>
                            <a:noFill/>
                          </a:ln>
                          <a:solidFill>
                            <a:schemeClr val="tx2"/>
                          </a:solidFill>
                          <a:effectLst/>
                          <a:uLnTx/>
                          <a:uFillTx/>
                          <a:latin typeface="+mn-lt"/>
                          <a:ea typeface="Arial" charset="0"/>
                          <a:cs typeface="Arial" charset="0"/>
                        </a:rPr>
                        <a:t> platform </a:t>
                      </a:r>
                      <a:r>
                        <a:rPr kumimoji="0" lang="en-US" sz="1200" b="0" i="0" u="none" strike="noStrike" kern="1200" cap="none" spc="0" normalizeH="0" baseline="0" noProof="0" dirty="0" err="1">
                          <a:ln>
                            <a:noFill/>
                          </a:ln>
                          <a:solidFill>
                            <a:schemeClr val="tx2"/>
                          </a:solidFill>
                          <a:effectLst/>
                          <a:uLnTx/>
                          <a:uFillTx/>
                          <a:latin typeface="+mn-lt"/>
                          <a:ea typeface="Arial" charset="0"/>
                          <a:cs typeface="Arial" charset="0"/>
                        </a:rPr>
                        <a:t>og</a:t>
                      </a:r>
                      <a:r>
                        <a:rPr kumimoji="0" lang="en-US" sz="1200" b="0" i="0" u="none" strike="noStrike" kern="1200" cap="none" spc="0" normalizeH="0" baseline="0" noProof="0" dirty="0">
                          <a:ln>
                            <a:noFill/>
                          </a:ln>
                          <a:solidFill>
                            <a:schemeClr val="tx2"/>
                          </a:solidFill>
                          <a:effectLst/>
                          <a:uLnTx/>
                          <a:uFillTx/>
                          <a:latin typeface="+mn-lt"/>
                          <a:ea typeface="Arial" charset="0"/>
                          <a:cs typeface="Arial" charset="0"/>
                        </a:rPr>
                        <a:t> </a:t>
                      </a:r>
                      <a:r>
                        <a:rPr kumimoji="0" lang="en-US" sz="1200" b="0" i="0" u="none" strike="noStrike" kern="1200" cap="none" spc="0" normalizeH="0" baseline="0" noProof="0" dirty="0" err="1">
                          <a:ln>
                            <a:noFill/>
                          </a:ln>
                          <a:solidFill>
                            <a:schemeClr val="tx2"/>
                          </a:solidFill>
                          <a:effectLst/>
                          <a:uLnTx/>
                          <a:uFillTx/>
                          <a:latin typeface="+mn-lt"/>
                          <a:ea typeface="Arial" charset="0"/>
                          <a:cs typeface="Arial" charset="0"/>
                        </a:rPr>
                        <a:t>kreativt</a:t>
                      </a:r>
                      <a:r>
                        <a:rPr kumimoji="0" lang="en-US" sz="1200" b="0" i="0" u="none" strike="noStrike" kern="1200" cap="none" spc="0" normalizeH="0" baseline="0" noProof="0" dirty="0">
                          <a:ln>
                            <a:noFill/>
                          </a:ln>
                          <a:solidFill>
                            <a:schemeClr val="tx2"/>
                          </a:solidFill>
                          <a:effectLst/>
                          <a:uLnTx/>
                          <a:uFillTx/>
                          <a:latin typeface="+mn-lt"/>
                          <a:ea typeface="Arial" charset="0"/>
                          <a:cs typeface="Arial" charset="0"/>
                        </a:rPr>
                        <a:t> </a:t>
                      </a:r>
                      <a:r>
                        <a:rPr kumimoji="0" lang="en-US" sz="1200" b="0" i="0" u="none" strike="noStrike" kern="1200" cap="none" spc="0" normalizeH="0" baseline="0" noProof="0" dirty="0" err="1">
                          <a:ln>
                            <a:noFill/>
                          </a:ln>
                          <a:solidFill>
                            <a:schemeClr val="tx2"/>
                          </a:solidFill>
                          <a:effectLst/>
                          <a:uLnTx/>
                          <a:uFillTx/>
                          <a:latin typeface="+mn-lt"/>
                          <a:ea typeface="Arial" charset="0"/>
                          <a:cs typeface="Arial" charset="0"/>
                        </a:rPr>
                        <a:t>koncept</a:t>
                      </a:r>
                      <a:r>
                        <a:rPr kumimoji="0" lang="en-US" sz="1200" b="0" i="0" u="none" strike="noStrike" kern="1200" cap="none" spc="0" normalizeH="0" baseline="0" noProof="0" dirty="0">
                          <a:ln>
                            <a:noFill/>
                          </a:ln>
                          <a:solidFill>
                            <a:schemeClr val="tx2"/>
                          </a:solidFill>
                          <a:effectLst/>
                          <a:uLnTx/>
                          <a:uFillTx/>
                          <a:latin typeface="+mn-lt"/>
                          <a:ea typeface="Arial" charset="0"/>
                          <a:cs typeface="Arial" charset="0"/>
                        </a:rPr>
                        <a:t> - </a:t>
                      </a:r>
                      <a:r>
                        <a:rPr kumimoji="0" lang="en-US" sz="1200" b="0" i="0" u="none" strike="noStrike" kern="1200" cap="none" spc="0" normalizeH="0" baseline="0" noProof="0" dirty="0" err="1">
                          <a:ln>
                            <a:noFill/>
                          </a:ln>
                          <a:solidFill>
                            <a:schemeClr val="tx2"/>
                          </a:solidFill>
                          <a:effectLst/>
                          <a:uLnTx/>
                          <a:uFillTx/>
                          <a:latin typeface="+mn-lt"/>
                          <a:ea typeface="Arial" charset="0"/>
                          <a:cs typeface="Arial" charset="0"/>
                        </a:rPr>
                        <a:t>inkl</a:t>
                      </a:r>
                      <a:r>
                        <a:rPr kumimoji="0" lang="en-US" sz="1200" b="0" i="0" u="none" strike="noStrike" kern="1200" cap="none" spc="0" normalizeH="0" baseline="0" noProof="0" dirty="0">
                          <a:ln>
                            <a:noFill/>
                          </a:ln>
                          <a:solidFill>
                            <a:schemeClr val="tx2"/>
                          </a:solidFill>
                          <a:effectLst/>
                          <a:uLnTx/>
                          <a:uFillTx/>
                          <a:latin typeface="+mn-lt"/>
                          <a:ea typeface="Arial" charset="0"/>
                          <a:cs typeface="Arial" charset="0"/>
                        </a:rPr>
                        <a:t>. </a:t>
                      </a:r>
                      <a:r>
                        <a:rPr kumimoji="0" lang="en-US" sz="1200" b="0" i="0" u="none" strike="noStrike" kern="1200" cap="none" spc="0" normalizeH="0" baseline="0" noProof="0" dirty="0" err="1">
                          <a:ln>
                            <a:noFill/>
                          </a:ln>
                          <a:solidFill>
                            <a:schemeClr val="tx2"/>
                          </a:solidFill>
                          <a:effectLst/>
                          <a:uLnTx/>
                          <a:uFillTx/>
                          <a:latin typeface="+mn-lt"/>
                          <a:ea typeface="Arial" charset="0"/>
                          <a:cs typeface="Arial" charset="0"/>
                        </a:rPr>
                        <a:t>grafisk</a:t>
                      </a:r>
                      <a:r>
                        <a:rPr kumimoji="0" lang="en-US" sz="1200" b="0" i="0" u="none" strike="noStrike" kern="1200" cap="none" spc="0" normalizeH="0" baseline="0" noProof="0" dirty="0">
                          <a:ln>
                            <a:noFill/>
                          </a:ln>
                          <a:solidFill>
                            <a:schemeClr val="tx2"/>
                          </a:solidFill>
                          <a:effectLst/>
                          <a:uLnTx/>
                          <a:uFillTx/>
                          <a:latin typeface="+mn-lt"/>
                          <a:ea typeface="Arial" charset="0"/>
                          <a:cs typeface="Arial" charset="0"/>
                        </a:rPr>
                        <a:t> </a:t>
                      </a:r>
                      <a:r>
                        <a:rPr kumimoji="0" lang="en-US" sz="1200" b="0" i="0" u="none" strike="noStrike" kern="1200" cap="none" spc="0" normalizeH="0" baseline="0" noProof="0" dirty="0" err="1">
                          <a:ln>
                            <a:noFill/>
                          </a:ln>
                          <a:solidFill>
                            <a:schemeClr val="tx2"/>
                          </a:solidFill>
                          <a:effectLst/>
                          <a:uLnTx/>
                          <a:uFillTx/>
                          <a:latin typeface="+mn-lt"/>
                          <a:ea typeface="Arial" charset="0"/>
                          <a:cs typeface="Arial" charset="0"/>
                        </a:rPr>
                        <a:t>identitet</a:t>
                      </a:r>
                      <a:r>
                        <a:rPr kumimoji="0" lang="en-US" sz="1200" b="0" i="0" u="none" strike="noStrike" kern="1200" cap="none" spc="0" normalizeH="0" baseline="0" noProof="0" dirty="0">
                          <a:ln>
                            <a:noFill/>
                          </a:ln>
                          <a:solidFill>
                            <a:schemeClr val="tx2"/>
                          </a:solidFill>
                          <a:effectLst/>
                          <a:uLnTx/>
                          <a:uFillTx/>
                          <a:latin typeface="+mn-lt"/>
                          <a:ea typeface="Arial" charset="0"/>
                          <a:cs typeface="Arial" charset="0"/>
                        </a:rPr>
                        <a:t>, </a:t>
                      </a:r>
                      <a:r>
                        <a:rPr kumimoji="0" lang="en-US" sz="1200" b="0" i="0" u="none" strike="noStrike" kern="1200" cap="none" spc="0" normalizeH="0" baseline="0" noProof="0" dirty="0" err="1">
                          <a:ln>
                            <a:noFill/>
                          </a:ln>
                          <a:solidFill>
                            <a:schemeClr val="tx2"/>
                          </a:solidFill>
                          <a:effectLst/>
                          <a:uLnTx/>
                          <a:uFillTx/>
                          <a:latin typeface="+mn-lt"/>
                          <a:ea typeface="Arial" charset="0"/>
                          <a:cs typeface="Arial" charset="0"/>
                        </a:rPr>
                        <a:t>navn</a:t>
                      </a:r>
                      <a:r>
                        <a:rPr kumimoji="0" lang="en-US" sz="1200" b="0" i="0" u="none" strike="noStrike" kern="1200" cap="none" spc="0" normalizeH="0" baseline="0" noProof="0" dirty="0">
                          <a:ln>
                            <a:noFill/>
                          </a:ln>
                          <a:solidFill>
                            <a:schemeClr val="tx2"/>
                          </a:solidFill>
                          <a:effectLst/>
                          <a:uLnTx/>
                          <a:uFillTx/>
                          <a:latin typeface="+mn-lt"/>
                          <a:ea typeface="Arial" charset="0"/>
                          <a:cs typeface="Arial" charset="0"/>
                        </a:rPr>
                        <a:t> </a:t>
                      </a:r>
                      <a:r>
                        <a:rPr kumimoji="0" lang="en-US" sz="1200" b="0" i="0" u="none" strike="noStrike" kern="1200" cap="none" spc="0" normalizeH="0" baseline="0" noProof="0" dirty="0" err="1">
                          <a:ln>
                            <a:noFill/>
                          </a:ln>
                          <a:solidFill>
                            <a:schemeClr val="tx2"/>
                          </a:solidFill>
                          <a:effectLst/>
                          <a:uLnTx/>
                          <a:uFillTx/>
                          <a:latin typeface="+mn-lt"/>
                          <a:ea typeface="Arial" charset="0"/>
                          <a:cs typeface="Arial" charset="0"/>
                        </a:rPr>
                        <a:t>og</a:t>
                      </a:r>
                      <a:r>
                        <a:rPr kumimoji="0" lang="en-US" sz="1200" b="0" i="0" u="none" strike="noStrike" kern="1200" cap="none" spc="0" normalizeH="0" baseline="0" noProof="0" dirty="0">
                          <a:ln>
                            <a:noFill/>
                          </a:ln>
                          <a:solidFill>
                            <a:schemeClr val="tx2"/>
                          </a:solidFill>
                          <a:effectLst/>
                          <a:uLnTx/>
                          <a:uFillTx/>
                          <a:latin typeface="+mn-lt"/>
                          <a:ea typeface="Arial" charset="0"/>
                          <a:cs typeface="Arial" charset="0"/>
                        </a:rPr>
                        <a:t> </a:t>
                      </a:r>
                      <a:r>
                        <a:rPr kumimoji="0" lang="en-US" sz="1200" b="0" i="0" u="none" strike="noStrike" kern="1200" cap="none" spc="0" normalizeH="0" baseline="0" noProof="0" dirty="0" err="1">
                          <a:ln>
                            <a:noFill/>
                          </a:ln>
                          <a:solidFill>
                            <a:schemeClr val="tx2"/>
                          </a:solidFill>
                          <a:effectLst/>
                          <a:uLnTx/>
                          <a:uFillTx/>
                          <a:latin typeface="+mn-lt"/>
                          <a:ea typeface="Arial" charset="0"/>
                          <a:cs typeface="Arial" charset="0"/>
                        </a:rPr>
                        <a:t>kernebudskaber</a:t>
                      </a:r>
                      <a:endParaRPr kumimoji="0" lang="en-US" sz="1200" b="0" i="0" u="none" strike="noStrike" kern="1200" cap="none" spc="0" normalizeH="0" baseline="0" noProof="0" dirty="0">
                        <a:ln>
                          <a:noFill/>
                        </a:ln>
                        <a:solidFill>
                          <a:schemeClr val="tx2"/>
                        </a:solidFill>
                        <a:effectLst/>
                        <a:uLnTx/>
                        <a:uFillTx/>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marL="0" marR="0" indent="0" algn="r" defTabSz="95719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2"/>
                          </a:solidFill>
                          <a:effectLst/>
                          <a:uLnTx/>
                          <a:uFillTx/>
                          <a:latin typeface="+mn-lt"/>
                          <a:ea typeface="Arial" charset="0"/>
                          <a:cs typeface="Arial" charset="0"/>
                        </a:rPr>
                        <a:t>160.000</a:t>
                      </a:r>
                      <a:endParaRPr lang="da-DK" sz="160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0"/>
                  </a:ext>
                </a:extLst>
              </a:tr>
              <a:tr h="753676">
                <a:tc>
                  <a:txBody>
                    <a:bodyPr/>
                    <a:lstStyle/>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600" b="0" i="0" u="none" strike="noStrike" kern="1200" cap="none" spc="0" normalizeH="0" baseline="0" noProof="0">
                          <a:ln>
                            <a:noFill/>
                          </a:ln>
                          <a:solidFill>
                            <a:schemeClr val="tx2"/>
                          </a:solidFill>
                          <a:effectLst/>
                          <a:uLnTx/>
                          <a:uFillTx/>
                          <a:latin typeface="+mn-lt"/>
                          <a:ea typeface="Arial" charset="0"/>
                          <a:cs typeface="Arial" charset="0"/>
                        </a:rPr>
                        <a:t>Materialebank</a:t>
                      </a:r>
                    </a:p>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200" b="0" i="0" u="none" strike="noStrike" kern="1200" cap="none" spc="0" normalizeH="0" baseline="0" noProof="0">
                          <a:ln>
                            <a:noFill/>
                          </a:ln>
                          <a:solidFill>
                            <a:schemeClr val="tx2"/>
                          </a:solidFill>
                          <a:effectLst/>
                          <a:uLnTx/>
                          <a:uFillTx/>
                          <a:latin typeface="+mn-lt"/>
                          <a:ea typeface="Arial" charset="0"/>
                          <a:cs typeface="Arial" charset="0"/>
                        </a:rPr>
                        <a:t>Udvikling, design af spørgsmål, tekster til spilvejledning og opbygning af materialebank </a:t>
                      </a:r>
                      <a:br>
                        <a:rPr kumimoji="0" lang="da-DK" sz="1200" b="0" i="0" u="none" strike="noStrike" kern="1200" cap="none" spc="0" normalizeH="0" baseline="0" noProof="0">
                          <a:ln>
                            <a:noFill/>
                          </a:ln>
                          <a:solidFill>
                            <a:schemeClr val="tx2"/>
                          </a:solidFill>
                          <a:effectLst/>
                          <a:uLnTx/>
                          <a:uFillTx/>
                          <a:latin typeface="+mn-lt"/>
                          <a:ea typeface="Arial" charset="0"/>
                          <a:cs typeface="Arial" charset="0"/>
                        </a:rPr>
                      </a:br>
                      <a:r>
                        <a:rPr kumimoji="0" lang="da-DK" sz="1200" b="0" i="0" u="none" strike="noStrike" kern="1200" cap="none" spc="0" normalizeH="0" baseline="0" noProof="0">
                          <a:ln>
                            <a:noFill/>
                          </a:ln>
                          <a:solidFill>
                            <a:schemeClr val="tx2"/>
                          </a:solidFill>
                          <a:effectLst/>
                          <a:uLnTx/>
                          <a:uFillTx/>
                          <a:latin typeface="+mn-lt"/>
                          <a:ea typeface="Arial" charset="0"/>
                          <a:cs typeface="Arial" charset="0"/>
                        </a:rPr>
                        <a:t>herunder indsamling af links, filmklip, baggrundsartikler, interviews etc. Produktion af film inkl. post-produktion</a:t>
                      </a: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marL="0" marR="0" indent="0" algn="r" defTabSz="95719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2"/>
                          </a:solidFill>
                          <a:effectLst/>
                          <a:uLnTx/>
                          <a:uFillTx/>
                          <a:latin typeface="+mn-lt"/>
                          <a:ea typeface="Arial" charset="0"/>
                          <a:cs typeface="Arial" charset="0"/>
                        </a:rPr>
                        <a:t>90.000</a:t>
                      </a:r>
                      <a:endParaRPr lang="da-DK" sz="160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1"/>
                  </a:ext>
                </a:extLst>
              </a:tr>
              <a:tr h="753676">
                <a:tc>
                  <a:txBody>
                    <a:bodyPr/>
                    <a:lstStyle/>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600" b="0" i="0" u="none" strike="noStrike" kern="1200" cap="none" spc="0" normalizeH="0" baseline="0" noProof="0" dirty="0">
                          <a:ln>
                            <a:noFill/>
                          </a:ln>
                          <a:solidFill>
                            <a:schemeClr val="tx2"/>
                          </a:solidFill>
                          <a:effectLst/>
                          <a:uLnTx/>
                          <a:uFillTx/>
                          <a:latin typeface="+mn-lt"/>
                          <a:ea typeface="Arial" charset="0"/>
                          <a:cs typeface="Arial" charset="0"/>
                        </a:rPr>
                        <a:t>Website</a:t>
                      </a:r>
                    </a:p>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200" b="0" i="0" u="none" strike="noStrike" kern="1200" cap="none" spc="0" normalizeH="0" baseline="0" noProof="0" dirty="0">
                          <a:ln>
                            <a:noFill/>
                          </a:ln>
                          <a:solidFill>
                            <a:schemeClr val="tx2"/>
                          </a:solidFill>
                          <a:effectLst/>
                          <a:uLnTx/>
                          <a:uFillTx/>
                          <a:latin typeface="+mn-lt"/>
                          <a:ea typeface="Arial" charset="0"/>
                          <a:cs typeface="Arial" charset="0"/>
                        </a:rPr>
                        <a:t>Design af indhold, wireframes, tekster og grafik til webplatform</a:t>
                      </a:r>
                    </a:p>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200" b="0" i="0" u="none" strike="noStrike" kern="1200" cap="none" spc="0" normalizeH="0" baseline="0" noProof="0" dirty="0">
                          <a:ln>
                            <a:noFill/>
                          </a:ln>
                          <a:solidFill>
                            <a:schemeClr val="tx2"/>
                          </a:solidFill>
                          <a:effectLst/>
                          <a:uLnTx/>
                          <a:uFillTx/>
                          <a:latin typeface="+mn-lt"/>
                          <a:ea typeface="Arial" charset="0"/>
                          <a:cs typeface="Arial" charset="0"/>
                        </a:rPr>
                        <a:t>Udvikling, kodning og implementering af website kodet i UMBRACO og implementeret på GO BASIC-platform</a:t>
                      </a:r>
                      <a:endParaRPr lang="da-DK" sz="1200" dirty="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marL="0" marR="0" indent="0" algn="r" defTabSz="95719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2"/>
                          </a:solidFill>
                          <a:effectLst/>
                          <a:uLnTx/>
                          <a:uFillTx/>
                          <a:latin typeface="+mn-lt"/>
                          <a:ea typeface="Arial" charset="0"/>
                          <a:cs typeface="Arial" charset="0"/>
                        </a:rPr>
                        <a:t>100.000</a:t>
                      </a:r>
                      <a:endParaRPr lang="da-DK" sz="160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2"/>
                  </a:ext>
                </a:extLst>
              </a:tr>
              <a:tr h="753676">
                <a:tc>
                  <a:txBody>
                    <a:bodyPr/>
                    <a:lstStyle/>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600" b="0" i="0" u="none" strike="noStrike" kern="1200" cap="none" spc="0" normalizeH="0" baseline="0" noProof="0">
                          <a:ln>
                            <a:noFill/>
                          </a:ln>
                          <a:solidFill>
                            <a:schemeClr val="tx2"/>
                          </a:solidFill>
                          <a:effectLst/>
                          <a:uLnTx/>
                          <a:uFillTx/>
                          <a:latin typeface="+mn-lt"/>
                          <a:ea typeface="Arial" charset="0"/>
                          <a:cs typeface="Arial" charset="0"/>
                        </a:rPr>
                        <a:t>Mediestrategi og planlægning</a:t>
                      </a:r>
                    </a:p>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200" b="0" i="0" u="none" strike="noStrike" kern="1200" cap="none" spc="0" normalizeH="0" baseline="0" noProof="0">
                          <a:ln>
                            <a:noFill/>
                          </a:ln>
                          <a:solidFill>
                            <a:schemeClr val="tx2"/>
                          </a:solidFill>
                          <a:effectLst/>
                          <a:uLnTx/>
                          <a:uFillTx/>
                          <a:latin typeface="+mn-lt"/>
                          <a:ea typeface="Arial" charset="0"/>
                          <a:cs typeface="Arial" charset="0"/>
                        </a:rPr>
                        <a:t>Strategisk og markedsførende PR – udvikling, planlægning og eksekvering</a:t>
                      </a:r>
                    </a:p>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200" b="0" i="0" u="none" strike="noStrike" kern="1200" cap="none" spc="0" normalizeH="0" baseline="0" noProof="0">
                          <a:ln>
                            <a:noFill/>
                          </a:ln>
                          <a:solidFill>
                            <a:schemeClr val="tx2"/>
                          </a:solidFill>
                          <a:effectLst/>
                          <a:uLnTx/>
                          <a:uFillTx/>
                          <a:latin typeface="+mn-lt"/>
                          <a:ea typeface="Arial" charset="0"/>
                          <a:cs typeface="Arial" charset="0"/>
                        </a:rPr>
                        <a:t>Annoncebudget inkl. produktion af banner til fx Facebook og relevante netværksmedier</a:t>
                      </a:r>
                      <a:endParaRPr lang="da-DK" sz="120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marL="0" marR="0" indent="0" algn="r" defTabSz="95719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2"/>
                          </a:solidFill>
                          <a:effectLst/>
                          <a:uLnTx/>
                          <a:uFillTx/>
                          <a:latin typeface="+mn-lt"/>
                          <a:ea typeface="Arial" charset="0"/>
                          <a:cs typeface="Arial" charset="0"/>
                        </a:rPr>
                        <a:t>30.000</a:t>
                      </a:r>
                      <a:endParaRPr lang="da-DK" sz="160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3"/>
                  </a:ext>
                </a:extLst>
              </a:tr>
              <a:tr h="570777">
                <a:tc>
                  <a:txBody>
                    <a:bodyPr/>
                    <a:lstStyle/>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600" b="0" i="0" u="none" strike="noStrike" kern="1200" cap="none" spc="0" normalizeH="0" baseline="0" noProof="0" dirty="0">
                          <a:ln>
                            <a:noFill/>
                          </a:ln>
                          <a:solidFill>
                            <a:schemeClr val="tx2"/>
                          </a:solidFill>
                          <a:effectLst/>
                          <a:uLnTx/>
                          <a:uFillTx/>
                          <a:latin typeface="+mn-lt"/>
                          <a:ea typeface="Arial" charset="0"/>
                          <a:cs typeface="Arial" charset="0"/>
                        </a:rPr>
                        <a:t>Distribution og netværksindsats</a:t>
                      </a:r>
                    </a:p>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200" b="0" i="0" u="none" strike="noStrike" kern="1200" cap="none" spc="0" normalizeH="0" baseline="0" noProof="0" dirty="0">
                          <a:ln>
                            <a:noFill/>
                          </a:ln>
                          <a:solidFill>
                            <a:schemeClr val="tx2"/>
                          </a:solidFill>
                          <a:effectLst/>
                          <a:uLnTx/>
                          <a:uFillTx/>
                          <a:latin typeface="+mn-lt"/>
                          <a:ea typeface="Arial" charset="0"/>
                          <a:cs typeface="Arial" charset="0"/>
                        </a:rPr>
                        <a:t>Identificering af kanaler og platforme, samt detaljeret plan og årshjul med indsatser</a:t>
                      </a: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marL="0" marR="0" indent="0" algn="r" defTabSz="95719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2"/>
                          </a:solidFill>
                          <a:effectLst/>
                          <a:uLnTx/>
                          <a:uFillTx/>
                          <a:latin typeface="+mn-lt"/>
                          <a:ea typeface="Arial" charset="0"/>
                          <a:cs typeface="Arial" charset="0"/>
                        </a:rPr>
                        <a:t>35.000</a:t>
                      </a:r>
                      <a:endParaRPr lang="da-DK" sz="160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4"/>
                  </a:ext>
                </a:extLst>
              </a:tr>
              <a:tr h="753676">
                <a:tc>
                  <a:txBody>
                    <a:bodyPr/>
                    <a:lstStyle/>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600" b="0" i="0" u="none" strike="noStrike" kern="1200" cap="none" spc="0" normalizeH="0" baseline="0" noProof="0">
                          <a:ln>
                            <a:noFill/>
                          </a:ln>
                          <a:solidFill>
                            <a:schemeClr val="tx2"/>
                          </a:solidFill>
                          <a:effectLst/>
                          <a:uLnTx/>
                          <a:uFillTx/>
                          <a:latin typeface="+mn-lt"/>
                          <a:ea typeface="Arial" charset="0"/>
                          <a:cs typeface="Arial" charset="0"/>
                        </a:rPr>
                        <a:t>Projektledelse og planlægning</a:t>
                      </a:r>
                    </a:p>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200" b="0" i="0" u="none" strike="noStrike" kern="1200" cap="none" spc="0" normalizeH="0" baseline="0" noProof="0">
                          <a:ln>
                            <a:noFill/>
                          </a:ln>
                          <a:solidFill>
                            <a:schemeClr val="tx2"/>
                          </a:solidFill>
                          <a:effectLst/>
                          <a:uLnTx/>
                          <a:uFillTx/>
                          <a:latin typeface="+mn-lt"/>
                          <a:ea typeface="Arial" charset="0"/>
                          <a:cs typeface="Arial" charset="0"/>
                        </a:rPr>
                        <a:t>Generel projektledelse. Løbende kontakt inkl. deltagelse i møder samt udarbejdelse af </a:t>
                      </a:r>
                    </a:p>
                    <a:p>
                      <a:pPr marL="0" marR="0" lvl="0" indent="0" algn="l" defTabSz="914400" rtl="0" eaLnBrk="1" fontAlgn="base" latinLnBrk="0" hangingPunct="1">
                        <a:lnSpc>
                          <a:spcPct val="100000"/>
                        </a:lnSpc>
                        <a:spcBef>
                          <a:spcPts val="0"/>
                        </a:spcBef>
                        <a:spcAft>
                          <a:spcPts val="0"/>
                        </a:spcAft>
                        <a:buClrTx/>
                        <a:buSzTx/>
                        <a:buFontTx/>
                        <a:buNone/>
                        <a:tabLst>
                          <a:tab pos="6088063" algn="r"/>
                        </a:tabLst>
                        <a:defRPr/>
                      </a:pPr>
                      <a:r>
                        <a:rPr kumimoji="0" lang="da-DK" sz="1200" b="0" i="0" u="none" strike="noStrike" kern="1200" cap="none" spc="0" normalizeH="0" baseline="0" noProof="0">
                          <a:ln>
                            <a:noFill/>
                          </a:ln>
                          <a:solidFill>
                            <a:schemeClr val="tx2"/>
                          </a:solidFill>
                          <a:effectLst/>
                          <a:uLnTx/>
                          <a:uFillTx/>
                          <a:latin typeface="+mn-lt"/>
                          <a:ea typeface="Arial" charset="0"/>
                          <a:cs typeface="Arial" charset="0"/>
                        </a:rPr>
                        <a:t>statusdokumenter og præsentationer (4-5 t pr. uge frem til 31/6-2015)</a:t>
                      </a:r>
                      <a:endParaRPr kumimoji="0" lang="da-DK" sz="1200" b="1" i="0" u="none" strike="noStrike" kern="1200" cap="none" spc="0" normalizeH="0" baseline="0" noProof="0">
                        <a:ln>
                          <a:noFill/>
                        </a:ln>
                        <a:solidFill>
                          <a:schemeClr val="tx2"/>
                        </a:solidFill>
                        <a:effectLst/>
                        <a:uLnTx/>
                        <a:uFillTx/>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no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algn="r">
                        <a:spcAft>
                          <a:spcPts val="0"/>
                        </a:spcAft>
                      </a:pPr>
                      <a:r>
                        <a:rPr kumimoji="0" lang="en-US" sz="1600" b="0" i="0" u="none" strike="noStrike" kern="1200" cap="none" spc="0" normalizeH="0" baseline="0" noProof="0">
                          <a:ln>
                            <a:noFill/>
                          </a:ln>
                          <a:solidFill>
                            <a:schemeClr val="tx2"/>
                          </a:solidFill>
                          <a:effectLst/>
                          <a:uLnTx/>
                          <a:uFillTx/>
                          <a:latin typeface="+mn-lt"/>
                          <a:ea typeface="Arial" charset="0"/>
                          <a:cs typeface="Arial" charset="0"/>
                        </a:rPr>
                        <a:t>80.000</a:t>
                      </a:r>
                      <a:endParaRPr lang="da-DK" sz="160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no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5"/>
                  </a:ext>
                </a:extLst>
              </a:tr>
              <a:tr h="243864">
                <a:tc>
                  <a:txBody>
                    <a:bodyPr/>
                    <a:lstStyle/>
                    <a:p>
                      <a:pPr marL="0" marR="0" indent="0" algn="l" defTabSz="957190" rtl="0" eaLnBrk="1" fontAlgn="auto" latinLnBrk="0" hangingPunct="1">
                        <a:lnSpc>
                          <a:spcPct val="100000"/>
                        </a:lnSpc>
                        <a:spcBef>
                          <a:spcPts val="0"/>
                        </a:spcBef>
                        <a:spcAft>
                          <a:spcPts val="0"/>
                        </a:spcAft>
                        <a:buClrTx/>
                        <a:buSzTx/>
                        <a:buFontTx/>
                        <a:buNone/>
                        <a:tabLst/>
                        <a:defRPr/>
                      </a:pPr>
                      <a:endParaRPr lang="da-DK" sz="1200">
                        <a:solidFill>
                          <a:schemeClr val="tx2"/>
                        </a:solidFill>
                        <a:latin typeface="+mn-lt"/>
                        <a:ea typeface="Arial" charset="0"/>
                        <a:cs typeface="Arial"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marL="0" algn="l" defTabSz="1275934" rtl="0" eaLnBrk="1" latinLnBrk="0" hangingPunct="1">
                        <a:spcAft>
                          <a:spcPts val="0"/>
                        </a:spcAft>
                      </a:pPr>
                      <a:endParaRPr lang="da-DK" sz="1600">
                        <a:solidFill>
                          <a:schemeClr val="tx2"/>
                        </a:solidFill>
                        <a:latin typeface="+mn-lt"/>
                        <a:ea typeface="Arial" charset="0"/>
                        <a:cs typeface="Arial"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6"/>
                  </a:ext>
                </a:extLst>
              </a:tr>
              <a:tr h="387879">
                <a:tc>
                  <a:txBody>
                    <a:bodyPr/>
                    <a:lstStyle/>
                    <a:p>
                      <a:pPr marL="0" marR="0" indent="0" algn="l" defTabSz="95719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a:ln>
                            <a:noFill/>
                          </a:ln>
                          <a:solidFill>
                            <a:schemeClr val="tx2"/>
                          </a:solidFill>
                          <a:effectLst/>
                          <a:uLnTx/>
                          <a:uFillTx/>
                          <a:latin typeface="+mn-lt"/>
                          <a:ea typeface="Arial" charset="0"/>
                          <a:cs typeface="Arial" charset="0"/>
                        </a:rPr>
                        <a:t>I alt ekskl. moms</a:t>
                      </a:r>
                      <a:endParaRPr lang="da-DK" sz="1600" b="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marL="0" marR="0" indent="0" algn="r" defTabSz="95719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2"/>
                          </a:solidFill>
                          <a:effectLst/>
                          <a:uLnTx/>
                          <a:uFillTx/>
                          <a:latin typeface="+mn-lt"/>
                          <a:ea typeface="Arial" charset="0"/>
                          <a:cs typeface="Arial" charset="0"/>
                        </a:rPr>
                        <a:t>495.000</a:t>
                      </a:r>
                      <a:endParaRPr lang="da-DK" sz="1600" b="0" dirty="0">
                        <a:solidFill>
                          <a:schemeClr val="tx2"/>
                        </a:solidFill>
                        <a:latin typeface="+mn-lt"/>
                        <a:ea typeface="Arial" charset="0"/>
                        <a:cs typeface="Arial" charset="0"/>
                      </a:endParaRPr>
                    </a:p>
                  </a:txBody>
                  <a:tcPr marL="0" marR="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29639263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E092F-5B1F-AAE5-C5F1-D0738D759F2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9F76E35-2039-A08F-9C63-31D5D72F8555}"/>
              </a:ext>
            </a:extLst>
          </p:cNvPr>
          <p:cNvSpPr>
            <a:spLocks noGrp="1"/>
          </p:cNvSpPr>
          <p:nvPr>
            <p:ph type="title"/>
          </p:nvPr>
        </p:nvSpPr>
        <p:spPr>
          <a:xfrm>
            <a:off x="288000" y="252000"/>
            <a:ext cx="5626800" cy="1811099"/>
          </a:xfrm>
        </p:spPr>
        <p:txBody>
          <a:bodyPr/>
          <a:lstStyle/>
          <a:p>
            <a:r>
              <a:rPr lang="en-US"/>
              <a:t>Lorem ipsum sit amet con incidunct</a:t>
            </a:r>
          </a:p>
        </p:txBody>
      </p:sp>
      <p:sp>
        <p:nvSpPr>
          <p:cNvPr id="3" name="Pladsholder til indhold 2">
            <a:extLst>
              <a:ext uri="{FF2B5EF4-FFF2-40B4-BE49-F238E27FC236}">
                <a16:creationId xmlns:a16="http://schemas.microsoft.com/office/drawing/2014/main" id="{9210AF9F-D6B1-EC09-DD64-51665B50A5CC}"/>
              </a:ext>
            </a:extLst>
          </p:cNvPr>
          <p:cNvSpPr>
            <a:spLocks noGrp="1"/>
          </p:cNvSpPr>
          <p:nvPr>
            <p:ph idx="14"/>
          </p:nvPr>
        </p:nvSpPr>
        <p:spPr>
          <a:xfrm>
            <a:off x="324000" y="2289600"/>
            <a:ext cx="5626800" cy="3695707"/>
          </a:xfrm>
        </p:spPr>
        <p:txBody>
          <a:bodyPr/>
          <a:lstStyle/>
          <a:p>
            <a:r>
              <a:rPr lang="da-DK"/>
              <a:t>Lorem ipsum dolor sit amet, consectetur adipiscing elit. Ut dapibus, turpis ac ullamcorper rhoncus, nibh purus facilisis est, sit amet molestie tortor.</a:t>
            </a:r>
          </a:p>
          <a:p>
            <a:endParaRPr lang="da-DK"/>
          </a:p>
          <a:p>
            <a:r>
              <a:rPr lang="da-DK"/>
              <a:t>Caborepe porum exerume nobitio nsequos dellat ut as duntese cor aspit poris modignit alibus vollore, sint la venditatur, officia et, sequasped qui re que volorep erspero vidundic tenit quodignim cuptasp icabore hendis dipsam, cullania eicae et moloriam, aut fugit, voluptio im voluptatume nim fugiae niet volorestis evenditati restect incitae.</a:t>
            </a:r>
          </a:p>
          <a:p>
            <a:endParaRPr lang="da-DK"/>
          </a:p>
          <a:p>
            <a:r>
              <a:rPr lang="da-DK"/>
              <a:t>Vollorem re dolum eument facepe premporatem reicatem faccate mpores pa quodist, ereius, simus velignam dolorro ruptat aut as a at. Olutestisto quat aut molorerum hil eos auda ducit vendele stinvera verrum resto tempeliquas am dunturent alibusa nihilit.</a:t>
            </a:r>
            <a:br>
              <a:rPr lang="da-DK"/>
            </a:br>
            <a:endParaRPr lang="da-DK"/>
          </a:p>
          <a:p>
            <a:r>
              <a:rPr lang="da-DK"/>
              <a:t>Volupti ostotat aturias doluptatem ipsae. Ignamus nonsed explaut dolupta ecusand ionsendam quunt fugiantis reptatum verum atem .</a:t>
            </a:r>
          </a:p>
          <a:p>
            <a:endParaRPr lang="da-DK"/>
          </a:p>
        </p:txBody>
      </p:sp>
      <p:sp>
        <p:nvSpPr>
          <p:cNvPr id="4" name="Pladsholder til indhold 3">
            <a:extLst>
              <a:ext uri="{FF2B5EF4-FFF2-40B4-BE49-F238E27FC236}">
                <a16:creationId xmlns:a16="http://schemas.microsoft.com/office/drawing/2014/main" id="{8CD33760-2F0F-49E0-47CF-110273BA0436}"/>
              </a:ext>
            </a:extLst>
          </p:cNvPr>
          <p:cNvSpPr>
            <a:spLocks noGrp="1"/>
          </p:cNvSpPr>
          <p:nvPr>
            <p:ph idx="15"/>
          </p:nvPr>
        </p:nvSpPr>
        <p:spPr>
          <a:xfrm>
            <a:off x="6165850" y="2289600"/>
            <a:ext cx="5734976" cy="3695707"/>
          </a:xfrm>
        </p:spPr>
        <p:txBody>
          <a:bodyPr/>
          <a:lstStyle/>
          <a:p>
            <a:r>
              <a:rPr lang="da-DK"/>
              <a:t>Iti aut quisquis dolupta porporumet odis quatem vid ut ut a pellist, suntias perferum estium voluptate vitam haritia volupti ostotat aturias doluptatem ipsae. Ignamus nonsed explaut dolupta ecusand ionsendam quunt fugiantis reptatum verum atem qui nest maiorro blandit moluptatur, consecatis sunt qui Harumqui cullacera nim in plaut. Minverestin cus aut anisimus</a:t>
            </a:r>
          </a:p>
          <a:p>
            <a:endParaRPr lang="da-DK"/>
          </a:p>
          <a:p>
            <a:r>
              <a:rPr lang="da-DK"/>
              <a:t>Nobis res eos magnam ut harchitatur? Molla cus expliqu aepella boribus restis consed quam, consequi della voluptatem fugit omnis doluptinvel eos ditatemquas dolupti usaest ut quosaped qui quidele ssedis peliquias magnit porum fugitia sitat quaspeles maximus ma serum doluptati del iuntibus nihitatium dolores aut utecabori berferio core nit mos enis aceped que natet.</a:t>
            </a:r>
          </a:p>
          <a:p>
            <a:endParaRPr lang="da-DK"/>
          </a:p>
          <a:p>
            <a:r>
              <a:rPr lang="da-DK"/>
              <a:t>Omnis sus aut aut laborios dolor aut modi to veles rerum accabor simint acium acculpario mod magnatur adis et, sequam que ducienis sitibus alictur audam autem nimporiatum quam.</a:t>
            </a:r>
          </a:p>
        </p:txBody>
      </p:sp>
    </p:spTree>
    <p:extLst>
      <p:ext uri="{BB962C8B-B14F-4D97-AF65-F5344CB8AC3E}">
        <p14:creationId xmlns:p14="http://schemas.microsoft.com/office/powerpoint/2010/main" val="358142531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2363D4-D7DF-ED2F-7429-E0F19E277376}"/>
              </a:ext>
            </a:extLst>
          </p:cNvPr>
          <p:cNvSpPr>
            <a:spLocks noGrp="1"/>
          </p:cNvSpPr>
          <p:nvPr>
            <p:ph type="title"/>
          </p:nvPr>
        </p:nvSpPr>
        <p:spPr>
          <a:xfrm>
            <a:off x="288000" y="252000"/>
            <a:ext cx="5662026" cy="1811099"/>
          </a:xfrm>
        </p:spPr>
        <p:txBody>
          <a:bodyPr/>
          <a:lstStyle/>
          <a:p>
            <a:r>
              <a:rPr lang="en-US"/>
              <a:t>Lorem ipsum sit amet con incidunct</a:t>
            </a:r>
          </a:p>
        </p:txBody>
      </p:sp>
      <p:sp>
        <p:nvSpPr>
          <p:cNvPr id="3" name="Pladsholder til indhold 2">
            <a:extLst>
              <a:ext uri="{FF2B5EF4-FFF2-40B4-BE49-F238E27FC236}">
                <a16:creationId xmlns:a16="http://schemas.microsoft.com/office/drawing/2014/main" id="{10F9B9BF-9964-B77F-D9B7-09E79D4B32B7}"/>
              </a:ext>
            </a:extLst>
          </p:cNvPr>
          <p:cNvSpPr>
            <a:spLocks noGrp="1"/>
          </p:cNvSpPr>
          <p:nvPr>
            <p:ph idx="1"/>
          </p:nvPr>
        </p:nvSpPr>
        <p:spPr>
          <a:xfrm>
            <a:off x="288000" y="2186602"/>
            <a:ext cx="5662026" cy="4081221"/>
          </a:xfrm>
        </p:spPr>
        <p:txBody>
          <a:bodyPr/>
          <a:lstStyle/>
          <a:p>
            <a:pPr lvl="1"/>
            <a:r>
              <a:rPr lang="da-DK"/>
              <a:t>Lorem ipsum dolor sit amet, consectetur adipiscing elit. Ut dapibus, turpis ac ullamcorper rhoncus, nibh purus facilisis est, sit amet molestie tortor lorem vitae sapien. Vestibulum ante ipsum primis in faucibus orci luctus et ultrices posuere cubilia curae; Integer vel accumsan ipsum. Sed risus enim, sollicitudin porta aliquet nec, molestie id lorem. </a:t>
            </a:r>
          </a:p>
        </p:txBody>
      </p:sp>
      <p:pic>
        <p:nvPicPr>
          <p:cNvPr id="6" name="Pladsholder til billede 5">
            <a:extLst>
              <a:ext uri="{FF2B5EF4-FFF2-40B4-BE49-F238E27FC236}">
                <a16:creationId xmlns:a16="http://schemas.microsoft.com/office/drawing/2014/main" id="{87C71652-EE74-EF36-830B-78EB8522720F}"/>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18476" r="18476"/>
          <a:stretch/>
        </p:blipFill>
        <p:spPr>
          <a:xfrm>
            <a:off x="6145882" y="251999"/>
            <a:ext cx="5790943" cy="6120000"/>
          </a:xfrm>
        </p:spPr>
      </p:pic>
    </p:spTree>
    <p:extLst>
      <p:ext uri="{BB962C8B-B14F-4D97-AF65-F5344CB8AC3E}">
        <p14:creationId xmlns:p14="http://schemas.microsoft.com/office/powerpoint/2010/main" val="577129769"/>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CE837-787C-37B6-51B2-D2283EC1CC9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24726BC-9F58-3B5D-D630-F8E88E381DEB}"/>
              </a:ext>
            </a:extLst>
          </p:cNvPr>
          <p:cNvSpPr>
            <a:spLocks noGrp="1"/>
          </p:cNvSpPr>
          <p:nvPr>
            <p:ph type="title"/>
          </p:nvPr>
        </p:nvSpPr>
        <p:spPr>
          <a:xfrm>
            <a:off x="6166800" y="252000"/>
            <a:ext cx="5662026" cy="1811099"/>
          </a:xfrm>
        </p:spPr>
        <p:txBody>
          <a:bodyPr/>
          <a:lstStyle/>
          <a:p>
            <a:r>
              <a:rPr lang="en-US"/>
              <a:t>Lorem ipsum sit amet con incidunct</a:t>
            </a:r>
          </a:p>
        </p:txBody>
      </p:sp>
      <p:sp>
        <p:nvSpPr>
          <p:cNvPr id="10" name="Pladsholder til sidefod 9">
            <a:extLst>
              <a:ext uri="{FF2B5EF4-FFF2-40B4-BE49-F238E27FC236}">
                <a16:creationId xmlns:a16="http://schemas.microsoft.com/office/drawing/2014/main" id="{1C0DEAC9-5AC7-5E1B-9678-3AF10EFCDBC6}"/>
              </a:ext>
            </a:extLst>
          </p:cNvPr>
          <p:cNvSpPr>
            <a:spLocks noGrp="1"/>
          </p:cNvSpPr>
          <p:nvPr>
            <p:ph type="ftr" sz="quarter" idx="10"/>
          </p:nvPr>
        </p:nvSpPr>
        <p:spPr>
          <a:xfrm>
            <a:off x="6145882" y="6508644"/>
            <a:ext cx="4235740" cy="129454"/>
          </a:xfrm>
        </p:spPr>
        <p:txBody>
          <a:bodyPr/>
          <a:lstStyle/>
          <a:p>
            <a:r>
              <a:rPr lang="da-DK"/>
              <a:t>PowerPoint template</a:t>
            </a:r>
          </a:p>
        </p:txBody>
      </p:sp>
      <p:sp>
        <p:nvSpPr>
          <p:cNvPr id="3" name="Pladsholder til indhold 2">
            <a:extLst>
              <a:ext uri="{FF2B5EF4-FFF2-40B4-BE49-F238E27FC236}">
                <a16:creationId xmlns:a16="http://schemas.microsoft.com/office/drawing/2014/main" id="{2255DAB4-3BD7-364B-A424-C38A1FEF5D62}"/>
              </a:ext>
            </a:extLst>
          </p:cNvPr>
          <p:cNvSpPr>
            <a:spLocks noGrp="1"/>
          </p:cNvSpPr>
          <p:nvPr>
            <p:ph idx="1"/>
          </p:nvPr>
        </p:nvSpPr>
        <p:spPr>
          <a:xfrm>
            <a:off x="6166800" y="2186602"/>
            <a:ext cx="5662026" cy="4081221"/>
          </a:xfrm>
        </p:spPr>
        <p:txBody>
          <a:bodyPr/>
          <a:lstStyle/>
          <a:p>
            <a:pPr lvl="1"/>
            <a:r>
              <a:rPr lang="da-DK"/>
              <a:t>Lorem ipsum dolor sit amet, consectetur adipiscing elit. Ut dapibus, turpis ac ullamcorper rhoncus, nibh purus facilisis est, sit amet molestie tortor lorem vitae sapien. Vestibulum ante ipsum primis in faucibus orci luctus et ultrices posuere cubilia curae; Integer vel accumsan ipsum. Sed risus enim, sollicitudin porta aliquet nec, molestie id lorem. </a:t>
            </a:r>
          </a:p>
        </p:txBody>
      </p:sp>
      <p:pic>
        <p:nvPicPr>
          <p:cNvPr id="6" name="Pladsholder til billede 5">
            <a:extLst>
              <a:ext uri="{FF2B5EF4-FFF2-40B4-BE49-F238E27FC236}">
                <a16:creationId xmlns:a16="http://schemas.microsoft.com/office/drawing/2014/main" id="{2672389B-53E1-46B0-C40B-435717031EC0}"/>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18848" r="18848"/>
          <a:stretch/>
        </p:blipFill>
        <p:spPr>
          <a:xfrm>
            <a:off x="252001" y="251999"/>
            <a:ext cx="5724000" cy="6120000"/>
          </a:xfrm>
        </p:spPr>
      </p:pic>
    </p:spTree>
    <p:extLst>
      <p:ext uri="{BB962C8B-B14F-4D97-AF65-F5344CB8AC3E}">
        <p14:creationId xmlns:p14="http://schemas.microsoft.com/office/powerpoint/2010/main" val="425644527"/>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D2F8235-31F6-CCE7-8B95-4A25AD9ABAAA}"/>
              </a:ext>
            </a:extLst>
          </p:cNvPr>
          <p:cNvSpPr>
            <a:spLocks noGrp="1"/>
          </p:cNvSpPr>
          <p:nvPr>
            <p:ph type="title"/>
          </p:nvPr>
        </p:nvSpPr>
        <p:spPr>
          <a:xfrm>
            <a:off x="288000" y="252000"/>
            <a:ext cx="5662026" cy="1244943"/>
          </a:xfrm>
        </p:spPr>
        <p:txBody>
          <a:bodyPr/>
          <a:lstStyle/>
          <a:p>
            <a:r>
              <a:rPr lang="en-US"/>
              <a:t>Lorem ipsum </a:t>
            </a:r>
            <a:br>
              <a:rPr lang="en-US"/>
            </a:br>
            <a:r>
              <a:rPr lang="en-US"/>
              <a:t>sit amet</a:t>
            </a:r>
          </a:p>
        </p:txBody>
      </p:sp>
      <p:sp>
        <p:nvSpPr>
          <p:cNvPr id="5" name="Pladsholder til indhold 4">
            <a:extLst>
              <a:ext uri="{FF2B5EF4-FFF2-40B4-BE49-F238E27FC236}">
                <a16:creationId xmlns:a16="http://schemas.microsoft.com/office/drawing/2014/main" id="{C10357E1-5030-AA7E-6CEA-A38EB23C7CE5}"/>
              </a:ext>
            </a:extLst>
          </p:cNvPr>
          <p:cNvSpPr>
            <a:spLocks noGrp="1"/>
          </p:cNvSpPr>
          <p:nvPr>
            <p:ph idx="1"/>
          </p:nvPr>
        </p:nvSpPr>
        <p:spPr>
          <a:xfrm>
            <a:off x="324000" y="1618736"/>
            <a:ext cx="5626026" cy="4649088"/>
          </a:xfrm>
        </p:spPr>
        <p:txBody>
          <a:bodyPr/>
          <a:lstStyle/>
          <a:p>
            <a:r>
              <a:rPr lang="da-DK"/>
              <a:t>Caborepe porum exerume nobitio nsequos dellat ut as duntese cor aspit poris modignit alibus vollore, sint la venditatur, officia et, sequasped qui re que volorep erspero vidundic tenit quodignim cuptasp icabore hendis dipsam, cullania eicae et moloriam, aut fugit, voluptio im voluptatume nim fugiae niet volorestis evenditati restect incitae.</a:t>
            </a:r>
          </a:p>
          <a:p>
            <a:endParaRPr lang="da-DK"/>
          </a:p>
          <a:p>
            <a:pPr lvl="1"/>
            <a:r>
              <a:rPr lang="da-DK"/>
              <a:t>Lorem ipsum dolor sit amet</a:t>
            </a:r>
          </a:p>
          <a:p>
            <a:pPr lvl="1"/>
            <a:r>
              <a:rPr lang="da-DK"/>
              <a:t>Donec non sem luctus</a:t>
            </a:r>
          </a:p>
          <a:p>
            <a:pPr lvl="1"/>
            <a:r>
              <a:rPr lang="da-DK"/>
              <a:t>Mauris pharetra lorem at justo</a:t>
            </a:r>
            <a:br>
              <a:rPr lang="da-DK"/>
            </a:br>
            <a:endParaRPr lang="da-DK"/>
          </a:p>
          <a:p>
            <a:r>
              <a:rPr lang="da-DK"/>
              <a:t>Vollorem re dolum eument facepe premporatem reicatem faccate mpores pa quodist, ereius, simus velignam dolorro ruptat aut as a at. Olutestisto quat aut molorerum hil eos auda ducit vendele stinvera verrum resto tempeliquas am dunturent alibusa nihilit, saest unt porem volore ipsae vero quuntia tibusda sit pro quam, vendellit omnim autatis volupta tiatibus.</a:t>
            </a:r>
          </a:p>
          <a:p>
            <a:endParaRPr lang="en-US"/>
          </a:p>
        </p:txBody>
      </p:sp>
      <p:graphicFrame>
        <p:nvGraphicFramePr>
          <p:cNvPr id="6" name="Diagram 5">
            <a:extLst>
              <a:ext uri="{FF2B5EF4-FFF2-40B4-BE49-F238E27FC236}">
                <a16:creationId xmlns:a16="http://schemas.microsoft.com/office/drawing/2014/main" id="{999169E8-B36E-1230-6B8F-86CAAC306D5E}"/>
              </a:ext>
            </a:extLst>
          </p:cNvPr>
          <p:cNvGraphicFramePr/>
          <p:nvPr>
            <p:extLst>
              <p:ext uri="{D42A27DB-BD31-4B8C-83A1-F6EECF244321}">
                <p14:modId xmlns:p14="http://schemas.microsoft.com/office/powerpoint/2010/main" val="2983111137"/>
              </p:ext>
            </p:extLst>
          </p:nvPr>
        </p:nvGraphicFramePr>
        <p:xfrm>
          <a:off x="6767290" y="908517"/>
          <a:ext cx="4652319" cy="474849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60929066"/>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A5284-0FA5-E5D0-626A-C73C885B7F4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6C49757-9197-3839-EAEF-6CF8C10E66D0}"/>
              </a:ext>
            </a:extLst>
          </p:cNvPr>
          <p:cNvSpPr>
            <a:spLocks noGrp="1"/>
          </p:cNvSpPr>
          <p:nvPr>
            <p:ph type="title"/>
          </p:nvPr>
        </p:nvSpPr>
        <p:spPr>
          <a:xfrm>
            <a:off x="288000" y="252000"/>
            <a:ext cx="5662026" cy="1244943"/>
          </a:xfrm>
        </p:spPr>
        <p:txBody>
          <a:bodyPr/>
          <a:lstStyle/>
          <a:p>
            <a:r>
              <a:rPr lang="en-US"/>
              <a:t>Lorem ipsum </a:t>
            </a:r>
            <a:br>
              <a:rPr lang="en-US"/>
            </a:br>
            <a:r>
              <a:rPr lang="en-US"/>
              <a:t>sit amet</a:t>
            </a:r>
          </a:p>
        </p:txBody>
      </p:sp>
      <p:sp>
        <p:nvSpPr>
          <p:cNvPr id="5" name="Pladsholder til indhold 4">
            <a:extLst>
              <a:ext uri="{FF2B5EF4-FFF2-40B4-BE49-F238E27FC236}">
                <a16:creationId xmlns:a16="http://schemas.microsoft.com/office/drawing/2014/main" id="{6EA7FC4E-F594-2F17-8FF2-A32B37B58FCE}"/>
              </a:ext>
            </a:extLst>
          </p:cNvPr>
          <p:cNvSpPr>
            <a:spLocks noGrp="1"/>
          </p:cNvSpPr>
          <p:nvPr>
            <p:ph idx="1"/>
          </p:nvPr>
        </p:nvSpPr>
        <p:spPr>
          <a:xfrm>
            <a:off x="324000" y="1618736"/>
            <a:ext cx="5626026" cy="4649088"/>
          </a:xfrm>
        </p:spPr>
        <p:txBody>
          <a:bodyPr/>
          <a:lstStyle/>
          <a:p>
            <a:r>
              <a:rPr lang="da-DK"/>
              <a:t>Caborepe porum exerume nobitio nsequos dellat ut as duntese cor aspit poris modignit alibus vollore, sint la venditatur, officia et, sequasped qui re que volorep erspero vidundic tenit quodignim cuptasp icabore hendis dipsam, cullania eicae et moloriam, aut fugit, voluptio im voluptatume nim fugiae niet volorestis evenditati restect incitae.</a:t>
            </a:r>
          </a:p>
          <a:p>
            <a:endParaRPr lang="da-DK"/>
          </a:p>
          <a:p>
            <a:pPr lvl="1"/>
            <a:r>
              <a:rPr lang="da-DK"/>
              <a:t>Lorem ipsum dolor sit amet</a:t>
            </a:r>
          </a:p>
          <a:p>
            <a:pPr lvl="1"/>
            <a:r>
              <a:rPr lang="da-DK"/>
              <a:t>Donec non sem luctus</a:t>
            </a:r>
          </a:p>
          <a:p>
            <a:pPr lvl="1"/>
            <a:r>
              <a:rPr lang="da-DK"/>
              <a:t>Mauris pharetra lorem at justo</a:t>
            </a:r>
            <a:br>
              <a:rPr lang="da-DK"/>
            </a:br>
            <a:endParaRPr lang="da-DK"/>
          </a:p>
          <a:p>
            <a:r>
              <a:rPr lang="da-DK"/>
              <a:t>Vollorem re dolum eument facepe premporatem reicatem faccate mpores pa quodist, ereius, simus velignam dolorro ruptat aut as a at. Olutestisto quat aut molorerum hil eos auda ducit vendele stinvera verrum resto tempeliquas am dunturent alibusa nihilit, saest unt porem volore ipsae vero quuntia tibusda sit pro quam, vendellit omnim autatis volupta tiatibus.</a:t>
            </a:r>
          </a:p>
          <a:p>
            <a:endParaRPr lang="en-US"/>
          </a:p>
        </p:txBody>
      </p:sp>
      <p:graphicFrame>
        <p:nvGraphicFramePr>
          <p:cNvPr id="6" name="Diagram 5">
            <a:extLst>
              <a:ext uri="{FF2B5EF4-FFF2-40B4-BE49-F238E27FC236}">
                <a16:creationId xmlns:a16="http://schemas.microsoft.com/office/drawing/2014/main" id="{05EB8541-FDF2-C9D3-6865-2813032EB56C}"/>
              </a:ext>
            </a:extLst>
          </p:cNvPr>
          <p:cNvGraphicFramePr/>
          <p:nvPr>
            <p:extLst>
              <p:ext uri="{D42A27DB-BD31-4B8C-83A1-F6EECF244321}">
                <p14:modId xmlns:p14="http://schemas.microsoft.com/office/powerpoint/2010/main" val="1474430977"/>
              </p:ext>
            </p:extLst>
          </p:nvPr>
        </p:nvGraphicFramePr>
        <p:xfrm>
          <a:off x="6767290" y="908517"/>
          <a:ext cx="4652319" cy="4748490"/>
        </p:xfrm>
        <a:graphic>
          <a:graphicData uri="http://schemas.openxmlformats.org/drawingml/2006/chart">
            <c:chart xmlns:c="http://schemas.openxmlformats.org/drawingml/2006/chart" xmlns:r="http://schemas.openxmlformats.org/officeDocument/2006/relationships" r:id="rId2"/>
          </a:graphicData>
        </a:graphic>
      </p:graphicFrame>
      <p:sp>
        <p:nvSpPr>
          <p:cNvPr id="7" name="Titel 1">
            <a:extLst>
              <a:ext uri="{FF2B5EF4-FFF2-40B4-BE49-F238E27FC236}">
                <a16:creationId xmlns:a16="http://schemas.microsoft.com/office/drawing/2014/main" id="{CAE27FD0-BF06-2F1F-4D62-8E7B5E783687}"/>
              </a:ext>
            </a:extLst>
          </p:cNvPr>
          <p:cNvSpPr txBox="1">
            <a:spLocks/>
          </p:cNvSpPr>
          <p:nvPr/>
        </p:nvSpPr>
        <p:spPr>
          <a:xfrm>
            <a:off x="7566143" y="2347955"/>
            <a:ext cx="1231796" cy="417743"/>
          </a:xfrm>
          <a:prstGeom prst="rect">
            <a:avLst/>
          </a:prstGeom>
        </p:spPr>
        <p:txBody>
          <a:bodyPr vert="horz" lIns="0" tIns="0" rIns="0" bIns="0" rtlCol="0" anchor="t" anchorCtr="0">
            <a:noAutofit/>
          </a:bodyPr>
          <a:lstStyle>
            <a:lvl1pPr marL="0" indent="0" algn="l" rtl="0" eaLnBrk="1" fontAlgn="base" hangingPunct="1">
              <a:lnSpc>
                <a:spcPct val="83000"/>
              </a:lnSpc>
              <a:spcBef>
                <a:spcPct val="0"/>
              </a:spcBef>
              <a:spcAft>
                <a:spcPct val="0"/>
              </a:spcAft>
              <a:defRPr sz="4800" b="0" i="0" kern="0" cap="none" spc="0" baseline="0">
                <a:solidFill>
                  <a:schemeClr val="tx2"/>
                </a:solidFill>
                <a:latin typeface="+mn-lt"/>
                <a:ea typeface="Arial" pitchFamily="34" charset="0"/>
                <a:cs typeface="Arial"/>
              </a:defRPr>
            </a:lvl1pPr>
            <a:lvl2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2pPr>
            <a:lvl3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3pPr>
            <a:lvl4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4pPr>
            <a:lvl5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5pPr>
            <a:lvl6pPr marL="637968" algn="l" rtl="0" eaLnBrk="1" fontAlgn="base" hangingPunct="1">
              <a:spcBef>
                <a:spcPct val="0"/>
              </a:spcBef>
              <a:spcAft>
                <a:spcPct val="0"/>
              </a:spcAft>
              <a:defRPr sz="2133">
                <a:solidFill>
                  <a:schemeClr val="tx2"/>
                </a:solidFill>
                <a:latin typeface="Arial" pitchFamily="34" charset="0"/>
              </a:defRPr>
            </a:lvl6pPr>
            <a:lvl7pPr marL="1275934" algn="l" rtl="0" eaLnBrk="1" fontAlgn="base" hangingPunct="1">
              <a:spcBef>
                <a:spcPct val="0"/>
              </a:spcBef>
              <a:spcAft>
                <a:spcPct val="0"/>
              </a:spcAft>
              <a:defRPr sz="2133">
                <a:solidFill>
                  <a:schemeClr val="tx2"/>
                </a:solidFill>
                <a:latin typeface="Arial" pitchFamily="34" charset="0"/>
              </a:defRPr>
            </a:lvl7pPr>
            <a:lvl8pPr marL="1913900" algn="l" rtl="0" eaLnBrk="1" fontAlgn="base" hangingPunct="1">
              <a:spcBef>
                <a:spcPct val="0"/>
              </a:spcBef>
              <a:spcAft>
                <a:spcPct val="0"/>
              </a:spcAft>
              <a:defRPr sz="2133">
                <a:solidFill>
                  <a:schemeClr val="tx2"/>
                </a:solidFill>
                <a:latin typeface="Arial" pitchFamily="34" charset="0"/>
              </a:defRPr>
            </a:lvl8pPr>
            <a:lvl9pPr marL="2551867" algn="l" rtl="0" eaLnBrk="1" fontAlgn="base" hangingPunct="1">
              <a:spcBef>
                <a:spcPct val="0"/>
              </a:spcBef>
              <a:spcAft>
                <a:spcPct val="0"/>
              </a:spcAft>
              <a:defRPr sz="2133">
                <a:solidFill>
                  <a:schemeClr val="tx2"/>
                </a:solidFill>
                <a:latin typeface="Arial" pitchFamily="34" charset="0"/>
              </a:defRPr>
            </a:lvl9pPr>
          </a:lstStyle>
          <a:p>
            <a:r>
              <a:rPr lang="en-US" sz="1600"/>
              <a:t>Kategori </a:t>
            </a:r>
            <a:r>
              <a:rPr lang="en-US" sz="1600" b="1"/>
              <a:t>19%</a:t>
            </a:r>
          </a:p>
        </p:txBody>
      </p:sp>
      <p:sp>
        <p:nvSpPr>
          <p:cNvPr id="8" name="Titel 1">
            <a:extLst>
              <a:ext uri="{FF2B5EF4-FFF2-40B4-BE49-F238E27FC236}">
                <a16:creationId xmlns:a16="http://schemas.microsoft.com/office/drawing/2014/main" id="{D2A9D624-639D-2D8A-C36F-1772DE071C22}"/>
              </a:ext>
            </a:extLst>
          </p:cNvPr>
          <p:cNvSpPr txBox="1">
            <a:spLocks/>
          </p:cNvSpPr>
          <p:nvPr/>
        </p:nvSpPr>
        <p:spPr>
          <a:xfrm>
            <a:off x="9533731" y="2556827"/>
            <a:ext cx="1231796" cy="417743"/>
          </a:xfrm>
          <a:prstGeom prst="rect">
            <a:avLst/>
          </a:prstGeom>
        </p:spPr>
        <p:txBody>
          <a:bodyPr vert="horz" lIns="0" tIns="0" rIns="0" bIns="0" rtlCol="0" anchor="t" anchorCtr="0">
            <a:noAutofit/>
          </a:bodyPr>
          <a:lstStyle>
            <a:lvl1pPr marL="0" indent="0" algn="l" rtl="0" eaLnBrk="1" fontAlgn="base" hangingPunct="1">
              <a:lnSpc>
                <a:spcPct val="83000"/>
              </a:lnSpc>
              <a:spcBef>
                <a:spcPct val="0"/>
              </a:spcBef>
              <a:spcAft>
                <a:spcPct val="0"/>
              </a:spcAft>
              <a:defRPr sz="4800" b="0" i="0" kern="0" cap="none" spc="0" baseline="0">
                <a:solidFill>
                  <a:schemeClr val="tx2"/>
                </a:solidFill>
                <a:latin typeface="+mn-lt"/>
                <a:ea typeface="Arial" pitchFamily="34" charset="0"/>
                <a:cs typeface="Arial"/>
              </a:defRPr>
            </a:lvl1pPr>
            <a:lvl2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2pPr>
            <a:lvl3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3pPr>
            <a:lvl4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4pPr>
            <a:lvl5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5pPr>
            <a:lvl6pPr marL="637968" algn="l" rtl="0" eaLnBrk="1" fontAlgn="base" hangingPunct="1">
              <a:spcBef>
                <a:spcPct val="0"/>
              </a:spcBef>
              <a:spcAft>
                <a:spcPct val="0"/>
              </a:spcAft>
              <a:defRPr sz="2133">
                <a:solidFill>
                  <a:schemeClr val="tx2"/>
                </a:solidFill>
                <a:latin typeface="Arial" pitchFamily="34" charset="0"/>
              </a:defRPr>
            </a:lvl6pPr>
            <a:lvl7pPr marL="1275934" algn="l" rtl="0" eaLnBrk="1" fontAlgn="base" hangingPunct="1">
              <a:spcBef>
                <a:spcPct val="0"/>
              </a:spcBef>
              <a:spcAft>
                <a:spcPct val="0"/>
              </a:spcAft>
              <a:defRPr sz="2133">
                <a:solidFill>
                  <a:schemeClr val="tx2"/>
                </a:solidFill>
                <a:latin typeface="Arial" pitchFamily="34" charset="0"/>
              </a:defRPr>
            </a:lvl7pPr>
            <a:lvl8pPr marL="1913900" algn="l" rtl="0" eaLnBrk="1" fontAlgn="base" hangingPunct="1">
              <a:spcBef>
                <a:spcPct val="0"/>
              </a:spcBef>
              <a:spcAft>
                <a:spcPct val="0"/>
              </a:spcAft>
              <a:defRPr sz="2133">
                <a:solidFill>
                  <a:schemeClr val="tx2"/>
                </a:solidFill>
                <a:latin typeface="Arial" pitchFamily="34" charset="0"/>
              </a:defRPr>
            </a:lvl8pPr>
            <a:lvl9pPr marL="2551867" algn="l" rtl="0" eaLnBrk="1" fontAlgn="base" hangingPunct="1">
              <a:spcBef>
                <a:spcPct val="0"/>
              </a:spcBef>
              <a:spcAft>
                <a:spcPct val="0"/>
              </a:spcAft>
              <a:defRPr sz="2133">
                <a:solidFill>
                  <a:schemeClr val="tx2"/>
                </a:solidFill>
                <a:latin typeface="Arial" pitchFamily="34" charset="0"/>
              </a:defRPr>
            </a:lvl9pPr>
          </a:lstStyle>
          <a:p>
            <a:r>
              <a:rPr lang="en-US" sz="1600">
                <a:solidFill>
                  <a:schemeClr val="accent4"/>
                </a:solidFill>
              </a:rPr>
              <a:t>Kategori </a:t>
            </a:r>
            <a:r>
              <a:rPr lang="en-US" sz="1600" b="1">
                <a:solidFill>
                  <a:schemeClr val="accent4"/>
                </a:solidFill>
              </a:rPr>
              <a:t>19%</a:t>
            </a:r>
          </a:p>
        </p:txBody>
      </p:sp>
      <p:sp>
        <p:nvSpPr>
          <p:cNvPr id="9" name="Titel 1">
            <a:extLst>
              <a:ext uri="{FF2B5EF4-FFF2-40B4-BE49-F238E27FC236}">
                <a16:creationId xmlns:a16="http://schemas.microsoft.com/office/drawing/2014/main" id="{37710AE6-6A11-6AFF-B792-F81EB22E408D}"/>
              </a:ext>
            </a:extLst>
          </p:cNvPr>
          <p:cNvSpPr txBox="1">
            <a:spLocks/>
          </p:cNvSpPr>
          <p:nvPr/>
        </p:nvSpPr>
        <p:spPr>
          <a:xfrm>
            <a:off x="9515340" y="3965397"/>
            <a:ext cx="1231796" cy="417743"/>
          </a:xfrm>
          <a:prstGeom prst="rect">
            <a:avLst/>
          </a:prstGeom>
        </p:spPr>
        <p:txBody>
          <a:bodyPr vert="horz" lIns="0" tIns="0" rIns="0" bIns="0" rtlCol="0" anchor="t" anchorCtr="0">
            <a:noAutofit/>
          </a:bodyPr>
          <a:lstStyle>
            <a:lvl1pPr marL="0" indent="0" algn="l" rtl="0" eaLnBrk="1" fontAlgn="base" hangingPunct="1">
              <a:lnSpc>
                <a:spcPct val="83000"/>
              </a:lnSpc>
              <a:spcBef>
                <a:spcPct val="0"/>
              </a:spcBef>
              <a:spcAft>
                <a:spcPct val="0"/>
              </a:spcAft>
              <a:defRPr sz="4800" b="0" i="0" kern="0" cap="none" spc="0" baseline="0">
                <a:solidFill>
                  <a:schemeClr val="tx2"/>
                </a:solidFill>
                <a:latin typeface="+mn-lt"/>
                <a:ea typeface="Arial" pitchFamily="34" charset="0"/>
                <a:cs typeface="Arial"/>
              </a:defRPr>
            </a:lvl1pPr>
            <a:lvl2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2pPr>
            <a:lvl3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3pPr>
            <a:lvl4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4pPr>
            <a:lvl5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5pPr>
            <a:lvl6pPr marL="637968" algn="l" rtl="0" eaLnBrk="1" fontAlgn="base" hangingPunct="1">
              <a:spcBef>
                <a:spcPct val="0"/>
              </a:spcBef>
              <a:spcAft>
                <a:spcPct val="0"/>
              </a:spcAft>
              <a:defRPr sz="2133">
                <a:solidFill>
                  <a:schemeClr val="tx2"/>
                </a:solidFill>
                <a:latin typeface="Arial" pitchFamily="34" charset="0"/>
              </a:defRPr>
            </a:lvl6pPr>
            <a:lvl7pPr marL="1275934" algn="l" rtl="0" eaLnBrk="1" fontAlgn="base" hangingPunct="1">
              <a:spcBef>
                <a:spcPct val="0"/>
              </a:spcBef>
              <a:spcAft>
                <a:spcPct val="0"/>
              </a:spcAft>
              <a:defRPr sz="2133">
                <a:solidFill>
                  <a:schemeClr val="tx2"/>
                </a:solidFill>
                <a:latin typeface="Arial" pitchFamily="34" charset="0"/>
              </a:defRPr>
            </a:lvl7pPr>
            <a:lvl8pPr marL="1913900" algn="l" rtl="0" eaLnBrk="1" fontAlgn="base" hangingPunct="1">
              <a:spcBef>
                <a:spcPct val="0"/>
              </a:spcBef>
              <a:spcAft>
                <a:spcPct val="0"/>
              </a:spcAft>
              <a:defRPr sz="2133">
                <a:solidFill>
                  <a:schemeClr val="tx2"/>
                </a:solidFill>
                <a:latin typeface="Arial" pitchFamily="34" charset="0"/>
              </a:defRPr>
            </a:lvl8pPr>
            <a:lvl9pPr marL="2551867" algn="l" rtl="0" eaLnBrk="1" fontAlgn="base" hangingPunct="1">
              <a:spcBef>
                <a:spcPct val="0"/>
              </a:spcBef>
              <a:spcAft>
                <a:spcPct val="0"/>
              </a:spcAft>
              <a:defRPr sz="2133">
                <a:solidFill>
                  <a:schemeClr val="tx2"/>
                </a:solidFill>
                <a:latin typeface="Arial" pitchFamily="34" charset="0"/>
              </a:defRPr>
            </a:lvl9pPr>
          </a:lstStyle>
          <a:p>
            <a:r>
              <a:rPr lang="en-US" sz="1600"/>
              <a:t>Kategori </a:t>
            </a:r>
            <a:r>
              <a:rPr lang="en-US" sz="1600" b="1"/>
              <a:t>19%</a:t>
            </a:r>
          </a:p>
        </p:txBody>
      </p:sp>
      <p:sp>
        <p:nvSpPr>
          <p:cNvPr id="10" name="Titel 1">
            <a:extLst>
              <a:ext uri="{FF2B5EF4-FFF2-40B4-BE49-F238E27FC236}">
                <a16:creationId xmlns:a16="http://schemas.microsoft.com/office/drawing/2014/main" id="{2F82A479-711B-E717-07D6-FC2B9F878F56}"/>
              </a:ext>
            </a:extLst>
          </p:cNvPr>
          <p:cNvSpPr txBox="1">
            <a:spLocks/>
          </p:cNvSpPr>
          <p:nvPr/>
        </p:nvSpPr>
        <p:spPr>
          <a:xfrm>
            <a:off x="7793929" y="4273974"/>
            <a:ext cx="1231796" cy="417743"/>
          </a:xfrm>
          <a:prstGeom prst="rect">
            <a:avLst/>
          </a:prstGeom>
        </p:spPr>
        <p:txBody>
          <a:bodyPr vert="horz" lIns="0" tIns="0" rIns="0" bIns="0" rtlCol="0" anchor="t" anchorCtr="0">
            <a:noAutofit/>
          </a:bodyPr>
          <a:lstStyle>
            <a:lvl1pPr marL="0" indent="0" algn="l" rtl="0" eaLnBrk="1" fontAlgn="base" hangingPunct="1">
              <a:lnSpc>
                <a:spcPct val="83000"/>
              </a:lnSpc>
              <a:spcBef>
                <a:spcPct val="0"/>
              </a:spcBef>
              <a:spcAft>
                <a:spcPct val="0"/>
              </a:spcAft>
              <a:defRPr sz="4800" b="0" i="0" kern="0" cap="none" spc="0" baseline="0">
                <a:solidFill>
                  <a:schemeClr val="tx2"/>
                </a:solidFill>
                <a:latin typeface="+mn-lt"/>
                <a:ea typeface="Arial" pitchFamily="34" charset="0"/>
                <a:cs typeface="Arial"/>
              </a:defRPr>
            </a:lvl1pPr>
            <a:lvl2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2pPr>
            <a:lvl3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3pPr>
            <a:lvl4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4pPr>
            <a:lvl5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5pPr>
            <a:lvl6pPr marL="637968" algn="l" rtl="0" eaLnBrk="1" fontAlgn="base" hangingPunct="1">
              <a:spcBef>
                <a:spcPct val="0"/>
              </a:spcBef>
              <a:spcAft>
                <a:spcPct val="0"/>
              </a:spcAft>
              <a:defRPr sz="2133">
                <a:solidFill>
                  <a:schemeClr val="tx2"/>
                </a:solidFill>
                <a:latin typeface="Arial" pitchFamily="34" charset="0"/>
              </a:defRPr>
            </a:lvl6pPr>
            <a:lvl7pPr marL="1275934" algn="l" rtl="0" eaLnBrk="1" fontAlgn="base" hangingPunct="1">
              <a:spcBef>
                <a:spcPct val="0"/>
              </a:spcBef>
              <a:spcAft>
                <a:spcPct val="0"/>
              </a:spcAft>
              <a:defRPr sz="2133">
                <a:solidFill>
                  <a:schemeClr val="tx2"/>
                </a:solidFill>
                <a:latin typeface="Arial" pitchFamily="34" charset="0"/>
              </a:defRPr>
            </a:lvl7pPr>
            <a:lvl8pPr marL="1913900" algn="l" rtl="0" eaLnBrk="1" fontAlgn="base" hangingPunct="1">
              <a:spcBef>
                <a:spcPct val="0"/>
              </a:spcBef>
              <a:spcAft>
                <a:spcPct val="0"/>
              </a:spcAft>
              <a:defRPr sz="2133">
                <a:solidFill>
                  <a:schemeClr val="tx2"/>
                </a:solidFill>
                <a:latin typeface="Arial" pitchFamily="34" charset="0"/>
              </a:defRPr>
            </a:lvl8pPr>
            <a:lvl9pPr marL="2551867" algn="l" rtl="0" eaLnBrk="1" fontAlgn="base" hangingPunct="1">
              <a:spcBef>
                <a:spcPct val="0"/>
              </a:spcBef>
              <a:spcAft>
                <a:spcPct val="0"/>
              </a:spcAft>
              <a:defRPr sz="2133">
                <a:solidFill>
                  <a:schemeClr val="tx2"/>
                </a:solidFill>
                <a:latin typeface="Arial" pitchFamily="34" charset="0"/>
              </a:defRPr>
            </a:lvl9pPr>
          </a:lstStyle>
          <a:p>
            <a:r>
              <a:rPr lang="en-US" sz="1600">
                <a:solidFill>
                  <a:schemeClr val="accent4"/>
                </a:solidFill>
              </a:rPr>
              <a:t>Kategori </a:t>
            </a:r>
            <a:r>
              <a:rPr lang="en-US" sz="1600" b="1">
                <a:solidFill>
                  <a:schemeClr val="accent4"/>
                </a:solidFill>
              </a:rPr>
              <a:t>19%</a:t>
            </a:r>
          </a:p>
        </p:txBody>
      </p:sp>
    </p:spTree>
    <p:extLst>
      <p:ext uri="{BB962C8B-B14F-4D97-AF65-F5344CB8AC3E}">
        <p14:creationId xmlns:p14="http://schemas.microsoft.com/office/powerpoint/2010/main" val="385711427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CB936-7836-47FE-A88E-28CF899C7F8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F393E83-9F19-6492-E1D3-DAC8811DFBD6}"/>
              </a:ext>
            </a:extLst>
          </p:cNvPr>
          <p:cNvSpPr>
            <a:spLocks noGrp="1"/>
          </p:cNvSpPr>
          <p:nvPr>
            <p:ph type="title"/>
          </p:nvPr>
        </p:nvSpPr>
        <p:spPr>
          <a:xfrm>
            <a:off x="288000" y="252000"/>
            <a:ext cx="5760550" cy="3025140"/>
          </a:xfrm>
        </p:spPr>
        <p:txBody>
          <a:bodyPr/>
          <a:lstStyle/>
          <a:p>
            <a:r>
              <a:rPr lang="en-US"/>
              <a:t>Lorem ipsum sit</a:t>
            </a:r>
          </a:p>
        </p:txBody>
      </p:sp>
      <p:sp>
        <p:nvSpPr>
          <p:cNvPr id="3" name="Pladsholder til indhold 2">
            <a:extLst>
              <a:ext uri="{FF2B5EF4-FFF2-40B4-BE49-F238E27FC236}">
                <a16:creationId xmlns:a16="http://schemas.microsoft.com/office/drawing/2014/main" id="{D77B75E6-4156-E2E1-E7A9-D6708D08447E}"/>
              </a:ext>
            </a:extLst>
          </p:cNvPr>
          <p:cNvSpPr>
            <a:spLocks noGrp="1"/>
          </p:cNvSpPr>
          <p:nvPr>
            <p:ph idx="1"/>
          </p:nvPr>
        </p:nvSpPr>
        <p:spPr>
          <a:xfrm>
            <a:off x="6165852" y="252000"/>
            <a:ext cx="5734973" cy="3025141"/>
          </a:xfrm>
        </p:spPr>
        <p:txBody>
          <a:bodyPr/>
          <a:lstStyle/>
          <a:p>
            <a:r>
              <a:rPr lang="da-DK"/>
              <a:t>Lorem ipsum dolor sit amet, consectetur adipiscing elit. Ut dapibus, turpis ac ullamcorper rhoncus, nibh purus facilisis est, sit amet molestie tortor lorem vitae sapien. Vestibulum ante ipsum primis in faucibus orci luctus et ultrices posuere cubilia curae; Integer vel accumsan ipsum. Sed risus enim, sollicitudin porta aliquet nec, molestie id lorem. </a:t>
            </a:r>
          </a:p>
        </p:txBody>
      </p:sp>
      <p:pic>
        <p:nvPicPr>
          <p:cNvPr id="6" name="Pladsholder til billede 5">
            <a:extLst>
              <a:ext uri="{FF2B5EF4-FFF2-40B4-BE49-F238E27FC236}">
                <a16:creationId xmlns:a16="http://schemas.microsoft.com/office/drawing/2014/main" id="{CE49F209-5060-DB1B-EC45-AFAA778D88B8}"/>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t="2046" b="2046"/>
          <a:stretch/>
        </p:blipFill>
        <p:spPr>
          <a:xfrm>
            <a:off x="288000" y="3284538"/>
            <a:ext cx="5754941" cy="3087461"/>
          </a:xfrm>
        </p:spPr>
      </p:pic>
      <p:sp>
        <p:nvSpPr>
          <p:cNvPr id="17" name="Pladsholder til indhold 16">
            <a:extLst>
              <a:ext uri="{FF2B5EF4-FFF2-40B4-BE49-F238E27FC236}">
                <a16:creationId xmlns:a16="http://schemas.microsoft.com/office/drawing/2014/main" id="{A061D1A6-21A3-DA70-4B1B-4706934BE8DC}"/>
              </a:ext>
            </a:extLst>
          </p:cNvPr>
          <p:cNvSpPr>
            <a:spLocks noGrp="1"/>
          </p:cNvSpPr>
          <p:nvPr>
            <p:ph idx="17"/>
          </p:nvPr>
        </p:nvSpPr>
        <p:spPr>
          <a:xfrm>
            <a:off x="6165852" y="3284539"/>
            <a:ext cx="5734973" cy="3004502"/>
          </a:xfrm>
        </p:spPr>
        <p:txBody>
          <a:bodyPr/>
          <a:lstStyle/>
          <a:p>
            <a:r>
              <a:rPr lang="en-US"/>
              <a:t>Lorem ipsum dolor sit amet</a:t>
            </a:r>
          </a:p>
          <a:p>
            <a:r>
              <a:rPr lang="en-US"/>
              <a:t>Donec non sem luctus</a:t>
            </a:r>
          </a:p>
          <a:p>
            <a:r>
              <a:rPr lang="en-US"/>
              <a:t>Mauris pharetra lorem at justo</a:t>
            </a:r>
          </a:p>
        </p:txBody>
      </p:sp>
    </p:spTree>
    <p:extLst>
      <p:ext uri="{BB962C8B-B14F-4D97-AF65-F5344CB8AC3E}">
        <p14:creationId xmlns:p14="http://schemas.microsoft.com/office/powerpoint/2010/main" val="414597084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4924A-DCB2-D36A-5893-4B7FEABBA68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3EC93E3-82CD-841F-27BD-84A06F101214}"/>
              </a:ext>
            </a:extLst>
          </p:cNvPr>
          <p:cNvSpPr>
            <a:spLocks noGrp="1"/>
          </p:cNvSpPr>
          <p:nvPr>
            <p:ph type="title"/>
          </p:nvPr>
        </p:nvSpPr>
        <p:spPr>
          <a:xfrm>
            <a:off x="288000" y="252000"/>
            <a:ext cx="5760550" cy="3025140"/>
          </a:xfrm>
        </p:spPr>
        <p:txBody>
          <a:bodyPr/>
          <a:lstStyle/>
          <a:p>
            <a:r>
              <a:rPr lang="en-US"/>
              <a:t>Lorem ipsum sit</a:t>
            </a:r>
          </a:p>
        </p:txBody>
      </p:sp>
      <p:sp>
        <p:nvSpPr>
          <p:cNvPr id="3" name="Pladsholder til indhold 2">
            <a:extLst>
              <a:ext uri="{FF2B5EF4-FFF2-40B4-BE49-F238E27FC236}">
                <a16:creationId xmlns:a16="http://schemas.microsoft.com/office/drawing/2014/main" id="{B4515B5D-2A64-B7C9-4864-D99AC5358F43}"/>
              </a:ext>
            </a:extLst>
          </p:cNvPr>
          <p:cNvSpPr>
            <a:spLocks noGrp="1"/>
          </p:cNvSpPr>
          <p:nvPr>
            <p:ph idx="1"/>
          </p:nvPr>
        </p:nvSpPr>
        <p:spPr>
          <a:xfrm>
            <a:off x="6165852" y="252000"/>
            <a:ext cx="5734973" cy="3025141"/>
          </a:xfrm>
        </p:spPr>
        <p:txBody>
          <a:bodyPr/>
          <a:lstStyle/>
          <a:p>
            <a:r>
              <a:rPr lang="da-DK"/>
              <a:t>Lorem ipsum dolor sit amet, consectetur adipiscing elit. Ut dapibus, turpis ac ullamcorper rhoncus, nibh purus facilisis est, sit amet molestie tortor lorem vitae sapien. Vestibulum ante ipsum primis in faucibus orci luctus et ultrices posuere cubilia curae; Integer vel accumsan ipsum. Sed risus enim, sollicitudin porta aliquet nec, molestie id lorem. </a:t>
            </a:r>
          </a:p>
        </p:txBody>
      </p:sp>
      <p:pic>
        <p:nvPicPr>
          <p:cNvPr id="6" name="Pladsholder til billede 5">
            <a:extLst>
              <a:ext uri="{FF2B5EF4-FFF2-40B4-BE49-F238E27FC236}">
                <a16:creationId xmlns:a16="http://schemas.microsoft.com/office/drawing/2014/main" id="{435FA2F4-941A-2267-3CFB-608766DE4E57}"/>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t="1874" b="1874"/>
          <a:stretch/>
        </p:blipFill>
        <p:spPr>
          <a:xfrm>
            <a:off x="6165852" y="3284538"/>
            <a:ext cx="5734973" cy="3087461"/>
          </a:xfrm>
        </p:spPr>
      </p:pic>
      <p:sp>
        <p:nvSpPr>
          <p:cNvPr id="17" name="Pladsholder til indhold 16">
            <a:extLst>
              <a:ext uri="{FF2B5EF4-FFF2-40B4-BE49-F238E27FC236}">
                <a16:creationId xmlns:a16="http://schemas.microsoft.com/office/drawing/2014/main" id="{087ED2A0-2CBC-A349-DD07-8F4324AB7785}"/>
              </a:ext>
            </a:extLst>
          </p:cNvPr>
          <p:cNvSpPr>
            <a:spLocks noGrp="1"/>
          </p:cNvSpPr>
          <p:nvPr>
            <p:ph idx="17"/>
          </p:nvPr>
        </p:nvSpPr>
        <p:spPr>
          <a:xfrm>
            <a:off x="288000" y="3284539"/>
            <a:ext cx="5760000" cy="3004502"/>
          </a:xfrm>
        </p:spPr>
        <p:txBody>
          <a:bodyPr/>
          <a:lstStyle/>
          <a:p>
            <a:r>
              <a:rPr lang="en-US"/>
              <a:t>Lorem ipsum dolor sit amet</a:t>
            </a:r>
          </a:p>
          <a:p>
            <a:r>
              <a:rPr lang="en-US"/>
              <a:t>Donec non sem luctus</a:t>
            </a:r>
          </a:p>
          <a:p>
            <a:r>
              <a:rPr lang="en-US"/>
              <a:t>Mauris pharetra lorem at justo</a:t>
            </a:r>
          </a:p>
        </p:txBody>
      </p:sp>
    </p:spTree>
    <p:extLst>
      <p:ext uri="{BB962C8B-B14F-4D97-AF65-F5344CB8AC3E}">
        <p14:creationId xmlns:p14="http://schemas.microsoft.com/office/powerpoint/2010/main" val="3174125196"/>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70B64-28D5-1410-00EF-62AC8EF816E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644049F-F7AA-CB67-EA3E-47A05BCC2DA9}"/>
              </a:ext>
            </a:extLst>
          </p:cNvPr>
          <p:cNvSpPr>
            <a:spLocks noGrp="1"/>
          </p:cNvSpPr>
          <p:nvPr>
            <p:ph type="title"/>
          </p:nvPr>
        </p:nvSpPr>
        <p:spPr>
          <a:xfrm>
            <a:off x="288000" y="252000"/>
            <a:ext cx="5760550" cy="3025140"/>
          </a:xfrm>
        </p:spPr>
        <p:txBody>
          <a:bodyPr/>
          <a:lstStyle/>
          <a:p>
            <a:r>
              <a:rPr lang="en-US"/>
              <a:t>Lorem ipsum sit</a:t>
            </a:r>
          </a:p>
        </p:txBody>
      </p:sp>
      <p:sp>
        <p:nvSpPr>
          <p:cNvPr id="3" name="Pladsholder til indhold 2">
            <a:extLst>
              <a:ext uri="{FF2B5EF4-FFF2-40B4-BE49-F238E27FC236}">
                <a16:creationId xmlns:a16="http://schemas.microsoft.com/office/drawing/2014/main" id="{3CD66BA2-1D93-9066-E0E9-7E78C759F90B}"/>
              </a:ext>
            </a:extLst>
          </p:cNvPr>
          <p:cNvSpPr>
            <a:spLocks noGrp="1"/>
          </p:cNvSpPr>
          <p:nvPr>
            <p:ph idx="1"/>
          </p:nvPr>
        </p:nvSpPr>
        <p:spPr>
          <a:xfrm>
            <a:off x="287339" y="3459163"/>
            <a:ext cx="5470910" cy="2870200"/>
          </a:xfrm>
        </p:spPr>
        <p:txBody>
          <a:bodyPr/>
          <a:lstStyle/>
          <a:p>
            <a:r>
              <a:rPr lang="da-DK"/>
              <a:t>Lorem ipsum dolor sit amet, consectetur adipiscing elit. Ut dapibus, turpis ac ullamcorper rhoncus, nibh purus facilisis est, sit amet molestie tortor lorem vitae sapien. Vestibulum ante ipsum primis in faucibus orci luctus et ultrices posuere cubilia curae; Integer vel accumsan ipsum. Sed risus enim, sollicitudin porta aliquet nec, molestie id lorem. </a:t>
            </a:r>
          </a:p>
        </p:txBody>
      </p:sp>
      <p:pic>
        <p:nvPicPr>
          <p:cNvPr id="6" name="Pladsholder til billede 5">
            <a:extLst>
              <a:ext uri="{FF2B5EF4-FFF2-40B4-BE49-F238E27FC236}">
                <a16:creationId xmlns:a16="http://schemas.microsoft.com/office/drawing/2014/main" id="{9C107F36-10BF-0AC8-C113-CCA01D343D13}"/>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t="2121" b="2121"/>
          <a:stretch/>
        </p:blipFill>
        <p:spPr>
          <a:xfrm>
            <a:off x="6165852" y="252000"/>
            <a:ext cx="5734973" cy="3072202"/>
          </a:xfrm>
        </p:spPr>
      </p:pic>
      <p:sp>
        <p:nvSpPr>
          <p:cNvPr id="17" name="Pladsholder til indhold 16">
            <a:extLst>
              <a:ext uri="{FF2B5EF4-FFF2-40B4-BE49-F238E27FC236}">
                <a16:creationId xmlns:a16="http://schemas.microsoft.com/office/drawing/2014/main" id="{FDEA64B9-709F-8490-4F96-7EB1CAF7AF3D}"/>
              </a:ext>
            </a:extLst>
          </p:cNvPr>
          <p:cNvSpPr>
            <a:spLocks noGrp="1"/>
          </p:cNvSpPr>
          <p:nvPr>
            <p:ph idx="17"/>
          </p:nvPr>
        </p:nvSpPr>
        <p:spPr>
          <a:xfrm>
            <a:off x="6166800" y="3458623"/>
            <a:ext cx="5734025" cy="2870546"/>
          </a:xfrm>
        </p:spPr>
        <p:txBody>
          <a:bodyPr/>
          <a:lstStyle/>
          <a:p>
            <a:r>
              <a:rPr lang="en-US"/>
              <a:t>Lorem ipsum dolor sit amet</a:t>
            </a:r>
          </a:p>
          <a:p>
            <a:r>
              <a:rPr lang="en-US"/>
              <a:t>Donec non sem luctus</a:t>
            </a:r>
          </a:p>
          <a:p>
            <a:r>
              <a:rPr lang="en-US"/>
              <a:t>Mauris pharetra lorem at justo</a:t>
            </a:r>
          </a:p>
        </p:txBody>
      </p:sp>
    </p:spTree>
    <p:extLst>
      <p:ext uri="{BB962C8B-B14F-4D97-AF65-F5344CB8AC3E}">
        <p14:creationId xmlns:p14="http://schemas.microsoft.com/office/powerpoint/2010/main" val="51530456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93847-EED1-19B3-6E5B-F0F53D4AE1B3}"/>
            </a:ext>
          </a:extLst>
        </p:cNvPr>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9CBB01C2-8856-78FE-640C-729099C4CA53}"/>
              </a:ext>
            </a:extLst>
          </p:cNvPr>
          <p:cNvSpPr>
            <a:spLocks noGrp="1"/>
          </p:cNvSpPr>
          <p:nvPr>
            <p:ph idx="1"/>
          </p:nvPr>
        </p:nvSpPr>
        <p:spPr>
          <a:xfrm>
            <a:off x="288000" y="252000"/>
            <a:ext cx="5760551" cy="2980095"/>
          </a:xfrm>
        </p:spPr>
        <p:txBody>
          <a:bodyPr/>
          <a:lstStyle/>
          <a:p>
            <a:r>
              <a:rPr lang="da-DK"/>
              <a:t>Caborepe porum exerume nobitio nsequos dellat ut as duntese cor aspit poris modignit alibus vollore, sint la venditatur, officia et, sequasped qui re que volorep erspero vidundic tenit quodignim cuptasp icabore hendis dipsam, cullania eicae et moloriam, aut fugit, voluptio im voluptatume nim fugiae niet volorestis evenditati restect incitae.</a:t>
            </a:r>
          </a:p>
          <a:p>
            <a:endParaRPr lang="da-DK"/>
          </a:p>
          <a:p>
            <a:r>
              <a:rPr lang="da-DK"/>
              <a:t>Vollorem re dolum eument facepe premporatem reicatem faccate mpores pa quodist, ereius, simus velignam dolorro ruptat aut as a at. Olutestisto quat aut molorerum hil eos auda ducit vendele stinvera verrum resto tempeliquas am dunturent alibusa nihilit, saest unt porem volore ipsae vero quuntia tibusda sit pro quam, vendellit omnim autatis volupta tiatibus.</a:t>
            </a:r>
          </a:p>
        </p:txBody>
      </p:sp>
      <p:pic>
        <p:nvPicPr>
          <p:cNvPr id="6" name="Pladsholder til billede 5">
            <a:extLst>
              <a:ext uri="{FF2B5EF4-FFF2-40B4-BE49-F238E27FC236}">
                <a16:creationId xmlns:a16="http://schemas.microsoft.com/office/drawing/2014/main" id="{2C40240E-DDCC-28DC-61CE-B4D71F3C476D}"/>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1686" r="1686"/>
          <a:stretch/>
        </p:blipFill>
        <p:spPr>
          <a:xfrm>
            <a:off x="6165850" y="3284538"/>
            <a:ext cx="5734975" cy="3087461"/>
          </a:xfrm>
        </p:spPr>
      </p:pic>
      <p:sp>
        <p:nvSpPr>
          <p:cNvPr id="15" name="Pladsholder til indhold 14">
            <a:extLst>
              <a:ext uri="{FF2B5EF4-FFF2-40B4-BE49-F238E27FC236}">
                <a16:creationId xmlns:a16="http://schemas.microsoft.com/office/drawing/2014/main" id="{1B8F2724-4B3C-B168-07C2-15C5A1BE161D}"/>
              </a:ext>
            </a:extLst>
          </p:cNvPr>
          <p:cNvSpPr>
            <a:spLocks noGrp="1"/>
          </p:cNvSpPr>
          <p:nvPr>
            <p:ph idx="17"/>
          </p:nvPr>
        </p:nvSpPr>
        <p:spPr>
          <a:xfrm>
            <a:off x="288000" y="3284539"/>
            <a:ext cx="5760551" cy="2914248"/>
          </a:xfrm>
        </p:spPr>
        <p:txBody>
          <a:bodyPr/>
          <a:lstStyle/>
          <a:p>
            <a:endParaRPr lang="da-DK"/>
          </a:p>
          <a:p>
            <a:endParaRPr lang="da-DK"/>
          </a:p>
          <a:p>
            <a:endParaRPr lang="da-DK"/>
          </a:p>
          <a:p>
            <a:pPr lvl="1"/>
            <a:endParaRPr lang="da-DK"/>
          </a:p>
          <a:p>
            <a:pPr lvl="1"/>
            <a:r>
              <a:rPr lang="da-DK"/>
              <a:t>Lorem ipsum dolor sit amet</a:t>
            </a:r>
          </a:p>
          <a:p>
            <a:pPr lvl="1"/>
            <a:r>
              <a:rPr lang="da-DK"/>
              <a:t>Donec non sem luctus</a:t>
            </a:r>
          </a:p>
          <a:p>
            <a:pPr lvl="1"/>
            <a:r>
              <a:rPr lang="da-DK"/>
              <a:t>Mauris pharetra lorem at justo</a:t>
            </a:r>
          </a:p>
          <a:p>
            <a:endParaRPr lang="en-US"/>
          </a:p>
        </p:txBody>
      </p:sp>
    </p:spTree>
    <p:extLst>
      <p:ext uri="{BB962C8B-B14F-4D97-AF65-F5344CB8AC3E}">
        <p14:creationId xmlns:p14="http://schemas.microsoft.com/office/powerpoint/2010/main" val="707373385"/>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D24E6-41E9-72AE-6A90-07501CEED139}"/>
            </a:ext>
          </a:extLst>
        </p:cNvPr>
        <p:cNvGrpSpPr/>
        <p:nvPr/>
      </p:nvGrpSpPr>
      <p:grpSpPr>
        <a:xfrm>
          <a:off x="0" y="0"/>
          <a:ext cx="0" cy="0"/>
          <a:chOff x="0" y="0"/>
          <a:chExt cx="0" cy="0"/>
        </a:xfrm>
      </p:grpSpPr>
      <p:pic>
        <p:nvPicPr>
          <p:cNvPr id="13" name="Pladsholder til billede 12">
            <a:extLst>
              <a:ext uri="{FF2B5EF4-FFF2-40B4-BE49-F238E27FC236}">
                <a16:creationId xmlns:a16="http://schemas.microsoft.com/office/drawing/2014/main" id="{0B8372EA-4BEA-9A85-407F-F228BFDADB32}"/>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939" t="6461" r="52166" b="36318"/>
          <a:stretch>
            <a:fillRect/>
          </a:stretch>
        </p:blipFill>
        <p:spPr>
          <a:xfrm>
            <a:off x="288000" y="5157418"/>
            <a:ext cx="1778306" cy="1214581"/>
          </a:xfrm>
        </p:spPr>
      </p:pic>
      <p:pic>
        <p:nvPicPr>
          <p:cNvPr id="17" name="Pladsholder til billede 16">
            <a:extLst>
              <a:ext uri="{FF2B5EF4-FFF2-40B4-BE49-F238E27FC236}">
                <a16:creationId xmlns:a16="http://schemas.microsoft.com/office/drawing/2014/main" id="{AD307E82-9C5B-E637-940D-368F50DA59BB}"/>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1682" r="1682"/>
          <a:stretch/>
        </p:blipFill>
        <p:spPr>
          <a:xfrm>
            <a:off x="2183782" y="5157418"/>
            <a:ext cx="891927" cy="1214581"/>
          </a:xfrm>
          <a:solidFill>
            <a:schemeClr val="bg2"/>
          </a:solidFill>
        </p:spPr>
      </p:pic>
      <p:pic>
        <p:nvPicPr>
          <p:cNvPr id="19" name="Pladsholder til billede 18">
            <a:extLst>
              <a:ext uri="{FF2B5EF4-FFF2-40B4-BE49-F238E27FC236}">
                <a16:creationId xmlns:a16="http://schemas.microsoft.com/office/drawing/2014/main" id="{1AB024CC-6321-CE0B-C95A-1DE72484D7A4}"/>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l="52914" t="23698" r="2974" b="23698"/>
          <a:stretch>
            <a:fillRect/>
          </a:stretch>
        </p:blipFill>
        <p:spPr>
          <a:xfrm>
            <a:off x="3193185" y="5157418"/>
            <a:ext cx="1820385" cy="1214581"/>
          </a:xfrm>
        </p:spPr>
      </p:pic>
      <p:pic>
        <p:nvPicPr>
          <p:cNvPr id="6" name="Pladsholder til billede 5">
            <a:extLst>
              <a:ext uri="{FF2B5EF4-FFF2-40B4-BE49-F238E27FC236}">
                <a16:creationId xmlns:a16="http://schemas.microsoft.com/office/drawing/2014/main" id="{DCCE820E-EC64-B4B1-BC12-A98802CE3A4B}"/>
              </a:ext>
            </a:extLst>
          </p:cNvPr>
          <p:cNvPicPr>
            <a:picLocks noGrp="1" noChangeAspect="1"/>
          </p:cNvPicPr>
          <p:nvPr>
            <p:ph type="pic" sz="quarter" idx="20"/>
          </p:nvPr>
        </p:nvPicPr>
        <p:blipFill>
          <a:blip r:embed="rId4">
            <a:extLst>
              <a:ext uri="{28A0092B-C50C-407E-A947-70E740481C1C}">
                <a14:useLocalDpi xmlns:a14="http://schemas.microsoft.com/office/drawing/2010/main" val="0"/>
              </a:ext>
            </a:extLst>
          </a:blip>
          <a:srcRect l="9793" r="9793"/>
          <a:stretch/>
        </p:blipFill>
        <p:spPr>
          <a:xfrm>
            <a:off x="5156449" y="5157418"/>
            <a:ext cx="866524" cy="1214581"/>
          </a:xfrm>
        </p:spPr>
      </p:pic>
      <p:sp>
        <p:nvSpPr>
          <p:cNvPr id="2" name="Titel 1">
            <a:extLst>
              <a:ext uri="{FF2B5EF4-FFF2-40B4-BE49-F238E27FC236}">
                <a16:creationId xmlns:a16="http://schemas.microsoft.com/office/drawing/2014/main" id="{89D94975-D219-3695-9837-C9E8D24263BD}"/>
              </a:ext>
            </a:extLst>
          </p:cNvPr>
          <p:cNvSpPr>
            <a:spLocks noGrp="1"/>
          </p:cNvSpPr>
          <p:nvPr>
            <p:ph type="title"/>
          </p:nvPr>
        </p:nvSpPr>
        <p:spPr>
          <a:xfrm>
            <a:off x="288000" y="252000"/>
            <a:ext cx="2787883" cy="3025140"/>
          </a:xfrm>
        </p:spPr>
        <p:txBody>
          <a:bodyPr/>
          <a:lstStyle/>
          <a:p>
            <a:r>
              <a:rPr lang="en-US"/>
              <a:t>Lorem</a:t>
            </a:r>
            <a:br>
              <a:rPr lang="en-US"/>
            </a:br>
            <a:r>
              <a:rPr lang="en-US"/>
              <a:t>Ipsum</a:t>
            </a:r>
            <a:br>
              <a:rPr lang="en-US"/>
            </a:br>
            <a:br>
              <a:rPr lang="en-US"/>
            </a:br>
            <a:r>
              <a:rPr lang="en-US"/>
              <a:t>Lorem ipsum sit amet con incidunct dolore.</a:t>
            </a:r>
          </a:p>
        </p:txBody>
      </p:sp>
      <p:sp>
        <p:nvSpPr>
          <p:cNvPr id="4" name="Pladsholder til tekst 3">
            <a:extLst>
              <a:ext uri="{FF2B5EF4-FFF2-40B4-BE49-F238E27FC236}">
                <a16:creationId xmlns:a16="http://schemas.microsoft.com/office/drawing/2014/main" id="{666A4337-0058-B337-48F2-7B5BAFBC9F1C}"/>
              </a:ext>
            </a:extLst>
          </p:cNvPr>
          <p:cNvSpPr>
            <a:spLocks noGrp="1"/>
          </p:cNvSpPr>
          <p:nvPr>
            <p:ph type="body" sz="quarter" idx="21"/>
          </p:nvPr>
        </p:nvSpPr>
        <p:spPr>
          <a:xfrm>
            <a:off x="3229200" y="252000"/>
            <a:ext cx="2686050" cy="3019425"/>
          </a:xfrm>
        </p:spPr>
        <p:txBody>
          <a:bodyPr/>
          <a:lstStyle/>
          <a:p>
            <a:r>
              <a:rPr lang="da-DK"/>
              <a:t>Caborepe porum exerume nobitio nsequos dellat ut as duntese cor aspit poris modignit alibus vollore.</a:t>
            </a:r>
          </a:p>
          <a:p>
            <a:endParaRPr lang="da-DK"/>
          </a:p>
          <a:p>
            <a:r>
              <a:rPr lang="da-DK"/>
              <a:t>Sint la venditatur officia et, sequasped qui re que volorep erspero vidundic.</a:t>
            </a:r>
            <a:endParaRPr lang="en-US"/>
          </a:p>
        </p:txBody>
      </p:sp>
      <p:pic>
        <p:nvPicPr>
          <p:cNvPr id="15" name="Pladsholder til billede 14">
            <a:extLst>
              <a:ext uri="{FF2B5EF4-FFF2-40B4-BE49-F238E27FC236}">
                <a16:creationId xmlns:a16="http://schemas.microsoft.com/office/drawing/2014/main" id="{133D39AC-C9AD-F351-C2AA-E8A818C11E7B}"/>
              </a:ext>
            </a:extLst>
          </p:cNvPr>
          <p:cNvPicPr>
            <a:picLocks noGrp="1" noChangeAspect="1"/>
          </p:cNvPicPr>
          <p:nvPr>
            <p:ph type="pic" sz="quarter" idx="22"/>
          </p:nvPr>
        </p:nvPicPr>
        <p:blipFill>
          <a:blip r:embed="rId5">
            <a:extLst>
              <a:ext uri="{28A0092B-C50C-407E-A947-70E740481C1C}">
                <a14:useLocalDpi xmlns:a14="http://schemas.microsoft.com/office/drawing/2010/main" val="0"/>
              </a:ext>
            </a:extLst>
          </a:blip>
          <a:srcRect l="18666" r="18666"/>
          <a:stretch/>
        </p:blipFill>
        <p:spPr>
          <a:xfrm>
            <a:off x="6145882" y="251999"/>
            <a:ext cx="5754943" cy="6120000"/>
          </a:xfrm>
        </p:spPr>
      </p:pic>
      <p:grpSp>
        <p:nvGrpSpPr>
          <p:cNvPr id="9" name="Gruppe 8">
            <a:extLst>
              <a:ext uri="{FF2B5EF4-FFF2-40B4-BE49-F238E27FC236}">
                <a16:creationId xmlns:a16="http://schemas.microsoft.com/office/drawing/2014/main" id="{D2B2CABF-9A5A-3EF2-074F-EDE73716AAAB}"/>
              </a:ext>
            </a:extLst>
          </p:cNvPr>
          <p:cNvGrpSpPr/>
          <p:nvPr/>
        </p:nvGrpSpPr>
        <p:grpSpPr>
          <a:xfrm>
            <a:off x="252412" y="1481737"/>
            <a:ext cx="863765" cy="560775"/>
            <a:chOff x="260185" y="254907"/>
            <a:chExt cx="863765" cy="560775"/>
          </a:xfrm>
        </p:grpSpPr>
        <p:sp>
          <p:nvSpPr>
            <p:cNvPr id="10" name="Afrundet rektangel 9">
              <a:extLst>
                <a:ext uri="{FF2B5EF4-FFF2-40B4-BE49-F238E27FC236}">
                  <a16:creationId xmlns:a16="http://schemas.microsoft.com/office/drawing/2014/main" id="{2A6F1535-7AED-5A52-00BB-77853999266D}"/>
                </a:ext>
              </a:extLst>
            </p:cNvPr>
            <p:cNvSpPr/>
            <p:nvPr/>
          </p:nvSpPr>
          <p:spPr>
            <a:xfrm>
              <a:off x="260185" y="254907"/>
              <a:ext cx="387515" cy="151200"/>
            </a:xfrm>
            <a:prstGeom prst="roundRect">
              <a:avLst>
                <a:gd name="adj" fmla="val 50000"/>
              </a:avLst>
            </a:prstGeom>
            <a:noFill/>
            <a:ln w="9525">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tx2"/>
                  </a:solidFill>
                  <a:cs typeface="Arial"/>
                </a:rPr>
                <a:t>Metro</a:t>
              </a:r>
            </a:p>
          </p:txBody>
        </p:sp>
        <p:sp>
          <p:nvSpPr>
            <p:cNvPr id="11" name="Afrundet rektangel 10">
              <a:extLst>
                <a:ext uri="{FF2B5EF4-FFF2-40B4-BE49-F238E27FC236}">
                  <a16:creationId xmlns:a16="http://schemas.microsoft.com/office/drawing/2014/main" id="{ABF403C1-F183-E837-92C7-0075DBD7A40B}"/>
                </a:ext>
              </a:extLst>
            </p:cNvPr>
            <p:cNvSpPr/>
            <p:nvPr/>
          </p:nvSpPr>
          <p:spPr>
            <a:xfrm>
              <a:off x="260185" y="459694"/>
              <a:ext cx="863765" cy="151200"/>
            </a:xfrm>
            <a:prstGeom prst="roundRect">
              <a:avLst>
                <a:gd name="adj" fmla="val 50000"/>
              </a:avLst>
            </a:prstGeom>
            <a:noFill/>
            <a:ln w="9525">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tx2"/>
                  </a:solidFill>
                  <a:cs typeface="Arial"/>
                </a:rPr>
                <a:t>Digitale løsninger</a:t>
              </a:r>
            </a:p>
          </p:txBody>
        </p:sp>
        <p:sp>
          <p:nvSpPr>
            <p:cNvPr id="12" name="Afrundet rektangel 11">
              <a:extLst>
                <a:ext uri="{FF2B5EF4-FFF2-40B4-BE49-F238E27FC236}">
                  <a16:creationId xmlns:a16="http://schemas.microsoft.com/office/drawing/2014/main" id="{C03586CE-9568-81F8-ECA0-77704C2DBC77}"/>
                </a:ext>
              </a:extLst>
            </p:cNvPr>
            <p:cNvSpPr/>
            <p:nvPr/>
          </p:nvSpPr>
          <p:spPr>
            <a:xfrm>
              <a:off x="288761" y="664482"/>
              <a:ext cx="320840" cy="151200"/>
            </a:xfrm>
            <a:prstGeom prst="roundRect">
              <a:avLst>
                <a:gd name="adj" fmla="val 0"/>
              </a:avLst>
            </a:prstGeom>
            <a:noFill/>
            <a:ln w="9525">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tx2"/>
                  </a:solidFill>
                  <a:cs typeface="Arial"/>
                </a:rPr>
                <a:t>2024</a:t>
              </a:r>
            </a:p>
          </p:txBody>
        </p:sp>
        <p:cxnSp>
          <p:nvCxnSpPr>
            <p:cNvPr id="14" name="Lige forbindelse 13">
              <a:extLst>
                <a:ext uri="{FF2B5EF4-FFF2-40B4-BE49-F238E27FC236}">
                  <a16:creationId xmlns:a16="http://schemas.microsoft.com/office/drawing/2014/main" id="{70AB5C55-992B-F163-FF68-3E8DD9C41D30}"/>
                </a:ext>
              </a:extLst>
            </p:cNvPr>
            <p:cNvCxnSpPr/>
            <p:nvPr/>
          </p:nvCxnSpPr>
          <p:spPr>
            <a:xfrm>
              <a:off x="361950" y="405313"/>
              <a:ext cx="0" cy="55175"/>
            </a:xfrm>
            <a:prstGeom prst="line">
              <a:avLst/>
            </a:prstGeom>
            <a:ln w="9525" cap="flat" cmpd="sng" algn="ctr">
              <a:solidFill>
                <a:schemeClr val="tx2"/>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cxnSp>
          <p:nvCxnSpPr>
            <p:cNvPr id="16" name="Lige forbindelse 15">
              <a:extLst>
                <a:ext uri="{FF2B5EF4-FFF2-40B4-BE49-F238E27FC236}">
                  <a16:creationId xmlns:a16="http://schemas.microsoft.com/office/drawing/2014/main" id="{F8E39F9C-1849-C75D-C2F6-7419DA3ABB1A}"/>
                </a:ext>
              </a:extLst>
            </p:cNvPr>
            <p:cNvCxnSpPr/>
            <p:nvPr/>
          </p:nvCxnSpPr>
          <p:spPr>
            <a:xfrm>
              <a:off x="361950" y="610100"/>
              <a:ext cx="0" cy="55175"/>
            </a:xfrm>
            <a:prstGeom prst="line">
              <a:avLst/>
            </a:prstGeom>
            <a:ln w="9525" cap="flat" cmpd="sng" algn="ctr">
              <a:solidFill>
                <a:schemeClr val="tx2"/>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92606919"/>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217C17D8-8746-B0BA-07E4-15795E4979E7}"/>
              </a:ext>
            </a:extLst>
          </p:cNvPr>
          <p:cNvSpPr>
            <a:spLocks noGrp="1"/>
          </p:cNvSpPr>
          <p:nvPr>
            <p:ph type="title"/>
          </p:nvPr>
        </p:nvSpPr>
        <p:spPr>
          <a:xfrm>
            <a:off x="6156326" y="288000"/>
            <a:ext cx="5744499" cy="5876606"/>
          </a:xfrm>
        </p:spPr>
        <p:txBody>
          <a:bodyPr/>
          <a:lstStyle/>
          <a:p>
            <a:r>
              <a:rPr lang="en-US"/>
              <a:t>Lorem ipsum sit amet con incidunct</a:t>
            </a:r>
          </a:p>
        </p:txBody>
      </p:sp>
    </p:spTree>
    <p:extLst>
      <p:ext uri="{BB962C8B-B14F-4D97-AF65-F5344CB8AC3E}">
        <p14:creationId xmlns:p14="http://schemas.microsoft.com/office/powerpoint/2010/main" val="3210858731"/>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F9FF2-496F-A170-DC2A-A46EFD3BD2B0}"/>
            </a:ext>
          </a:extLst>
        </p:cNvPr>
        <p:cNvGrpSpPr/>
        <p:nvPr/>
      </p:nvGrpSpPr>
      <p:grpSpPr>
        <a:xfrm>
          <a:off x="0" y="0"/>
          <a:ext cx="0" cy="0"/>
          <a:chOff x="0" y="0"/>
          <a:chExt cx="0" cy="0"/>
        </a:xfrm>
      </p:grpSpPr>
      <p:pic>
        <p:nvPicPr>
          <p:cNvPr id="12" name="Pladsholder til billede 11">
            <a:extLst>
              <a:ext uri="{FF2B5EF4-FFF2-40B4-BE49-F238E27FC236}">
                <a16:creationId xmlns:a16="http://schemas.microsoft.com/office/drawing/2014/main" id="{96F54BBB-D984-1FD2-D92F-B7D5A975B920}"/>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b="15707"/>
          <a:stretch>
            <a:fillRect/>
          </a:stretch>
        </p:blipFill>
        <p:spPr>
          <a:xfrm>
            <a:off x="0" y="0"/>
            <a:ext cx="12188825" cy="6858000"/>
          </a:xfrm>
        </p:spPr>
      </p:pic>
      <p:sp>
        <p:nvSpPr>
          <p:cNvPr id="4" name="Titel 3">
            <a:extLst>
              <a:ext uri="{FF2B5EF4-FFF2-40B4-BE49-F238E27FC236}">
                <a16:creationId xmlns:a16="http://schemas.microsoft.com/office/drawing/2014/main" id="{C93C26E9-0500-44BB-D824-2300D54C8C79}"/>
              </a:ext>
            </a:extLst>
          </p:cNvPr>
          <p:cNvSpPr>
            <a:spLocks noGrp="1"/>
          </p:cNvSpPr>
          <p:nvPr>
            <p:ph type="title"/>
          </p:nvPr>
        </p:nvSpPr>
        <p:spPr>
          <a:xfrm>
            <a:off x="6310026" y="288000"/>
            <a:ext cx="5590799" cy="5876606"/>
          </a:xfrm>
        </p:spPr>
        <p:txBody>
          <a:bodyPr/>
          <a:lstStyle/>
          <a:p>
            <a:r>
              <a:rPr lang="en-US"/>
              <a:t>Lorem ipsum sit amet con incidunct</a:t>
            </a:r>
          </a:p>
        </p:txBody>
      </p:sp>
      <p:sp>
        <p:nvSpPr>
          <p:cNvPr id="13" name="Pladsholder til billede 12">
            <a:extLst>
              <a:ext uri="{FF2B5EF4-FFF2-40B4-BE49-F238E27FC236}">
                <a16:creationId xmlns:a16="http://schemas.microsoft.com/office/drawing/2014/main" id="{C8202FEE-6B53-2653-E621-4767CBE96C07}"/>
              </a:ext>
            </a:extLst>
          </p:cNvPr>
          <p:cNvSpPr>
            <a:spLocks noGrp="1"/>
          </p:cNvSpPr>
          <p:nvPr>
            <p:ph type="pic" sz="quarter" idx="16"/>
          </p:nvPr>
        </p:nvSpPr>
        <p:spPr/>
        <p:txBody>
          <a:bodyPr/>
          <a:lstStyle/>
          <a:p>
            <a:endParaRPr lang="en-US"/>
          </a:p>
        </p:txBody>
      </p:sp>
      <p:sp>
        <p:nvSpPr>
          <p:cNvPr id="5" name="Pladsholder til billede 6">
            <a:extLst>
              <a:ext uri="{FF2B5EF4-FFF2-40B4-BE49-F238E27FC236}">
                <a16:creationId xmlns:a16="http://schemas.microsoft.com/office/drawing/2014/main" id="{0D66C899-8D2C-7844-A68B-92784A2EEF41}"/>
              </a:ext>
            </a:extLst>
          </p:cNvPr>
          <p:cNvSpPr>
            <a:spLocks noGrp="1"/>
          </p:cNvSpPr>
          <p:nvPr>
            <p:ph type="pic" sz="quarter" idx="15"/>
          </p:nvPr>
        </p:nvSpPr>
        <p:spPr>
          <a:xfrm>
            <a:off x="11450848" y="6491116"/>
            <a:ext cx="450752" cy="118483"/>
          </a:xfr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Pladsholder til billede 6">
            <a:extLst>
              <a:ext uri="{FF2B5EF4-FFF2-40B4-BE49-F238E27FC236}">
                <a16:creationId xmlns:a16="http://schemas.microsoft.com/office/drawing/2014/main" id="{2ED7ABEB-4272-BD8F-F3D7-D73D6EA12D6A}"/>
              </a:ext>
            </a:extLst>
          </p:cNvPr>
          <p:cNvSpPr>
            <a:spLocks noGrp="1"/>
          </p:cNvSpPr>
          <p:nvPr>
            <p:ph type="pic" sz="quarter" idx="17"/>
          </p:nvPr>
        </p:nvSpPr>
        <p:spPr>
          <a:xfrm>
            <a:off x="288000" y="6490424"/>
            <a:ext cx="339391" cy="119175"/>
          </a:xfr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1746534472"/>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C63F1-FD27-BD62-E3EB-F5D7B0888A3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F369326-9AF2-29EF-5B7B-B63AD453E0A4}"/>
              </a:ext>
            </a:extLst>
          </p:cNvPr>
          <p:cNvSpPr>
            <a:spLocks noGrp="1"/>
          </p:cNvSpPr>
          <p:nvPr>
            <p:ph type="title"/>
          </p:nvPr>
        </p:nvSpPr>
        <p:spPr>
          <a:xfrm>
            <a:off x="287338" y="252413"/>
            <a:ext cx="10228262" cy="3159125"/>
          </a:xfrm>
        </p:spPr>
        <p:txBody>
          <a:bodyPr/>
          <a:lstStyle/>
          <a:p>
            <a:r>
              <a:rPr lang="en-US"/>
              <a:t>“Direct quotation or data value from an expert source. With or without quotation marks”</a:t>
            </a:r>
          </a:p>
        </p:txBody>
      </p:sp>
    </p:spTree>
    <p:extLst>
      <p:ext uri="{BB962C8B-B14F-4D97-AF65-F5344CB8AC3E}">
        <p14:creationId xmlns:p14="http://schemas.microsoft.com/office/powerpoint/2010/main" val="31800196"/>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1DD6A9-41E1-79C3-7C69-1F3F6791E6A3}"/>
              </a:ext>
            </a:extLst>
          </p:cNvPr>
          <p:cNvSpPr>
            <a:spLocks noGrp="1"/>
          </p:cNvSpPr>
          <p:nvPr>
            <p:ph type="title"/>
          </p:nvPr>
        </p:nvSpPr>
        <p:spPr>
          <a:xfrm>
            <a:off x="288000" y="252000"/>
            <a:ext cx="5914975" cy="3159840"/>
          </a:xfrm>
        </p:spPr>
        <p:txBody>
          <a:bodyPr/>
          <a:lstStyle/>
          <a:p>
            <a:r>
              <a:rPr lang="en-US"/>
              <a:t>Insert short one liner or </a:t>
            </a:r>
            <a:br>
              <a:rPr lang="en-US"/>
            </a:br>
            <a:r>
              <a:rPr lang="en-US"/>
              <a:t>an interesting quote here</a:t>
            </a:r>
          </a:p>
        </p:txBody>
      </p:sp>
      <p:sp>
        <p:nvSpPr>
          <p:cNvPr id="5" name="Pladsholder til tekst 4">
            <a:extLst>
              <a:ext uri="{FF2B5EF4-FFF2-40B4-BE49-F238E27FC236}">
                <a16:creationId xmlns:a16="http://schemas.microsoft.com/office/drawing/2014/main" id="{D544D160-E4B5-2FC6-C5A5-758F2C1CFED8}"/>
              </a:ext>
            </a:extLst>
          </p:cNvPr>
          <p:cNvSpPr>
            <a:spLocks noGrp="1"/>
          </p:cNvSpPr>
          <p:nvPr>
            <p:ph type="body" sz="quarter" idx="13"/>
          </p:nvPr>
        </p:nvSpPr>
        <p:spPr>
          <a:xfrm>
            <a:off x="323850" y="3941548"/>
            <a:ext cx="5915025" cy="384175"/>
          </a:xfrm>
        </p:spPr>
        <p:txBody>
          <a:bodyPr/>
          <a:lstStyle/>
          <a:p>
            <a:r>
              <a:rPr lang="en-US"/>
              <a:t>Lorem ipsum sit amet</a:t>
            </a:r>
          </a:p>
        </p:txBody>
      </p:sp>
    </p:spTree>
    <p:extLst>
      <p:ext uri="{BB962C8B-B14F-4D97-AF65-F5344CB8AC3E}">
        <p14:creationId xmlns:p14="http://schemas.microsoft.com/office/powerpoint/2010/main" val="155737059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AA5B9-C5F7-8F7F-156B-BE68DA871F0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A0E5B19-25FE-A6C6-9176-B2B3EE84AD3D}"/>
              </a:ext>
            </a:extLst>
          </p:cNvPr>
          <p:cNvSpPr>
            <a:spLocks noGrp="1"/>
          </p:cNvSpPr>
          <p:nvPr>
            <p:ph type="title"/>
          </p:nvPr>
        </p:nvSpPr>
        <p:spPr>
          <a:xfrm>
            <a:off x="287338" y="252413"/>
            <a:ext cx="10094912" cy="3159125"/>
          </a:xfrm>
        </p:spPr>
        <p:txBody>
          <a:bodyPr/>
          <a:lstStyle/>
          <a:p>
            <a:r>
              <a:rPr lang="en-US"/>
              <a:t>“Direct quotation or data value from an expert source. With or without quotation marks”</a:t>
            </a:r>
          </a:p>
        </p:txBody>
      </p:sp>
      <p:sp>
        <p:nvSpPr>
          <p:cNvPr id="5" name="Pladsholder til tekst 4">
            <a:extLst>
              <a:ext uri="{FF2B5EF4-FFF2-40B4-BE49-F238E27FC236}">
                <a16:creationId xmlns:a16="http://schemas.microsoft.com/office/drawing/2014/main" id="{C130169C-06AA-EBB6-579D-7CF46F68DAD0}"/>
              </a:ext>
            </a:extLst>
          </p:cNvPr>
          <p:cNvSpPr>
            <a:spLocks noGrp="1"/>
          </p:cNvSpPr>
          <p:nvPr>
            <p:ph type="body" sz="quarter" idx="13"/>
          </p:nvPr>
        </p:nvSpPr>
        <p:spPr>
          <a:xfrm>
            <a:off x="323850" y="3953905"/>
            <a:ext cx="5915025" cy="384175"/>
          </a:xfrm>
        </p:spPr>
        <p:txBody>
          <a:bodyPr/>
          <a:lstStyle/>
          <a:p>
            <a:r>
              <a:rPr lang="en-US"/>
              <a:t>Name Namesen, Title</a:t>
            </a:r>
          </a:p>
        </p:txBody>
      </p:sp>
    </p:spTree>
    <p:extLst>
      <p:ext uri="{BB962C8B-B14F-4D97-AF65-F5344CB8AC3E}">
        <p14:creationId xmlns:p14="http://schemas.microsoft.com/office/powerpoint/2010/main" val="362816250"/>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5006B-43C6-EA06-1D37-4EF6FDE3588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E9103F0-983B-E36E-CC1A-F1123EF49F9D}"/>
              </a:ext>
            </a:extLst>
          </p:cNvPr>
          <p:cNvSpPr>
            <a:spLocks noGrp="1"/>
          </p:cNvSpPr>
          <p:nvPr>
            <p:ph type="title"/>
          </p:nvPr>
        </p:nvSpPr>
        <p:spPr>
          <a:xfrm>
            <a:off x="288000" y="252000"/>
            <a:ext cx="5914975" cy="3159840"/>
          </a:xfrm>
        </p:spPr>
        <p:txBody>
          <a:bodyPr/>
          <a:lstStyle/>
          <a:p>
            <a:r>
              <a:rPr lang="en-US"/>
              <a:t>Insert short one liner or </a:t>
            </a:r>
            <a:br>
              <a:rPr lang="en-US"/>
            </a:br>
            <a:r>
              <a:rPr lang="en-US"/>
              <a:t>an interesting quote here</a:t>
            </a:r>
          </a:p>
        </p:txBody>
      </p:sp>
    </p:spTree>
    <p:extLst>
      <p:ext uri="{BB962C8B-B14F-4D97-AF65-F5344CB8AC3E}">
        <p14:creationId xmlns:p14="http://schemas.microsoft.com/office/powerpoint/2010/main" val="625749581"/>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5E0C4-2362-F690-E2A8-F2E6A595F74B}"/>
            </a:ext>
          </a:extLst>
        </p:cNvPr>
        <p:cNvGrpSpPr/>
        <p:nvPr/>
      </p:nvGrpSpPr>
      <p:grpSpPr>
        <a:xfrm>
          <a:off x="0" y="0"/>
          <a:ext cx="0" cy="0"/>
          <a:chOff x="0" y="0"/>
          <a:chExt cx="0" cy="0"/>
        </a:xfrm>
      </p:grpSpPr>
      <p:pic>
        <p:nvPicPr>
          <p:cNvPr id="9" name="Pladsholder til billede 8">
            <a:extLst>
              <a:ext uri="{FF2B5EF4-FFF2-40B4-BE49-F238E27FC236}">
                <a16:creationId xmlns:a16="http://schemas.microsoft.com/office/drawing/2014/main" id="{898D0D5B-D61D-7619-BBB2-E72CB094B342}"/>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b="15812"/>
          <a:stretch>
            <a:fillRect/>
          </a:stretch>
        </p:blipFill>
        <p:spPr>
          <a:xfrm>
            <a:off x="-1" y="0"/>
            <a:ext cx="12188825" cy="6858000"/>
          </a:xfrm>
        </p:spPr>
      </p:pic>
      <p:sp>
        <p:nvSpPr>
          <p:cNvPr id="2" name="Titel 1">
            <a:extLst>
              <a:ext uri="{FF2B5EF4-FFF2-40B4-BE49-F238E27FC236}">
                <a16:creationId xmlns:a16="http://schemas.microsoft.com/office/drawing/2014/main" id="{58DBDF52-6495-95EF-F8E5-66665AB6FDBA}"/>
              </a:ext>
            </a:extLst>
          </p:cNvPr>
          <p:cNvSpPr>
            <a:spLocks noGrp="1"/>
          </p:cNvSpPr>
          <p:nvPr>
            <p:ph type="title"/>
          </p:nvPr>
        </p:nvSpPr>
        <p:spPr>
          <a:xfrm>
            <a:off x="288000" y="252000"/>
            <a:ext cx="5914975" cy="3159840"/>
          </a:xfrm>
        </p:spPr>
        <p:txBody>
          <a:bodyPr/>
          <a:lstStyle/>
          <a:p>
            <a:r>
              <a:rPr lang="en-US"/>
              <a:t>Insert short one liner or </a:t>
            </a:r>
            <a:br>
              <a:rPr lang="en-US"/>
            </a:br>
            <a:r>
              <a:rPr lang="en-US"/>
              <a:t>an interesting quote here</a:t>
            </a:r>
          </a:p>
        </p:txBody>
      </p:sp>
      <p:sp>
        <p:nvSpPr>
          <p:cNvPr id="12" name="Pladsholder til billede 6">
            <a:extLst>
              <a:ext uri="{FF2B5EF4-FFF2-40B4-BE49-F238E27FC236}">
                <a16:creationId xmlns:a16="http://schemas.microsoft.com/office/drawing/2014/main" id="{01FE9187-3474-5A19-A31B-7DF0840D69CC}"/>
              </a:ext>
            </a:extLst>
          </p:cNvPr>
          <p:cNvSpPr>
            <a:spLocks noGrp="1"/>
          </p:cNvSpPr>
          <p:nvPr>
            <p:ph type="pic" sz="quarter" idx="15"/>
          </p:nvPr>
        </p:nvSpPr>
        <p:spPr>
          <a:xfrm>
            <a:off x="11450848" y="6491116"/>
            <a:ext cx="450752" cy="118483"/>
          </a:xfr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Pladsholder til billede 6">
            <a:extLst>
              <a:ext uri="{FF2B5EF4-FFF2-40B4-BE49-F238E27FC236}">
                <a16:creationId xmlns:a16="http://schemas.microsoft.com/office/drawing/2014/main" id="{5533808E-930B-FD7D-53E5-84610E05DC20}"/>
              </a:ext>
            </a:extLst>
          </p:cNvPr>
          <p:cNvSpPr>
            <a:spLocks noGrp="1"/>
          </p:cNvSpPr>
          <p:nvPr>
            <p:ph type="pic" sz="quarter" idx="17"/>
          </p:nvPr>
        </p:nvSpPr>
        <p:spPr>
          <a:xfrm>
            <a:off x="288000" y="6490424"/>
            <a:ext cx="339391" cy="119175"/>
          </a:xfr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261441943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ladsholder til billede 12">
            <a:extLst>
              <a:ext uri="{FF2B5EF4-FFF2-40B4-BE49-F238E27FC236}">
                <a16:creationId xmlns:a16="http://schemas.microsoft.com/office/drawing/2014/main" id="{B36AD260-AFCB-9722-FB59-12FC91F74B48}"/>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t="10271" b="10271"/>
          <a:stretch/>
        </p:blipFill>
        <p:spPr>
          <a:xfrm>
            <a:off x="287999" y="252000"/>
            <a:ext cx="11614049" cy="6148800"/>
          </a:xfrm>
        </p:spPr>
      </p:pic>
      <p:grpSp>
        <p:nvGrpSpPr>
          <p:cNvPr id="28" name="Gruppe 27">
            <a:extLst>
              <a:ext uri="{FF2B5EF4-FFF2-40B4-BE49-F238E27FC236}">
                <a16:creationId xmlns:a16="http://schemas.microsoft.com/office/drawing/2014/main" id="{7B7AD106-84DE-66CD-6233-9FC4E1944EA6}"/>
              </a:ext>
            </a:extLst>
          </p:cNvPr>
          <p:cNvGrpSpPr/>
          <p:nvPr/>
        </p:nvGrpSpPr>
        <p:grpSpPr>
          <a:xfrm>
            <a:off x="468000" y="416256"/>
            <a:ext cx="863765" cy="560775"/>
            <a:chOff x="260185" y="254907"/>
            <a:chExt cx="863765" cy="560775"/>
          </a:xfrm>
        </p:grpSpPr>
        <p:sp>
          <p:nvSpPr>
            <p:cNvPr id="20" name="Afrundet rektangel 19">
              <a:extLst>
                <a:ext uri="{FF2B5EF4-FFF2-40B4-BE49-F238E27FC236}">
                  <a16:creationId xmlns:a16="http://schemas.microsoft.com/office/drawing/2014/main" id="{70EED306-E23C-7DCE-F24C-6CBAD11F9C55}"/>
                </a:ext>
              </a:extLst>
            </p:cNvPr>
            <p:cNvSpPr/>
            <p:nvPr/>
          </p:nvSpPr>
          <p:spPr>
            <a:xfrm>
              <a:off x="260185" y="254907"/>
              <a:ext cx="387515" cy="151200"/>
            </a:xfrm>
            <a:prstGeom prst="roundRect">
              <a:avLst>
                <a:gd name="adj" fmla="val 5000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Metro</a:t>
              </a:r>
            </a:p>
          </p:txBody>
        </p:sp>
        <p:sp>
          <p:nvSpPr>
            <p:cNvPr id="23" name="Afrundet rektangel 22">
              <a:extLst>
                <a:ext uri="{FF2B5EF4-FFF2-40B4-BE49-F238E27FC236}">
                  <a16:creationId xmlns:a16="http://schemas.microsoft.com/office/drawing/2014/main" id="{43B4C6A9-F5CD-5C9B-1484-8C945B70EE3E}"/>
                </a:ext>
              </a:extLst>
            </p:cNvPr>
            <p:cNvSpPr/>
            <p:nvPr/>
          </p:nvSpPr>
          <p:spPr>
            <a:xfrm>
              <a:off x="260185" y="459694"/>
              <a:ext cx="863765" cy="151200"/>
            </a:xfrm>
            <a:prstGeom prst="roundRect">
              <a:avLst>
                <a:gd name="adj" fmla="val 5000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Digitale løsninger</a:t>
              </a:r>
            </a:p>
          </p:txBody>
        </p:sp>
        <p:sp>
          <p:nvSpPr>
            <p:cNvPr id="24" name="Afrundet rektangel 23">
              <a:extLst>
                <a:ext uri="{FF2B5EF4-FFF2-40B4-BE49-F238E27FC236}">
                  <a16:creationId xmlns:a16="http://schemas.microsoft.com/office/drawing/2014/main" id="{69EFB5A1-D366-4B77-BC46-ED25ED6BD989}"/>
                </a:ext>
              </a:extLst>
            </p:cNvPr>
            <p:cNvSpPr/>
            <p:nvPr/>
          </p:nvSpPr>
          <p:spPr>
            <a:xfrm>
              <a:off x="288761" y="664482"/>
              <a:ext cx="320840" cy="151200"/>
            </a:xfrm>
            <a:prstGeom prst="roundRect">
              <a:avLst>
                <a:gd name="adj" fmla="val 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2024</a:t>
              </a:r>
            </a:p>
          </p:txBody>
        </p:sp>
        <p:cxnSp>
          <p:nvCxnSpPr>
            <p:cNvPr id="26" name="Lige forbindelse 25">
              <a:extLst>
                <a:ext uri="{FF2B5EF4-FFF2-40B4-BE49-F238E27FC236}">
                  <a16:creationId xmlns:a16="http://schemas.microsoft.com/office/drawing/2014/main" id="{BFECFC56-E24C-A8A8-50F4-018706CEDFBE}"/>
                </a:ext>
              </a:extLst>
            </p:cNvPr>
            <p:cNvCxnSpPr/>
            <p:nvPr/>
          </p:nvCxnSpPr>
          <p:spPr>
            <a:xfrm>
              <a:off x="361950" y="405313"/>
              <a:ext cx="0" cy="55175"/>
            </a:xfrm>
            <a:prstGeom prst="line">
              <a:avLst/>
            </a:prstGeom>
            <a:ln w="9525" cap="flat" cmpd="sng" algn="ctr">
              <a:solidFill>
                <a:schemeClr val="bg1"/>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cxnSp>
          <p:nvCxnSpPr>
            <p:cNvPr id="27" name="Lige forbindelse 26">
              <a:extLst>
                <a:ext uri="{FF2B5EF4-FFF2-40B4-BE49-F238E27FC236}">
                  <a16:creationId xmlns:a16="http://schemas.microsoft.com/office/drawing/2014/main" id="{353D31C7-355C-5A18-86C6-5E6550EE01F6}"/>
                </a:ext>
              </a:extLst>
            </p:cNvPr>
            <p:cNvCxnSpPr/>
            <p:nvPr/>
          </p:nvCxnSpPr>
          <p:spPr>
            <a:xfrm>
              <a:off x="361950" y="610100"/>
              <a:ext cx="0" cy="55175"/>
            </a:xfrm>
            <a:prstGeom prst="line">
              <a:avLst/>
            </a:prstGeom>
            <a:ln w="9525" cap="flat" cmpd="sng" algn="ctr">
              <a:solidFill>
                <a:schemeClr val="bg1"/>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663574529"/>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BEB6A-F583-D14A-DB4D-6BE4A14158BD}"/>
            </a:ext>
          </a:extLst>
        </p:cNvPr>
        <p:cNvGrpSpPr/>
        <p:nvPr/>
      </p:nvGrpSpPr>
      <p:grpSpPr>
        <a:xfrm>
          <a:off x="0" y="0"/>
          <a:ext cx="0" cy="0"/>
          <a:chOff x="0" y="0"/>
          <a:chExt cx="0" cy="0"/>
        </a:xfrm>
      </p:grpSpPr>
      <p:pic>
        <p:nvPicPr>
          <p:cNvPr id="13" name="Pladsholder til billede 12">
            <a:extLst>
              <a:ext uri="{FF2B5EF4-FFF2-40B4-BE49-F238E27FC236}">
                <a16:creationId xmlns:a16="http://schemas.microsoft.com/office/drawing/2014/main" id="{FF23AB0B-AEF5-4B0B-588E-44884F34FE18}"/>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18624" r="18624"/>
          <a:stretch/>
        </p:blipFill>
        <p:spPr>
          <a:xfrm>
            <a:off x="288000" y="252000"/>
            <a:ext cx="5760000" cy="6116702"/>
          </a:xfrm>
        </p:spPr>
      </p:pic>
      <p:pic>
        <p:nvPicPr>
          <p:cNvPr id="15" name="Pladsholder til billede 14">
            <a:extLst>
              <a:ext uri="{FF2B5EF4-FFF2-40B4-BE49-F238E27FC236}">
                <a16:creationId xmlns:a16="http://schemas.microsoft.com/office/drawing/2014/main" id="{D527B039-40E5-EB38-549E-67E1E31964A4}"/>
              </a:ext>
            </a:extLst>
          </p:cNvPr>
          <p:cNvPicPr>
            <a:picLocks noGrp="1" noChangeAspect="1"/>
          </p:cNvPicPr>
          <p:nvPr>
            <p:ph type="pic" sz="quarter" idx="17"/>
          </p:nvPr>
        </p:nvPicPr>
        <p:blipFill>
          <a:blip r:embed="rId3">
            <a:extLst>
              <a:ext uri="{28A0092B-C50C-407E-A947-70E740481C1C}">
                <a14:useLocalDpi xmlns:a14="http://schemas.microsoft.com/office/drawing/2010/main" val="0"/>
              </a:ext>
            </a:extLst>
          </a:blip>
          <a:srcRect l="51808" t="3792" b="4318"/>
          <a:stretch>
            <a:fillRect/>
          </a:stretch>
        </p:blipFill>
        <p:spPr>
          <a:xfrm>
            <a:off x="6165850" y="252413"/>
            <a:ext cx="5735638" cy="6116637"/>
          </a:xfrm>
        </p:spPr>
      </p:pic>
    </p:spTree>
    <p:extLst>
      <p:ext uri="{BB962C8B-B14F-4D97-AF65-F5344CB8AC3E}">
        <p14:creationId xmlns:p14="http://schemas.microsoft.com/office/powerpoint/2010/main" val="968274078"/>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2B22A-7EFE-E72C-9D0B-AB2EA7EEA58C}"/>
            </a:ext>
          </a:extLst>
        </p:cNvPr>
        <p:cNvGrpSpPr/>
        <p:nvPr/>
      </p:nvGrpSpPr>
      <p:grpSpPr>
        <a:xfrm>
          <a:off x="0" y="0"/>
          <a:ext cx="0" cy="0"/>
          <a:chOff x="0" y="0"/>
          <a:chExt cx="0" cy="0"/>
        </a:xfrm>
      </p:grpSpPr>
      <p:pic>
        <p:nvPicPr>
          <p:cNvPr id="13" name="Pladsholder til billede 12">
            <a:extLst>
              <a:ext uri="{FF2B5EF4-FFF2-40B4-BE49-F238E27FC236}">
                <a16:creationId xmlns:a16="http://schemas.microsoft.com/office/drawing/2014/main" id="{E0005630-3DC6-C2EB-33B4-5088BB501D44}"/>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18763" r="18763"/>
          <a:stretch/>
        </p:blipFill>
        <p:spPr>
          <a:xfrm>
            <a:off x="288000" y="252000"/>
            <a:ext cx="5734800" cy="6116702"/>
          </a:xfrm>
        </p:spPr>
      </p:pic>
      <p:pic>
        <p:nvPicPr>
          <p:cNvPr id="15" name="Pladsholder til billede 14">
            <a:extLst>
              <a:ext uri="{FF2B5EF4-FFF2-40B4-BE49-F238E27FC236}">
                <a16:creationId xmlns:a16="http://schemas.microsoft.com/office/drawing/2014/main" id="{A407262E-B68B-527B-1A40-5992F6B50759}"/>
              </a:ext>
            </a:extLst>
          </p:cNvPr>
          <p:cNvPicPr>
            <a:picLocks noGrp="1" noChangeAspect="1"/>
          </p:cNvPicPr>
          <p:nvPr>
            <p:ph type="pic" sz="quarter" idx="17"/>
          </p:nvPr>
        </p:nvPicPr>
        <p:blipFill>
          <a:blip r:embed="rId3">
            <a:extLst>
              <a:ext uri="{28A0092B-C50C-407E-A947-70E740481C1C}">
                <a14:useLocalDpi xmlns:a14="http://schemas.microsoft.com/office/drawing/2010/main" val="0"/>
              </a:ext>
            </a:extLst>
          </a:blip>
          <a:srcRect t="7270" r="51381" b="47725"/>
          <a:stretch>
            <a:fillRect/>
          </a:stretch>
        </p:blipFill>
        <p:spPr>
          <a:xfrm>
            <a:off x="6165850" y="252413"/>
            <a:ext cx="5734050" cy="2968625"/>
          </a:xfrm>
        </p:spPr>
      </p:pic>
      <p:pic>
        <p:nvPicPr>
          <p:cNvPr id="17" name="Pladsholder til billede 16">
            <a:extLst>
              <a:ext uri="{FF2B5EF4-FFF2-40B4-BE49-F238E27FC236}">
                <a16:creationId xmlns:a16="http://schemas.microsoft.com/office/drawing/2014/main" id="{390BE733-D55D-D4E9-2325-F0843BF53864}"/>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51601" t="13346" r="555" b="13652"/>
          <a:stretch>
            <a:fillRect/>
          </a:stretch>
        </p:blipFill>
        <p:spPr>
          <a:xfrm>
            <a:off x="6165850" y="3348038"/>
            <a:ext cx="3540125" cy="3021012"/>
          </a:xfrm>
        </p:spPr>
      </p:pic>
      <p:pic>
        <p:nvPicPr>
          <p:cNvPr id="19" name="Pladsholder til billede 18">
            <a:extLst>
              <a:ext uri="{FF2B5EF4-FFF2-40B4-BE49-F238E27FC236}">
                <a16:creationId xmlns:a16="http://schemas.microsoft.com/office/drawing/2014/main" id="{21533D45-B5F0-8546-B92D-5FA0CD56B72B}"/>
              </a:ext>
            </a:extLst>
          </p:cNvPr>
          <p:cNvPicPr>
            <a:picLocks noGrp="1" noChangeAspect="1"/>
          </p:cNvPicPr>
          <p:nvPr>
            <p:ph type="pic" sz="quarter" idx="19"/>
          </p:nvPr>
        </p:nvPicPr>
        <p:blipFill>
          <a:blip r:embed="rId4">
            <a:extLst>
              <a:ext uri="{28A0092B-C50C-407E-A947-70E740481C1C}">
                <a14:useLocalDpi xmlns:a14="http://schemas.microsoft.com/office/drawing/2010/main" val="0"/>
              </a:ext>
            </a:extLst>
          </a:blip>
          <a:srcRect l="11724" r="11724"/>
          <a:stretch/>
        </p:blipFill>
        <p:spPr>
          <a:xfrm>
            <a:off x="9848696" y="3347539"/>
            <a:ext cx="2052129" cy="3021164"/>
          </a:xfrm>
        </p:spPr>
      </p:pic>
      <p:grpSp>
        <p:nvGrpSpPr>
          <p:cNvPr id="21" name="Gruppe 20">
            <a:extLst>
              <a:ext uri="{FF2B5EF4-FFF2-40B4-BE49-F238E27FC236}">
                <a16:creationId xmlns:a16="http://schemas.microsoft.com/office/drawing/2014/main" id="{D3D66F9A-A988-E305-2D73-E05458D8C6E6}"/>
              </a:ext>
            </a:extLst>
          </p:cNvPr>
          <p:cNvGrpSpPr/>
          <p:nvPr/>
        </p:nvGrpSpPr>
        <p:grpSpPr>
          <a:xfrm>
            <a:off x="406277" y="416256"/>
            <a:ext cx="863765" cy="560775"/>
            <a:chOff x="260185" y="254907"/>
            <a:chExt cx="863765" cy="560775"/>
          </a:xfrm>
        </p:grpSpPr>
        <p:sp>
          <p:nvSpPr>
            <p:cNvPr id="22" name="Afrundet rektangel 21">
              <a:extLst>
                <a:ext uri="{FF2B5EF4-FFF2-40B4-BE49-F238E27FC236}">
                  <a16:creationId xmlns:a16="http://schemas.microsoft.com/office/drawing/2014/main" id="{A00781D7-49AC-FA7C-0AF5-4134616C04DF}"/>
                </a:ext>
              </a:extLst>
            </p:cNvPr>
            <p:cNvSpPr/>
            <p:nvPr/>
          </p:nvSpPr>
          <p:spPr>
            <a:xfrm>
              <a:off x="260185" y="254907"/>
              <a:ext cx="387515" cy="151200"/>
            </a:xfrm>
            <a:prstGeom prst="roundRect">
              <a:avLst>
                <a:gd name="adj" fmla="val 5000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Metro</a:t>
              </a:r>
            </a:p>
          </p:txBody>
        </p:sp>
        <p:sp>
          <p:nvSpPr>
            <p:cNvPr id="25" name="Afrundet rektangel 24">
              <a:extLst>
                <a:ext uri="{FF2B5EF4-FFF2-40B4-BE49-F238E27FC236}">
                  <a16:creationId xmlns:a16="http://schemas.microsoft.com/office/drawing/2014/main" id="{2AAB1656-2A47-59A3-E72F-D990A0676C83}"/>
                </a:ext>
              </a:extLst>
            </p:cNvPr>
            <p:cNvSpPr/>
            <p:nvPr/>
          </p:nvSpPr>
          <p:spPr>
            <a:xfrm>
              <a:off x="260185" y="459694"/>
              <a:ext cx="863765" cy="151200"/>
            </a:xfrm>
            <a:prstGeom prst="roundRect">
              <a:avLst>
                <a:gd name="adj" fmla="val 5000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Digitale løsninger</a:t>
              </a:r>
            </a:p>
          </p:txBody>
        </p:sp>
        <p:sp>
          <p:nvSpPr>
            <p:cNvPr id="29" name="Afrundet rektangel 28">
              <a:extLst>
                <a:ext uri="{FF2B5EF4-FFF2-40B4-BE49-F238E27FC236}">
                  <a16:creationId xmlns:a16="http://schemas.microsoft.com/office/drawing/2014/main" id="{D159D120-D61F-8639-8EF5-C00E1CE942AF}"/>
                </a:ext>
              </a:extLst>
            </p:cNvPr>
            <p:cNvSpPr/>
            <p:nvPr/>
          </p:nvSpPr>
          <p:spPr>
            <a:xfrm>
              <a:off x="288761" y="664482"/>
              <a:ext cx="320840" cy="151200"/>
            </a:xfrm>
            <a:prstGeom prst="roundRect">
              <a:avLst>
                <a:gd name="adj" fmla="val 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2024</a:t>
              </a:r>
            </a:p>
          </p:txBody>
        </p:sp>
        <p:cxnSp>
          <p:nvCxnSpPr>
            <p:cNvPr id="30" name="Lige forbindelse 29">
              <a:extLst>
                <a:ext uri="{FF2B5EF4-FFF2-40B4-BE49-F238E27FC236}">
                  <a16:creationId xmlns:a16="http://schemas.microsoft.com/office/drawing/2014/main" id="{0E01FCD2-58BE-1E86-2928-FA9D0061B9EA}"/>
                </a:ext>
              </a:extLst>
            </p:cNvPr>
            <p:cNvCxnSpPr/>
            <p:nvPr/>
          </p:nvCxnSpPr>
          <p:spPr>
            <a:xfrm>
              <a:off x="361950" y="405313"/>
              <a:ext cx="0" cy="55175"/>
            </a:xfrm>
            <a:prstGeom prst="line">
              <a:avLst/>
            </a:prstGeom>
            <a:ln w="9525" cap="flat" cmpd="sng" algn="ctr">
              <a:solidFill>
                <a:schemeClr val="bg1"/>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cxnSp>
          <p:nvCxnSpPr>
            <p:cNvPr id="31" name="Lige forbindelse 30">
              <a:extLst>
                <a:ext uri="{FF2B5EF4-FFF2-40B4-BE49-F238E27FC236}">
                  <a16:creationId xmlns:a16="http://schemas.microsoft.com/office/drawing/2014/main" id="{726BBCE8-1917-0F14-3649-C2D95C3F2146}"/>
                </a:ext>
              </a:extLst>
            </p:cNvPr>
            <p:cNvCxnSpPr/>
            <p:nvPr/>
          </p:nvCxnSpPr>
          <p:spPr>
            <a:xfrm>
              <a:off x="361950" y="610100"/>
              <a:ext cx="0" cy="55175"/>
            </a:xfrm>
            <a:prstGeom prst="line">
              <a:avLst/>
            </a:prstGeom>
            <a:ln w="9525" cap="flat" cmpd="sng" algn="ctr">
              <a:solidFill>
                <a:schemeClr val="bg1"/>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82343354"/>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ladsholder til billede 25">
            <a:extLst>
              <a:ext uri="{FF2B5EF4-FFF2-40B4-BE49-F238E27FC236}">
                <a16:creationId xmlns:a16="http://schemas.microsoft.com/office/drawing/2014/main" id="{AC219EDB-70D1-73DA-AEF8-69E77D9CD4C8}"/>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21160" r="21160"/>
          <a:stretch/>
        </p:blipFill>
        <p:spPr>
          <a:xfrm>
            <a:off x="288000" y="2712027"/>
            <a:ext cx="3204000" cy="3688774"/>
          </a:xfrm>
        </p:spPr>
      </p:pic>
      <p:pic>
        <p:nvPicPr>
          <p:cNvPr id="11" name="Pladsholder til billede 10">
            <a:extLst>
              <a:ext uri="{FF2B5EF4-FFF2-40B4-BE49-F238E27FC236}">
                <a16:creationId xmlns:a16="http://schemas.microsoft.com/office/drawing/2014/main" id="{B4B0D364-A572-35B0-61D9-F50176511CAF}"/>
              </a:ext>
            </a:extLst>
          </p:cNvPr>
          <p:cNvPicPr>
            <a:picLocks noGrp="1" noChangeAspect="1"/>
          </p:cNvPicPr>
          <p:nvPr>
            <p:ph type="pic" sz="quarter" idx="17"/>
          </p:nvPr>
        </p:nvPicPr>
        <p:blipFill>
          <a:blip r:embed="rId3">
            <a:extLst>
              <a:ext uri="{28A0092B-C50C-407E-A947-70E740481C1C}">
                <a14:useLocalDpi xmlns:a14="http://schemas.microsoft.com/office/drawing/2010/main" val="0"/>
              </a:ext>
            </a:extLst>
          </a:blip>
          <a:srcRect t="11935" b="11935"/>
          <a:stretch/>
        </p:blipFill>
        <p:spPr>
          <a:xfrm>
            <a:off x="3607808" y="251998"/>
            <a:ext cx="5896973" cy="3386860"/>
          </a:xfrm>
        </p:spPr>
      </p:pic>
      <p:pic>
        <p:nvPicPr>
          <p:cNvPr id="28" name="Pladsholder til billede 27">
            <a:extLst>
              <a:ext uri="{FF2B5EF4-FFF2-40B4-BE49-F238E27FC236}">
                <a16:creationId xmlns:a16="http://schemas.microsoft.com/office/drawing/2014/main" id="{55B7D456-5D0C-F0F5-3F29-3D13F6BAADFD}"/>
              </a:ext>
            </a:extLst>
          </p:cNvPr>
          <p:cNvPicPr>
            <a:picLocks noGrp="1" noChangeAspect="1"/>
          </p:cNvPicPr>
          <p:nvPr>
            <p:ph type="pic" sz="quarter" idx="18"/>
          </p:nvPr>
        </p:nvPicPr>
        <p:blipFill>
          <a:blip r:embed="rId4">
            <a:extLst>
              <a:ext uri="{28A0092B-C50C-407E-A947-70E740481C1C}">
                <a14:useLocalDpi xmlns:a14="http://schemas.microsoft.com/office/drawing/2010/main" val="0"/>
              </a:ext>
            </a:extLst>
          </a:blip>
          <a:srcRect t="13770" b="13770"/>
          <a:stretch/>
        </p:blipFill>
        <p:spPr>
          <a:xfrm>
            <a:off x="3607808" y="3764857"/>
            <a:ext cx="2415167" cy="2635943"/>
          </a:xfrm>
        </p:spPr>
      </p:pic>
      <p:pic>
        <p:nvPicPr>
          <p:cNvPr id="34" name="Pladsholder til billede 33">
            <a:extLst>
              <a:ext uri="{FF2B5EF4-FFF2-40B4-BE49-F238E27FC236}">
                <a16:creationId xmlns:a16="http://schemas.microsoft.com/office/drawing/2014/main" id="{3E8414EB-0CF7-01F9-11CE-E3BC1F54F0FF}"/>
              </a:ext>
            </a:extLst>
          </p:cNvPr>
          <p:cNvPicPr>
            <a:picLocks noGrp="1" noChangeAspect="1"/>
          </p:cNvPicPr>
          <p:nvPr>
            <p:ph type="pic" sz="quarter" idx="19"/>
          </p:nvPr>
        </p:nvPicPr>
        <p:blipFill>
          <a:blip r:embed="rId5">
            <a:extLst>
              <a:ext uri="{28A0092B-C50C-407E-A947-70E740481C1C}">
                <a14:useLocalDpi xmlns:a14="http://schemas.microsoft.com/office/drawing/2010/main" val="0"/>
              </a:ext>
            </a:extLst>
          </a:blip>
          <a:srcRect l="9462" r="33744"/>
          <a:stretch>
            <a:fillRect/>
          </a:stretch>
        </p:blipFill>
        <p:spPr>
          <a:xfrm>
            <a:off x="9647238" y="3763963"/>
            <a:ext cx="2254250" cy="2635250"/>
          </a:xfrm>
        </p:spPr>
      </p:pic>
      <p:pic>
        <p:nvPicPr>
          <p:cNvPr id="30" name="Pladsholder til billede 29">
            <a:extLst>
              <a:ext uri="{FF2B5EF4-FFF2-40B4-BE49-F238E27FC236}">
                <a16:creationId xmlns:a16="http://schemas.microsoft.com/office/drawing/2014/main" id="{06686BEE-E0B4-3703-2B79-2A9BCEE5D667}"/>
              </a:ext>
            </a:extLst>
          </p:cNvPr>
          <p:cNvPicPr>
            <a:picLocks noGrp="1" noChangeAspect="1"/>
          </p:cNvPicPr>
          <p:nvPr>
            <p:ph type="pic" sz="quarter" idx="20"/>
          </p:nvPr>
        </p:nvPicPr>
        <p:blipFill>
          <a:blip r:embed="rId6">
            <a:extLst>
              <a:ext uri="{28A0092B-C50C-407E-A947-70E740481C1C}">
                <a14:useLocalDpi xmlns:a14="http://schemas.microsoft.com/office/drawing/2010/main" val="0"/>
              </a:ext>
            </a:extLst>
          </a:blip>
          <a:srcRect l="683" r="14861"/>
          <a:stretch>
            <a:fillRect/>
          </a:stretch>
        </p:blipFill>
        <p:spPr>
          <a:xfrm>
            <a:off x="6165850" y="3765550"/>
            <a:ext cx="3338513" cy="2633663"/>
          </a:xfrm>
        </p:spPr>
      </p:pic>
      <p:pic>
        <p:nvPicPr>
          <p:cNvPr id="32" name="Pladsholder til billede 31">
            <a:extLst>
              <a:ext uri="{FF2B5EF4-FFF2-40B4-BE49-F238E27FC236}">
                <a16:creationId xmlns:a16="http://schemas.microsoft.com/office/drawing/2014/main" id="{34FE1516-9132-E51D-AF09-7CC3B3AFF40E}"/>
              </a:ext>
            </a:extLst>
          </p:cNvPr>
          <p:cNvPicPr>
            <a:picLocks noGrp="1" noChangeAspect="1"/>
          </p:cNvPicPr>
          <p:nvPr>
            <p:ph type="pic" sz="quarter" idx="21"/>
          </p:nvPr>
        </p:nvPicPr>
        <p:blipFill>
          <a:blip r:embed="rId7">
            <a:extLst>
              <a:ext uri="{28A0092B-C50C-407E-A947-70E740481C1C}">
                <a14:useLocalDpi xmlns:a14="http://schemas.microsoft.com/office/drawing/2010/main" val="0"/>
              </a:ext>
            </a:extLst>
          </a:blip>
          <a:srcRect l="40257" r="15543"/>
          <a:stretch>
            <a:fillRect/>
          </a:stretch>
        </p:blipFill>
        <p:spPr>
          <a:xfrm>
            <a:off x="9647238" y="252413"/>
            <a:ext cx="2254250" cy="3386137"/>
          </a:xfrm>
        </p:spPr>
      </p:pic>
      <p:pic>
        <p:nvPicPr>
          <p:cNvPr id="24" name="Pladsholder til billede 23">
            <a:extLst>
              <a:ext uri="{FF2B5EF4-FFF2-40B4-BE49-F238E27FC236}">
                <a16:creationId xmlns:a16="http://schemas.microsoft.com/office/drawing/2014/main" id="{15E59D94-88CC-614D-236D-85B8847D8814}"/>
              </a:ext>
            </a:extLst>
          </p:cNvPr>
          <p:cNvPicPr>
            <a:picLocks noGrp="1" noChangeAspect="1"/>
          </p:cNvPicPr>
          <p:nvPr>
            <p:ph type="pic" sz="quarter" idx="22"/>
          </p:nvPr>
        </p:nvPicPr>
        <p:blipFill>
          <a:blip r:embed="rId8">
            <a:extLst>
              <a:ext uri="{28A0092B-C50C-407E-A947-70E740481C1C}">
                <a14:useLocalDpi xmlns:a14="http://schemas.microsoft.com/office/drawing/2010/main" val="0"/>
              </a:ext>
            </a:extLst>
          </a:blip>
          <a:srcRect t="2716" b="2716"/>
          <a:stretch/>
        </p:blipFill>
        <p:spPr>
          <a:xfrm>
            <a:off x="288000" y="251999"/>
            <a:ext cx="3204000" cy="2334027"/>
          </a:xfrm>
        </p:spPr>
      </p:pic>
    </p:spTree>
    <p:extLst>
      <p:ext uri="{BB962C8B-B14F-4D97-AF65-F5344CB8AC3E}">
        <p14:creationId xmlns:p14="http://schemas.microsoft.com/office/powerpoint/2010/main" val="1196679141"/>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ladsholder til billede 8">
            <a:extLst>
              <a:ext uri="{FF2B5EF4-FFF2-40B4-BE49-F238E27FC236}">
                <a16:creationId xmlns:a16="http://schemas.microsoft.com/office/drawing/2014/main" id="{03BD5D1F-3F49-11EB-5830-F17166520005}"/>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7906" b="7906"/>
          <a:stretch/>
        </p:blipFill>
        <p:spPr>
          <a:xfrm>
            <a:off x="-1" y="0"/>
            <a:ext cx="12188825" cy="6858000"/>
          </a:xfrm>
        </p:spPr>
      </p:pic>
      <p:sp>
        <p:nvSpPr>
          <p:cNvPr id="6" name="Pladsholder til tekst 5">
            <a:extLst>
              <a:ext uri="{FF2B5EF4-FFF2-40B4-BE49-F238E27FC236}">
                <a16:creationId xmlns:a16="http://schemas.microsoft.com/office/drawing/2014/main" id="{4F270C23-83C9-920E-BD80-D7D4D761F4A3}"/>
              </a:ext>
            </a:extLst>
          </p:cNvPr>
          <p:cNvSpPr>
            <a:spLocks noGrp="1"/>
          </p:cNvSpPr>
          <p:nvPr>
            <p:ph type="body" sz="quarter" idx="17"/>
          </p:nvPr>
        </p:nvSpPr>
        <p:spPr>
          <a:xfrm>
            <a:off x="288000" y="252000"/>
            <a:ext cx="2567773" cy="552965"/>
          </a:xfrm>
        </p:spPr>
        <p:txBody>
          <a:bodyPr/>
          <a:lstStyle/>
          <a:p>
            <a:r>
              <a:rPr lang="en-US"/>
              <a:t>Lorem ipsum</a:t>
            </a:r>
          </a:p>
        </p:txBody>
      </p:sp>
      <p:sp>
        <p:nvSpPr>
          <p:cNvPr id="11" name="Pladsholder til billede 10">
            <a:extLst>
              <a:ext uri="{FF2B5EF4-FFF2-40B4-BE49-F238E27FC236}">
                <a16:creationId xmlns:a16="http://schemas.microsoft.com/office/drawing/2014/main" id="{92DA0308-96C1-10D3-C10B-EB90D2520E7A}"/>
              </a:ext>
            </a:extLst>
          </p:cNvPr>
          <p:cNvSpPr>
            <a:spLocks noGrp="1"/>
          </p:cNvSpPr>
          <p:nvPr>
            <p:ph type="pic" sz="quarter" idx="18"/>
          </p:nvPr>
        </p:nvSpPr>
        <p:spPr/>
        <p:txBody>
          <a:bodyPr/>
          <a:lstStyle/>
          <a:p>
            <a:endParaRPr lang="en-US"/>
          </a:p>
        </p:txBody>
      </p:sp>
      <p:sp>
        <p:nvSpPr>
          <p:cNvPr id="2" name="Pladsholder til billede 6">
            <a:extLst>
              <a:ext uri="{FF2B5EF4-FFF2-40B4-BE49-F238E27FC236}">
                <a16:creationId xmlns:a16="http://schemas.microsoft.com/office/drawing/2014/main" id="{451D8E45-B0E1-2087-B705-55573DAD81FE}"/>
              </a:ext>
            </a:extLst>
          </p:cNvPr>
          <p:cNvSpPr>
            <a:spLocks noGrp="1"/>
          </p:cNvSpPr>
          <p:nvPr>
            <p:ph type="pic" sz="quarter" idx="15"/>
          </p:nvPr>
        </p:nvSpPr>
        <p:spPr>
          <a:xfrm>
            <a:off x="11450848" y="6491116"/>
            <a:ext cx="450752" cy="118483"/>
          </a:xfr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Pladsholder til billede 6">
            <a:extLst>
              <a:ext uri="{FF2B5EF4-FFF2-40B4-BE49-F238E27FC236}">
                <a16:creationId xmlns:a16="http://schemas.microsoft.com/office/drawing/2014/main" id="{917E7802-CACC-FD59-E5BE-21966ED63588}"/>
              </a:ext>
            </a:extLst>
          </p:cNvPr>
          <p:cNvSpPr>
            <a:spLocks noGrp="1"/>
          </p:cNvSpPr>
          <p:nvPr>
            <p:ph type="pic" sz="quarter" idx="19"/>
          </p:nvPr>
        </p:nvSpPr>
        <p:spPr>
          <a:xfrm>
            <a:off x="288000" y="6490424"/>
            <a:ext cx="339391" cy="119175"/>
          </a:xfr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1972007096"/>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5BB66-FF07-0BFF-D468-89DB3C1319F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FB1CF28-B993-F058-E426-CDC5D67146CD}"/>
              </a:ext>
            </a:extLst>
          </p:cNvPr>
          <p:cNvSpPr>
            <a:spLocks noGrp="1"/>
          </p:cNvSpPr>
          <p:nvPr>
            <p:ph type="title"/>
          </p:nvPr>
        </p:nvSpPr>
        <p:spPr>
          <a:xfrm>
            <a:off x="288000" y="288000"/>
            <a:ext cx="3581999" cy="6032476"/>
          </a:xfrm>
        </p:spPr>
        <p:txBody>
          <a:bodyPr/>
          <a:lstStyle/>
          <a:p>
            <a:r>
              <a:rPr lang="en-US"/>
              <a:t>Lorem ipsum sit amet con incidunct</a:t>
            </a:r>
          </a:p>
        </p:txBody>
      </p:sp>
      <p:sp>
        <p:nvSpPr>
          <p:cNvPr id="6" name="Pladsholder til indhold 5">
            <a:extLst>
              <a:ext uri="{FF2B5EF4-FFF2-40B4-BE49-F238E27FC236}">
                <a16:creationId xmlns:a16="http://schemas.microsoft.com/office/drawing/2014/main" id="{2FF242B7-DC2A-2B8D-B5FD-DDD1BC0F85A8}"/>
              </a:ext>
            </a:extLst>
          </p:cNvPr>
          <p:cNvSpPr>
            <a:spLocks noGrp="1"/>
          </p:cNvSpPr>
          <p:nvPr>
            <p:ph idx="14"/>
          </p:nvPr>
        </p:nvSpPr>
        <p:spPr>
          <a:xfrm>
            <a:off x="4015986" y="5640078"/>
            <a:ext cx="3888000" cy="543367"/>
          </a:xfrm>
        </p:spPr>
        <p:txBody>
          <a:bodyPr/>
          <a:lstStyle/>
          <a:p>
            <a:r>
              <a:rPr lang="da-DK"/>
              <a:t>Caborepe porum exerume nobitio nsequos dellat ut as duntese cor aspit poris exerume nobitio nsequos dellat ut as duntese cor aporis modignit alibus vollore.</a:t>
            </a:r>
            <a:endParaRPr lang="en-US"/>
          </a:p>
        </p:txBody>
      </p:sp>
      <p:sp>
        <p:nvSpPr>
          <p:cNvPr id="7" name="Pladsholder til tekst 6">
            <a:extLst>
              <a:ext uri="{FF2B5EF4-FFF2-40B4-BE49-F238E27FC236}">
                <a16:creationId xmlns:a16="http://schemas.microsoft.com/office/drawing/2014/main" id="{9388417E-7189-AE7F-749B-15DC110D0FE2}"/>
              </a:ext>
            </a:extLst>
          </p:cNvPr>
          <p:cNvSpPr>
            <a:spLocks noGrp="1"/>
          </p:cNvSpPr>
          <p:nvPr>
            <p:ph type="body" sz="quarter" idx="15"/>
          </p:nvPr>
        </p:nvSpPr>
        <p:spPr>
          <a:xfrm>
            <a:off x="4015986" y="5340103"/>
            <a:ext cx="3888000" cy="299975"/>
          </a:xfrm>
        </p:spPr>
        <p:txBody>
          <a:bodyPr/>
          <a:lstStyle/>
          <a:p>
            <a:r>
              <a:rPr lang="en-US"/>
              <a:t>Title 1</a:t>
            </a:r>
          </a:p>
        </p:txBody>
      </p:sp>
      <p:sp>
        <p:nvSpPr>
          <p:cNvPr id="26" name="Pladsholder til indhold 25">
            <a:extLst>
              <a:ext uri="{FF2B5EF4-FFF2-40B4-BE49-F238E27FC236}">
                <a16:creationId xmlns:a16="http://schemas.microsoft.com/office/drawing/2014/main" id="{10AF5CEA-E927-273F-872F-4D5DC24DF817}"/>
              </a:ext>
            </a:extLst>
          </p:cNvPr>
          <p:cNvSpPr>
            <a:spLocks noGrp="1"/>
          </p:cNvSpPr>
          <p:nvPr>
            <p:ph idx="16"/>
          </p:nvPr>
        </p:nvSpPr>
        <p:spPr>
          <a:xfrm>
            <a:off x="8048825" y="5640078"/>
            <a:ext cx="3852000" cy="543367"/>
          </a:xfrm>
        </p:spPr>
        <p:txBody>
          <a:bodyPr/>
          <a:lstStyle/>
          <a:p>
            <a:r>
              <a:rPr lang="da-DK"/>
              <a:t>Caborepe porum exerume nobitio nsequos dellat ut as duntese porum nobitio nsequos dellat ut as duntese cor aspit poris mod.</a:t>
            </a:r>
            <a:endParaRPr lang="en-US"/>
          </a:p>
        </p:txBody>
      </p:sp>
      <p:sp>
        <p:nvSpPr>
          <p:cNvPr id="27" name="Pladsholder til tekst 26">
            <a:extLst>
              <a:ext uri="{FF2B5EF4-FFF2-40B4-BE49-F238E27FC236}">
                <a16:creationId xmlns:a16="http://schemas.microsoft.com/office/drawing/2014/main" id="{2C8D5D31-C904-4D44-46AF-10B92881DA60}"/>
              </a:ext>
            </a:extLst>
          </p:cNvPr>
          <p:cNvSpPr>
            <a:spLocks noGrp="1"/>
          </p:cNvSpPr>
          <p:nvPr>
            <p:ph type="body" sz="quarter" idx="17"/>
          </p:nvPr>
        </p:nvSpPr>
        <p:spPr>
          <a:xfrm>
            <a:off x="8048726" y="5340103"/>
            <a:ext cx="3852000" cy="299975"/>
          </a:xfrm>
        </p:spPr>
        <p:txBody>
          <a:bodyPr/>
          <a:lstStyle/>
          <a:p>
            <a:r>
              <a:rPr lang="en-US"/>
              <a:t>Title 2</a:t>
            </a:r>
          </a:p>
        </p:txBody>
      </p:sp>
      <p:pic>
        <p:nvPicPr>
          <p:cNvPr id="13" name="Pladsholder til billede 12">
            <a:extLst>
              <a:ext uri="{FF2B5EF4-FFF2-40B4-BE49-F238E27FC236}">
                <a16:creationId xmlns:a16="http://schemas.microsoft.com/office/drawing/2014/main" id="{F11DF317-06DA-1523-5695-20A8B5BAAB13}"/>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l="10383" r="10383"/>
          <a:stretch/>
        </p:blipFill>
        <p:spPr>
          <a:xfrm>
            <a:off x="4015986" y="251999"/>
            <a:ext cx="3887999" cy="4932000"/>
          </a:xfrm>
        </p:spPr>
      </p:pic>
      <p:pic>
        <p:nvPicPr>
          <p:cNvPr id="17" name="Pladsholder til billede 16">
            <a:extLst>
              <a:ext uri="{FF2B5EF4-FFF2-40B4-BE49-F238E27FC236}">
                <a16:creationId xmlns:a16="http://schemas.microsoft.com/office/drawing/2014/main" id="{29D798E8-5BE4-FEF6-5E55-ADC070DCCE9A}"/>
              </a:ext>
            </a:extLst>
          </p:cNvPr>
          <p:cNvPicPr>
            <a:picLocks noGrp="1" noChangeAspect="1"/>
          </p:cNvPicPr>
          <p:nvPr>
            <p:ph type="pic" sz="quarter" idx="20"/>
          </p:nvPr>
        </p:nvPicPr>
        <p:blipFill>
          <a:blip r:embed="rId3">
            <a:extLst>
              <a:ext uri="{28A0092B-C50C-407E-A947-70E740481C1C}">
                <a14:useLocalDpi xmlns:a14="http://schemas.microsoft.com/office/drawing/2010/main" val="0"/>
              </a:ext>
            </a:extLst>
          </a:blip>
          <a:srcRect l="23925" r="23925"/>
          <a:stretch/>
        </p:blipFill>
        <p:spPr>
          <a:xfrm>
            <a:off x="8040298" y="252000"/>
            <a:ext cx="3860527" cy="4932775"/>
          </a:xfrm>
        </p:spPr>
      </p:pic>
    </p:spTree>
    <p:extLst>
      <p:ext uri="{BB962C8B-B14F-4D97-AF65-F5344CB8AC3E}">
        <p14:creationId xmlns:p14="http://schemas.microsoft.com/office/powerpoint/2010/main" val="3373708073"/>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3FC243-1159-23AB-5ACD-ADEF04771699}"/>
              </a:ext>
            </a:extLst>
          </p:cNvPr>
          <p:cNvSpPr>
            <a:spLocks noGrp="1"/>
          </p:cNvSpPr>
          <p:nvPr>
            <p:ph type="title"/>
          </p:nvPr>
        </p:nvSpPr>
        <p:spPr>
          <a:xfrm>
            <a:off x="288000" y="252000"/>
            <a:ext cx="5662414" cy="1811099"/>
          </a:xfrm>
        </p:spPr>
        <p:txBody>
          <a:bodyPr/>
          <a:lstStyle/>
          <a:p>
            <a:r>
              <a:rPr lang="en-US"/>
              <a:t>Lorem ipsum sit amet con incidunct</a:t>
            </a:r>
          </a:p>
        </p:txBody>
      </p:sp>
      <p:sp>
        <p:nvSpPr>
          <p:cNvPr id="6" name="Pladsholder til indhold 5">
            <a:extLst>
              <a:ext uri="{FF2B5EF4-FFF2-40B4-BE49-F238E27FC236}">
                <a16:creationId xmlns:a16="http://schemas.microsoft.com/office/drawing/2014/main" id="{DEC5F6BB-9545-3E22-CD0D-20B0CDF06812}"/>
              </a:ext>
            </a:extLst>
          </p:cNvPr>
          <p:cNvSpPr>
            <a:spLocks noGrp="1"/>
          </p:cNvSpPr>
          <p:nvPr>
            <p:ph idx="1"/>
          </p:nvPr>
        </p:nvSpPr>
        <p:spPr>
          <a:xfrm>
            <a:off x="288000" y="4318000"/>
            <a:ext cx="3606701" cy="1651000"/>
          </a:xfrm>
        </p:spPr>
        <p:txBody>
          <a:bodyPr/>
          <a:lstStyle/>
          <a:p>
            <a:r>
              <a:rPr lang="da-DK"/>
              <a:t>Caborepe porum exerume nobitio nsequos dellat ut as duntese cor aspit poris modignit alibus vollore, sint la venditatur, officia et, sequasped qui re que volorep erspero vidundic tenit quodignim cuptasp icabore hendis dipsam, cullania eicae et moloriam, aut fugit.</a:t>
            </a:r>
          </a:p>
          <a:p>
            <a:endParaRPr lang="da-DK"/>
          </a:p>
          <a:p>
            <a:r>
              <a:rPr lang="da-DK"/>
              <a:t>Maximus ma serum doluptati del iuntibus nihita.</a:t>
            </a:r>
            <a:endParaRPr lang="en-US"/>
          </a:p>
        </p:txBody>
      </p:sp>
      <p:sp>
        <p:nvSpPr>
          <p:cNvPr id="7" name="Pladsholder til tekst 6">
            <a:extLst>
              <a:ext uri="{FF2B5EF4-FFF2-40B4-BE49-F238E27FC236}">
                <a16:creationId xmlns:a16="http://schemas.microsoft.com/office/drawing/2014/main" id="{A3F4B40B-0476-D9E0-2687-C518FDE60961}"/>
              </a:ext>
            </a:extLst>
          </p:cNvPr>
          <p:cNvSpPr>
            <a:spLocks noGrp="1"/>
          </p:cNvSpPr>
          <p:nvPr>
            <p:ph type="body" sz="quarter" idx="13"/>
          </p:nvPr>
        </p:nvSpPr>
        <p:spPr>
          <a:xfrm>
            <a:off x="288000" y="3937000"/>
            <a:ext cx="3606701" cy="381000"/>
          </a:xfrm>
        </p:spPr>
        <p:txBody>
          <a:bodyPr/>
          <a:lstStyle/>
          <a:p>
            <a:r>
              <a:rPr lang="en-US"/>
              <a:t>Title 1</a:t>
            </a:r>
          </a:p>
        </p:txBody>
      </p:sp>
      <p:sp>
        <p:nvSpPr>
          <p:cNvPr id="8" name="Pladsholder til indhold 7">
            <a:extLst>
              <a:ext uri="{FF2B5EF4-FFF2-40B4-BE49-F238E27FC236}">
                <a16:creationId xmlns:a16="http://schemas.microsoft.com/office/drawing/2014/main" id="{17ECD160-C378-A02D-F546-D4EDD035F032}"/>
              </a:ext>
            </a:extLst>
          </p:cNvPr>
          <p:cNvSpPr>
            <a:spLocks noGrp="1"/>
          </p:cNvSpPr>
          <p:nvPr>
            <p:ph idx="14"/>
          </p:nvPr>
        </p:nvSpPr>
        <p:spPr>
          <a:xfrm>
            <a:off x="4292650" y="4318000"/>
            <a:ext cx="3606701" cy="1651000"/>
          </a:xfrm>
        </p:spPr>
        <p:txBody>
          <a:bodyPr/>
          <a:lstStyle/>
          <a:p>
            <a:r>
              <a:rPr lang="da-DK"/>
              <a:t>Omnis sus aut aut laborios dolor aut modi to veles rerum accabor simint acium acculpario mod magnatur adis et, sequam que ducienis sitibus alictur audam autem nimporiatum quam.</a:t>
            </a:r>
          </a:p>
          <a:p>
            <a:endParaRPr lang="da-DK"/>
          </a:p>
          <a:p>
            <a:r>
              <a:rPr lang="da-DK"/>
              <a:t>Molla cus expliqu aepella boribus restis consed quam, consequi della voluptatem fugit omnis doluptinvel eos</a:t>
            </a:r>
            <a:endParaRPr lang="en-US"/>
          </a:p>
        </p:txBody>
      </p:sp>
      <p:sp>
        <p:nvSpPr>
          <p:cNvPr id="9" name="Pladsholder til tekst 8">
            <a:extLst>
              <a:ext uri="{FF2B5EF4-FFF2-40B4-BE49-F238E27FC236}">
                <a16:creationId xmlns:a16="http://schemas.microsoft.com/office/drawing/2014/main" id="{5702C40D-A730-354E-0358-3CB0B1FD34FB}"/>
              </a:ext>
            </a:extLst>
          </p:cNvPr>
          <p:cNvSpPr>
            <a:spLocks noGrp="1"/>
          </p:cNvSpPr>
          <p:nvPr>
            <p:ph type="body" sz="quarter" idx="15"/>
          </p:nvPr>
        </p:nvSpPr>
        <p:spPr>
          <a:xfrm>
            <a:off x="4292600" y="3937000"/>
            <a:ext cx="3606701" cy="381000"/>
          </a:xfrm>
        </p:spPr>
        <p:txBody>
          <a:bodyPr/>
          <a:lstStyle/>
          <a:p>
            <a:r>
              <a:rPr lang="en-US"/>
              <a:t>Title 2</a:t>
            </a:r>
          </a:p>
        </p:txBody>
      </p:sp>
      <p:sp>
        <p:nvSpPr>
          <p:cNvPr id="10" name="Pladsholder til indhold 9">
            <a:extLst>
              <a:ext uri="{FF2B5EF4-FFF2-40B4-BE49-F238E27FC236}">
                <a16:creationId xmlns:a16="http://schemas.microsoft.com/office/drawing/2014/main" id="{409CAA7F-3768-E82D-B3EA-B86B6519ED64}"/>
              </a:ext>
            </a:extLst>
          </p:cNvPr>
          <p:cNvSpPr>
            <a:spLocks noGrp="1"/>
          </p:cNvSpPr>
          <p:nvPr>
            <p:ph idx="16"/>
          </p:nvPr>
        </p:nvSpPr>
        <p:spPr>
          <a:xfrm>
            <a:off x="8298000" y="4318000"/>
            <a:ext cx="3606701" cy="1651000"/>
          </a:xfrm>
        </p:spPr>
        <p:txBody>
          <a:bodyPr/>
          <a:lstStyle/>
          <a:p>
            <a:r>
              <a:rPr lang="da-DK"/>
              <a:t>Nobis res eos magnam ut harchitatur? Molla cus expliqu aepella boribus restis consed quam, consequi della voluptatem fugit omnis doluptinvel eos ditatemquas dolupti usaest ut quosaped qui quidele ssedis peliquias magnit porum fugitia sitat quaspeles maximus ma serum doluptati del iuntibus nihitatium dolores aut utecabori berferio core nit mos enis aceped que natet.</a:t>
            </a:r>
            <a:endParaRPr lang="en-US"/>
          </a:p>
        </p:txBody>
      </p:sp>
      <p:sp>
        <p:nvSpPr>
          <p:cNvPr id="11" name="Pladsholder til tekst 10">
            <a:extLst>
              <a:ext uri="{FF2B5EF4-FFF2-40B4-BE49-F238E27FC236}">
                <a16:creationId xmlns:a16="http://schemas.microsoft.com/office/drawing/2014/main" id="{DF16969E-146C-CB00-64FB-A439A1DFFD4D}"/>
              </a:ext>
            </a:extLst>
          </p:cNvPr>
          <p:cNvSpPr>
            <a:spLocks noGrp="1"/>
          </p:cNvSpPr>
          <p:nvPr>
            <p:ph type="body" sz="quarter" idx="17"/>
          </p:nvPr>
        </p:nvSpPr>
        <p:spPr>
          <a:xfrm>
            <a:off x="8298000" y="3937000"/>
            <a:ext cx="3606701" cy="381000"/>
          </a:xfrm>
        </p:spPr>
        <p:txBody>
          <a:bodyPr/>
          <a:lstStyle/>
          <a:p>
            <a:r>
              <a:rPr lang="en-US"/>
              <a:t>Title 3</a:t>
            </a:r>
          </a:p>
        </p:txBody>
      </p:sp>
    </p:spTree>
    <p:extLst>
      <p:ext uri="{BB962C8B-B14F-4D97-AF65-F5344CB8AC3E}">
        <p14:creationId xmlns:p14="http://schemas.microsoft.com/office/powerpoint/2010/main" val="3258324142"/>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3B354-1446-6ECF-5CEC-508A53E3D9B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918CAFB-8110-DD48-8E4F-EC5D19737F09}"/>
              </a:ext>
            </a:extLst>
          </p:cNvPr>
          <p:cNvSpPr>
            <a:spLocks noGrp="1"/>
          </p:cNvSpPr>
          <p:nvPr>
            <p:ph type="title"/>
          </p:nvPr>
        </p:nvSpPr>
        <p:spPr>
          <a:xfrm>
            <a:off x="288000" y="252000"/>
            <a:ext cx="5662414" cy="1811099"/>
          </a:xfrm>
        </p:spPr>
        <p:txBody>
          <a:bodyPr/>
          <a:lstStyle/>
          <a:p>
            <a:r>
              <a:rPr lang="en-US"/>
              <a:t>Lorem ipsum sit amet con incidunct</a:t>
            </a:r>
          </a:p>
        </p:txBody>
      </p:sp>
      <p:sp>
        <p:nvSpPr>
          <p:cNvPr id="6" name="Pladsholder til indhold 5">
            <a:extLst>
              <a:ext uri="{FF2B5EF4-FFF2-40B4-BE49-F238E27FC236}">
                <a16:creationId xmlns:a16="http://schemas.microsoft.com/office/drawing/2014/main" id="{B3591323-4850-8651-C7CF-64A268F9B717}"/>
              </a:ext>
            </a:extLst>
          </p:cNvPr>
          <p:cNvSpPr>
            <a:spLocks noGrp="1"/>
          </p:cNvSpPr>
          <p:nvPr>
            <p:ph idx="1"/>
          </p:nvPr>
        </p:nvSpPr>
        <p:spPr>
          <a:xfrm>
            <a:off x="288000" y="5640078"/>
            <a:ext cx="3712475" cy="543367"/>
          </a:xfrm>
        </p:spPr>
        <p:txBody>
          <a:bodyPr/>
          <a:lstStyle/>
          <a:p>
            <a:r>
              <a:rPr lang="da-DK"/>
              <a:t>Caborepe porum exerume nobitio nsequos dellat ut as duntese cor aspit poris modignit alibus vollore.</a:t>
            </a:r>
            <a:endParaRPr lang="en-US"/>
          </a:p>
        </p:txBody>
      </p:sp>
      <p:sp>
        <p:nvSpPr>
          <p:cNvPr id="7" name="Pladsholder til tekst 6">
            <a:extLst>
              <a:ext uri="{FF2B5EF4-FFF2-40B4-BE49-F238E27FC236}">
                <a16:creationId xmlns:a16="http://schemas.microsoft.com/office/drawing/2014/main" id="{B64FE842-1369-A172-C4E4-93EE2E201C37}"/>
              </a:ext>
            </a:extLst>
          </p:cNvPr>
          <p:cNvSpPr>
            <a:spLocks noGrp="1"/>
          </p:cNvSpPr>
          <p:nvPr>
            <p:ph type="body" sz="quarter" idx="13"/>
          </p:nvPr>
        </p:nvSpPr>
        <p:spPr>
          <a:xfrm>
            <a:off x="288000" y="5340103"/>
            <a:ext cx="3712475" cy="299975"/>
          </a:xfrm>
        </p:spPr>
        <p:txBody>
          <a:bodyPr/>
          <a:lstStyle/>
          <a:p>
            <a:r>
              <a:rPr lang="en-US"/>
              <a:t>Title 1</a:t>
            </a:r>
          </a:p>
        </p:txBody>
      </p:sp>
      <p:sp>
        <p:nvSpPr>
          <p:cNvPr id="8" name="Pladsholder til indhold 7">
            <a:extLst>
              <a:ext uri="{FF2B5EF4-FFF2-40B4-BE49-F238E27FC236}">
                <a16:creationId xmlns:a16="http://schemas.microsoft.com/office/drawing/2014/main" id="{4E0F3F40-B267-974C-799F-A93B71A19D9A}"/>
              </a:ext>
            </a:extLst>
          </p:cNvPr>
          <p:cNvSpPr>
            <a:spLocks noGrp="1"/>
          </p:cNvSpPr>
          <p:nvPr>
            <p:ph idx="14"/>
          </p:nvPr>
        </p:nvSpPr>
        <p:spPr>
          <a:xfrm>
            <a:off x="4238175" y="5640078"/>
            <a:ext cx="3712475" cy="543367"/>
          </a:xfrm>
        </p:spPr>
        <p:txBody>
          <a:bodyPr/>
          <a:lstStyle/>
          <a:p>
            <a:r>
              <a:rPr lang="da-DK"/>
              <a:t>Omnis sus aut aut laborios dolor aut modi to veles rerum accabor simint acium acculpario mod magnatur adis et, sequam que ducienis.</a:t>
            </a:r>
            <a:endParaRPr lang="en-US"/>
          </a:p>
        </p:txBody>
      </p:sp>
      <p:sp>
        <p:nvSpPr>
          <p:cNvPr id="9" name="Pladsholder til tekst 8">
            <a:extLst>
              <a:ext uri="{FF2B5EF4-FFF2-40B4-BE49-F238E27FC236}">
                <a16:creationId xmlns:a16="http://schemas.microsoft.com/office/drawing/2014/main" id="{D84C8E07-EDD1-2DE2-FACB-369342F9783C}"/>
              </a:ext>
            </a:extLst>
          </p:cNvPr>
          <p:cNvSpPr>
            <a:spLocks noGrp="1"/>
          </p:cNvSpPr>
          <p:nvPr>
            <p:ph type="body" sz="quarter" idx="15"/>
          </p:nvPr>
        </p:nvSpPr>
        <p:spPr>
          <a:xfrm>
            <a:off x="4238175" y="5340103"/>
            <a:ext cx="3712475" cy="299975"/>
          </a:xfrm>
        </p:spPr>
        <p:txBody>
          <a:bodyPr/>
          <a:lstStyle/>
          <a:p>
            <a:r>
              <a:rPr lang="en-US"/>
              <a:t>Title 2</a:t>
            </a:r>
          </a:p>
        </p:txBody>
      </p:sp>
      <p:sp>
        <p:nvSpPr>
          <p:cNvPr id="10" name="Pladsholder til indhold 9">
            <a:extLst>
              <a:ext uri="{FF2B5EF4-FFF2-40B4-BE49-F238E27FC236}">
                <a16:creationId xmlns:a16="http://schemas.microsoft.com/office/drawing/2014/main" id="{747AEC7B-204C-DE19-C88E-919249223511}"/>
              </a:ext>
            </a:extLst>
          </p:cNvPr>
          <p:cNvSpPr>
            <a:spLocks noGrp="1"/>
          </p:cNvSpPr>
          <p:nvPr>
            <p:ph idx="16"/>
          </p:nvPr>
        </p:nvSpPr>
        <p:spPr>
          <a:xfrm>
            <a:off x="8188351" y="5640078"/>
            <a:ext cx="3712475" cy="543367"/>
          </a:xfrm>
        </p:spPr>
        <p:txBody>
          <a:bodyPr/>
          <a:lstStyle/>
          <a:p>
            <a:r>
              <a:rPr lang="da-DK"/>
              <a:t>Nobis res eos magnam ut harchitatur? Molla cus expliqu aepella boribus.</a:t>
            </a:r>
            <a:endParaRPr lang="en-US"/>
          </a:p>
        </p:txBody>
      </p:sp>
      <p:sp>
        <p:nvSpPr>
          <p:cNvPr id="11" name="Pladsholder til tekst 10">
            <a:extLst>
              <a:ext uri="{FF2B5EF4-FFF2-40B4-BE49-F238E27FC236}">
                <a16:creationId xmlns:a16="http://schemas.microsoft.com/office/drawing/2014/main" id="{31F8AD83-84F8-E233-917D-FE758543CB72}"/>
              </a:ext>
            </a:extLst>
          </p:cNvPr>
          <p:cNvSpPr>
            <a:spLocks noGrp="1"/>
          </p:cNvSpPr>
          <p:nvPr>
            <p:ph type="body" sz="quarter" idx="17"/>
          </p:nvPr>
        </p:nvSpPr>
        <p:spPr>
          <a:xfrm>
            <a:off x="8188351" y="5340103"/>
            <a:ext cx="3712475" cy="299975"/>
          </a:xfrm>
        </p:spPr>
        <p:txBody>
          <a:bodyPr/>
          <a:lstStyle/>
          <a:p>
            <a:r>
              <a:rPr lang="en-US"/>
              <a:t>Title 3</a:t>
            </a:r>
          </a:p>
        </p:txBody>
      </p:sp>
      <p:pic>
        <p:nvPicPr>
          <p:cNvPr id="13" name="Pladsholder til billede 12">
            <a:extLst>
              <a:ext uri="{FF2B5EF4-FFF2-40B4-BE49-F238E27FC236}">
                <a16:creationId xmlns:a16="http://schemas.microsoft.com/office/drawing/2014/main" id="{E5615BEE-C258-F96E-7CE0-970A09D9F725}"/>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t="24545" b="24545"/>
          <a:stretch/>
        </p:blipFill>
        <p:spPr>
          <a:xfrm>
            <a:off x="288000" y="3284538"/>
            <a:ext cx="3712474" cy="1900237"/>
          </a:xfrm>
        </p:spPr>
      </p:pic>
      <p:pic>
        <p:nvPicPr>
          <p:cNvPr id="17" name="Pladsholder til billede 16">
            <a:extLst>
              <a:ext uri="{FF2B5EF4-FFF2-40B4-BE49-F238E27FC236}">
                <a16:creationId xmlns:a16="http://schemas.microsoft.com/office/drawing/2014/main" id="{48A0D49A-47A1-401A-FC8D-E2A29C57C8B4}"/>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t="24491" b="24491"/>
          <a:stretch/>
        </p:blipFill>
        <p:spPr>
          <a:xfrm>
            <a:off x="4238175" y="3284538"/>
            <a:ext cx="3712474" cy="1900237"/>
          </a:xfrm>
        </p:spPr>
      </p:pic>
      <p:pic>
        <p:nvPicPr>
          <p:cNvPr id="18" name="Pladsholder til billede 121">
            <a:extLst>
              <a:ext uri="{FF2B5EF4-FFF2-40B4-BE49-F238E27FC236}">
                <a16:creationId xmlns:a16="http://schemas.microsoft.com/office/drawing/2014/main" id="{C592971A-622B-3728-DC9D-AEA2B0FE2115}"/>
              </a:ext>
            </a:extLst>
          </p:cNvPr>
          <p:cNvPicPr>
            <a:picLocks noGrp="1" noChangeAspect="1"/>
          </p:cNvPicPr>
          <p:nvPr>
            <p:ph type="pic" sz="quarter" idx="20"/>
          </p:nvPr>
        </p:nvPicPr>
        <p:blipFill>
          <a:blip r:embed="rId4">
            <a:extLst>
              <a:ext uri="{28A0092B-C50C-407E-A947-70E740481C1C}">
                <a14:useLocalDpi xmlns:a14="http://schemas.microsoft.com/office/drawing/2010/main" val="0"/>
              </a:ext>
            </a:extLst>
          </a:blip>
          <a:srcRect t="11594" b="11594"/>
          <a:stretch/>
        </p:blipFill>
        <p:spPr>
          <a:xfrm>
            <a:off x="8188351" y="3284538"/>
            <a:ext cx="3712475" cy="1900237"/>
          </a:xfrm>
        </p:spPr>
      </p:pic>
    </p:spTree>
    <p:extLst>
      <p:ext uri="{BB962C8B-B14F-4D97-AF65-F5344CB8AC3E}">
        <p14:creationId xmlns:p14="http://schemas.microsoft.com/office/powerpoint/2010/main" val="358931432"/>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EEF4C-96CB-BC1E-676E-99CE5065C8EC}"/>
            </a:ext>
          </a:extLst>
        </p:cNvPr>
        <p:cNvGrpSpPr/>
        <p:nvPr/>
      </p:nvGrpSpPr>
      <p:grpSpPr>
        <a:xfrm>
          <a:off x="0" y="0"/>
          <a:ext cx="0" cy="0"/>
          <a:chOff x="0" y="0"/>
          <a:chExt cx="0" cy="0"/>
        </a:xfrm>
      </p:grpSpPr>
      <p:sp>
        <p:nvSpPr>
          <p:cNvPr id="101" name="Pladsholder til tekst 100">
            <a:extLst>
              <a:ext uri="{FF2B5EF4-FFF2-40B4-BE49-F238E27FC236}">
                <a16:creationId xmlns:a16="http://schemas.microsoft.com/office/drawing/2014/main" id="{ACB495A2-6F61-185D-2848-37DEB4571A83}"/>
              </a:ext>
            </a:extLst>
          </p:cNvPr>
          <p:cNvSpPr>
            <a:spLocks noGrp="1"/>
          </p:cNvSpPr>
          <p:nvPr>
            <p:ph type="body" sz="quarter" idx="23"/>
          </p:nvPr>
        </p:nvSpPr>
        <p:spPr>
          <a:xfrm>
            <a:off x="288000" y="252000"/>
            <a:ext cx="2592000" cy="468000"/>
          </a:xfrm>
        </p:spPr>
        <p:txBody>
          <a:bodyPr/>
          <a:lstStyle/>
          <a:p>
            <a:r>
              <a:rPr lang="en-US"/>
              <a:t>Title</a:t>
            </a:r>
          </a:p>
          <a:p>
            <a:r>
              <a:rPr lang="en-US"/>
              <a:t>Subtitle</a:t>
            </a:r>
          </a:p>
        </p:txBody>
      </p:sp>
      <p:sp>
        <p:nvSpPr>
          <p:cNvPr id="108" name="Pladsholder til tekst 107">
            <a:extLst>
              <a:ext uri="{FF2B5EF4-FFF2-40B4-BE49-F238E27FC236}">
                <a16:creationId xmlns:a16="http://schemas.microsoft.com/office/drawing/2014/main" id="{7A0E69E9-5D90-7A0F-4D86-7244E9324D1C}"/>
              </a:ext>
            </a:extLst>
          </p:cNvPr>
          <p:cNvSpPr>
            <a:spLocks noGrp="1"/>
          </p:cNvSpPr>
          <p:nvPr>
            <p:ph type="body" sz="quarter" idx="38"/>
          </p:nvPr>
        </p:nvSpPr>
        <p:spPr>
          <a:xfrm>
            <a:off x="287338" y="3284538"/>
            <a:ext cx="2455863" cy="3081337"/>
          </a:xfrm>
        </p:spPr>
        <p:txBody>
          <a:bodyPr/>
          <a:lstStyle/>
          <a:p>
            <a:r>
              <a:rPr lang="da-DK"/>
              <a:t>Caborepe porum exerume nobitio nsequos dellat ut as duntese cor aspit poris modignit alibus vollore, sint la venditatur, officia et, sequasped qui re que volorep erspero vidundic tenit.</a:t>
            </a:r>
          </a:p>
          <a:p>
            <a:r>
              <a:rPr lang="da-DK"/>
              <a:t>Vollorem re dolum eument facepe premporatem reicatem faccate mpores pa quodist, ereius, simus velignam dolorro ruptat aut as a at.</a:t>
            </a:r>
          </a:p>
        </p:txBody>
      </p:sp>
      <p:sp>
        <p:nvSpPr>
          <p:cNvPr id="109" name="Pladsholder til tekst 108">
            <a:extLst>
              <a:ext uri="{FF2B5EF4-FFF2-40B4-BE49-F238E27FC236}">
                <a16:creationId xmlns:a16="http://schemas.microsoft.com/office/drawing/2014/main" id="{F49B1191-DD3D-8ECD-D6CA-2EAFAB5610E9}"/>
              </a:ext>
            </a:extLst>
          </p:cNvPr>
          <p:cNvSpPr>
            <a:spLocks noGrp="1"/>
          </p:cNvSpPr>
          <p:nvPr>
            <p:ph type="body" sz="quarter" idx="43"/>
          </p:nvPr>
        </p:nvSpPr>
        <p:spPr>
          <a:xfrm>
            <a:off x="287339" y="792163"/>
            <a:ext cx="2455862" cy="1370012"/>
          </a:xfrm>
        </p:spPr>
        <p:txBody>
          <a:bodyPr/>
          <a:lstStyle/>
          <a:p>
            <a:r>
              <a:rPr lang="da-DK"/>
              <a:t>Caborepe porum exerume nobitio nsequos dellat ut as duntese cor aspit poris modignit alibus vollore, sint la venditatur, officia et, sequasped qui re que volorep erspero vidundic tenit.</a:t>
            </a:r>
            <a:endParaRPr lang="en-US"/>
          </a:p>
        </p:txBody>
      </p:sp>
      <p:pic>
        <p:nvPicPr>
          <p:cNvPr id="116" name="Pladsholder til billede 115">
            <a:extLst>
              <a:ext uri="{FF2B5EF4-FFF2-40B4-BE49-F238E27FC236}">
                <a16:creationId xmlns:a16="http://schemas.microsoft.com/office/drawing/2014/main" id="{928DBBD2-3E8A-CC89-A1A1-514C1F2E80CA}"/>
              </a:ext>
            </a:extLst>
          </p:cNvPr>
          <p:cNvPicPr>
            <a:picLocks noGrp="1" noChangeAspect="1"/>
          </p:cNvPicPr>
          <p:nvPr>
            <p:ph type="pic" sz="quarter" idx="17"/>
          </p:nvPr>
        </p:nvPicPr>
        <p:blipFill>
          <a:blip r:embed="rId3">
            <a:extLst>
              <a:ext uri="{28A0092B-C50C-407E-A947-70E740481C1C}">
                <a14:useLocalDpi xmlns:a14="http://schemas.microsoft.com/office/drawing/2010/main" val="0"/>
              </a:ext>
            </a:extLst>
          </a:blip>
          <a:srcRect l="31073" r="31073"/>
          <a:stretch/>
        </p:blipFill>
        <p:spPr>
          <a:xfrm>
            <a:off x="3003975" y="252000"/>
            <a:ext cx="2890800" cy="5087822"/>
          </a:xfrm>
        </p:spPr>
      </p:pic>
      <p:pic>
        <p:nvPicPr>
          <p:cNvPr id="120" name="Pladsholder til billede 119">
            <a:extLst>
              <a:ext uri="{FF2B5EF4-FFF2-40B4-BE49-F238E27FC236}">
                <a16:creationId xmlns:a16="http://schemas.microsoft.com/office/drawing/2014/main" id="{7BC23743-E1F2-44CB-1B70-C1E41DAD7AA8}"/>
              </a:ext>
            </a:extLst>
          </p:cNvPr>
          <p:cNvPicPr>
            <a:picLocks noGrp="1" noChangeAspect="1"/>
          </p:cNvPicPr>
          <p:nvPr>
            <p:ph type="pic" sz="quarter" idx="18"/>
          </p:nvPr>
        </p:nvPicPr>
        <p:blipFill>
          <a:blip r:embed="rId4">
            <a:extLst>
              <a:ext uri="{28A0092B-C50C-407E-A947-70E740481C1C}">
                <a14:useLocalDpi xmlns:a14="http://schemas.microsoft.com/office/drawing/2010/main" val="0"/>
              </a:ext>
            </a:extLst>
          </a:blip>
          <a:srcRect l="15256" r="52966"/>
          <a:stretch>
            <a:fillRect/>
          </a:stretch>
        </p:blipFill>
        <p:spPr>
          <a:xfrm>
            <a:off x="6024563" y="252413"/>
            <a:ext cx="2890837" cy="5087937"/>
          </a:xfrm>
        </p:spPr>
      </p:pic>
      <p:pic>
        <p:nvPicPr>
          <p:cNvPr id="124" name="Pladsholder til billede 123">
            <a:extLst>
              <a:ext uri="{FF2B5EF4-FFF2-40B4-BE49-F238E27FC236}">
                <a16:creationId xmlns:a16="http://schemas.microsoft.com/office/drawing/2014/main" id="{39815D3D-4815-A0B9-B073-4827D34F29DC}"/>
              </a:ext>
            </a:extLst>
          </p:cNvPr>
          <p:cNvPicPr>
            <a:picLocks noGrp="1" noChangeAspect="1"/>
          </p:cNvPicPr>
          <p:nvPr>
            <p:ph type="pic" sz="quarter" idx="19"/>
          </p:nvPr>
        </p:nvPicPr>
        <p:blipFill>
          <a:blip r:embed="rId5">
            <a:extLst>
              <a:ext uri="{28A0092B-C50C-407E-A947-70E740481C1C}">
                <a14:useLocalDpi xmlns:a14="http://schemas.microsoft.com/office/drawing/2010/main" val="0"/>
              </a:ext>
            </a:extLst>
          </a:blip>
          <a:srcRect l="18379" r="18379"/>
          <a:stretch/>
        </p:blipFill>
        <p:spPr>
          <a:xfrm>
            <a:off x="9046025" y="252000"/>
            <a:ext cx="2854800" cy="5087822"/>
          </a:xfrm>
        </p:spPr>
      </p:pic>
      <p:sp>
        <p:nvSpPr>
          <p:cNvPr id="102" name="Pladsholder til tekst 101">
            <a:extLst>
              <a:ext uri="{FF2B5EF4-FFF2-40B4-BE49-F238E27FC236}">
                <a16:creationId xmlns:a16="http://schemas.microsoft.com/office/drawing/2014/main" id="{C90F8DC5-F7CD-6CD1-484A-599D3472BA47}"/>
              </a:ext>
            </a:extLst>
          </p:cNvPr>
          <p:cNvSpPr>
            <a:spLocks noGrp="1"/>
          </p:cNvSpPr>
          <p:nvPr>
            <p:ph type="body" sz="quarter" idx="24"/>
          </p:nvPr>
        </p:nvSpPr>
        <p:spPr>
          <a:xfrm>
            <a:off x="3004675" y="5419457"/>
            <a:ext cx="2890800" cy="946619"/>
          </a:xfrm>
        </p:spPr>
        <p:txBody>
          <a:bodyPr/>
          <a:lstStyle/>
          <a:p>
            <a:r>
              <a:rPr lang="en-US"/>
              <a:t>Titel</a:t>
            </a:r>
          </a:p>
          <a:p>
            <a:r>
              <a:rPr lang="en-US"/>
              <a:t>Lorem ipsum sit amet </a:t>
            </a:r>
            <a:r>
              <a:rPr lang="da-DK"/>
              <a:t>um eument facepe premporatem </a:t>
            </a:r>
            <a:endParaRPr lang="en-US"/>
          </a:p>
          <a:p>
            <a:endParaRPr lang="en-US"/>
          </a:p>
        </p:txBody>
      </p:sp>
      <p:sp>
        <p:nvSpPr>
          <p:cNvPr id="105" name="Pladsholder til tekst 104">
            <a:extLst>
              <a:ext uri="{FF2B5EF4-FFF2-40B4-BE49-F238E27FC236}">
                <a16:creationId xmlns:a16="http://schemas.microsoft.com/office/drawing/2014/main" id="{D62B7AE9-0C3F-4F98-589C-4A84D422A63C}"/>
              </a:ext>
            </a:extLst>
          </p:cNvPr>
          <p:cNvSpPr>
            <a:spLocks noGrp="1"/>
          </p:cNvSpPr>
          <p:nvPr>
            <p:ph type="body" sz="quarter" idx="25"/>
          </p:nvPr>
        </p:nvSpPr>
        <p:spPr>
          <a:xfrm>
            <a:off x="6025075" y="5419457"/>
            <a:ext cx="2890800" cy="946619"/>
          </a:xfrm>
        </p:spPr>
        <p:txBody>
          <a:bodyPr/>
          <a:lstStyle/>
          <a:p>
            <a:r>
              <a:rPr lang="en-US"/>
              <a:t>Titel</a:t>
            </a:r>
          </a:p>
          <a:p>
            <a:r>
              <a:rPr lang="en-US"/>
              <a:t>Lorem ipsum sit amet </a:t>
            </a:r>
            <a:r>
              <a:rPr lang="da-DK"/>
              <a:t>um eument facepe premporatem </a:t>
            </a:r>
            <a:endParaRPr lang="en-US"/>
          </a:p>
          <a:p>
            <a:endParaRPr lang="en-US"/>
          </a:p>
        </p:txBody>
      </p:sp>
      <p:sp>
        <p:nvSpPr>
          <p:cNvPr id="106" name="Pladsholder til tekst 105">
            <a:extLst>
              <a:ext uri="{FF2B5EF4-FFF2-40B4-BE49-F238E27FC236}">
                <a16:creationId xmlns:a16="http://schemas.microsoft.com/office/drawing/2014/main" id="{32252CDD-DFA2-B0EA-692B-B8D4CEAFF1E5}"/>
              </a:ext>
            </a:extLst>
          </p:cNvPr>
          <p:cNvSpPr>
            <a:spLocks noGrp="1"/>
          </p:cNvSpPr>
          <p:nvPr>
            <p:ph type="body" sz="quarter" idx="26"/>
          </p:nvPr>
        </p:nvSpPr>
        <p:spPr>
          <a:xfrm>
            <a:off x="9045475" y="5419457"/>
            <a:ext cx="2854800" cy="946619"/>
          </a:xfrm>
        </p:spPr>
        <p:txBody>
          <a:bodyPr/>
          <a:lstStyle/>
          <a:p>
            <a:r>
              <a:rPr lang="en-US"/>
              <a:t>Titel</a:t>
            </a:r>
          </a:p>
          <a:p>
            <a:r>
              <a:rPr lang="en-US"/>
              <a:t>Lorem ipsum sit amet </a:t>
            </a:r>
            <a:r>
              <a:rPr lang="da-DK"/>
              <a:t>um eument facepe premporatem </a:t>
            </a:r>
            <a:endParaRPr lang="en-US"/>
          </a:p>
          <a:p>
            <a:endParaRPr lang="en-US"/>
          </a:p>
        </p:txBody>
      </p:sp>
      <p:sp>
        <p:nvSpPr>
          <p:cNvPr id="127" name="Afrundet rektangel 126">
            <a:extLst>
              <a:ext uri="{FF2B5EF4-FFF2-40B4-BE49-F238E27FC236}">
                <a16:creationId xmlns:a16="http://schemas.microsoft.com/office/drawing/2014/main" id="{5302613F-2055-7F8C-2653-CF1A926E6731}"/>
              </a:ext>
            </a:extLst>
          </p:cNvPr>
          <p:cNvSpPr/>
          <p:nvPr/>
        </p:nvSpPr>
        <p:spPr>
          <a:xfrm>
            <a:off x="287337" y="2111857"/>
            <a:ext cx="863765" cy="216000"/>
          </a:xfrm>
          <a:prstGeom prst="roundRect">
            <a:avLst>
              <a:gd name="adj" fmla="val 50000"/>
            </a:avLst>
          </a:prstGeom>
          <a:noFill/>
          <a:ln w="9525">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900" baseline="0" dirty="0" err="1">
                <a:solidFill>
                  <a:schemeClr val="tx2"/>
                </a:solidFill>
                <a:cs typeface="Arial"/>
              </a:rPr>
              <a:t>Category Tag</a:t>
            </a:r>
          </a:p>
        </p:txBody>
      </p:sp>
      <p:sp>
        <p:nvSpPr>
          <p:cNvPr id="130" name="Afrundet rektangel 129">
            <a:extLst>
              <a:ext uri="{FF2B5EF4-FFF2-40B4-BE49-F238E27FC236}">
                <a16:creationId xmlns:a16="http://schemas.microsoft.com/office/drawing/2014/main" id="{7E7915FA-EC94-11A8-DF81-41C002933BC8}"/>
              </a:ext>
            </a:extLst>
          </p:cNvPr>
          <p:cNvSpPr/>
          <p:nvPr/>
        </p:nvSpPr>
        <p:spPr>
          <a:xfrm>
            <a:off x="287337" y="2447523"/>
            <a:ext cx="863765" cy="216000"/>
          </a:xfrm>
          <a:prstGeom prst="roundRect">
            <a:avLst>
              <a:gd name="adj" fmla="val 50000"/>
            </a:avLst>
          </a:prstGeom>
          <a:noFill/>
          <a:ln w="9525">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900" baseline="0" dirty="0" err="1">
                <a:solidFill>
                  <a:schemeClr val="tx2"/>
                </a:solidFill>
                <a:cs typeface="Arial"/>
              </a:rPr>
              <a:t>Category Tag</a:t>
            </a:r>
          </a:p>
        </p:txBody>
      </p:sp>
    </p:spTree>
    <p:extLst>
      <p:ext uri="{BB962C8B-B14F-4D97-AF65-F5344CB8AC3E}">
        <p14:creationId xmlns:p14="http://schemas.microsoft.com/office/powerpoint/2010/main" val="2325585814"/>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63067-4875-A29B-1251-8FD15BAF8928}"/>
            </a:ext>
          </a:extLst>
        </p:cNvPr>
        <p:cNvGrpSpPr/>
        <p:nvPr/>
      </p:nvGrpSpPr>
      <p:grpSpPr>
        <a:xfrm>
          <a:off x="0" y="0"/>
          <a:ext cx="0" cy="0"/>
          <a:chOff x="0" y="0"/>
          <a:chExt cx="0" cy="0"/>
        </a:xfrm>
      </p:grpSpPr>
      <p:sp>
        <p:nvSpPr>
          <p:cNvPr id="15" name="Pladsholder til indhold 14">
            <a:extLst>
              <a:ext uri="{FF2B5EF4-FFF2-40B4-BE49-F238E27FC236}">
                <a16:creationId xmlns:a16="http://schemas.microsoft.com/office/drawing/2014/main" id="{7B7FD959-3252-534B-0EBC-5A071921ACF4}"/>
              </a:ext>
            </a:extLst>
          </p:cNvPr>
          <p:cNvSpPr>
            <a:spLocks noGrp="1"/>
          </p:cNvSpPr>
          <p:nvPr>
            <p:ph idx="19"/>
          </p:nvPr>
        </p:nvSpPr>
        <p:spPr>
          <a:xfrm>
            <a:off x="9855726" y="4738688"/>
            <a:ext cx="1319460" cy="983941"/>
          </a:xfrm>
        </p:spPr>
        <p:txBody>
          <a:bodyPr/>
          <a:lstStyle/>
          <a:p>
            <a:r>
              <a:rPr lang="da-DK"/>
              <a:t>Sit amet, consectetur </a:t>
            </a:r>
          </a:p>
          <a:p>
            <a:r>
              <a:rPr lang="da-DK"/>
              <a:t>Ut dapibus</a:t>
            </a:r>
          </a:p>
          <a:p>
            <a:r>
              <a:rPr lang="da-DK"/>
              <a:t>Sed risus enim</a:t>
            </a:r>
          </a:p>
          <a:p>
            <a:endParaRPr lang="en-US"/>
          </a:p>
        </p:txBody>
      </p:sp>
      <p:sp>
        <p:nvSpPr>
          <p:cNvPr id="16" name="Pladsholder til tekst 15">
            <a:extLst>
              <a:ext uri="{FF2B5EF4-FFF2-40B4-BE49-F238E27FC236}">
                <a16:creationId xmlns:a16="http://schemas.microsoft.com/office/drawing/2014/main" id="{C3968019-028D-B0EC-4ED3-7CE59CE96D5B}"/>
              </a:ext>
            </a:extLst>
          </p:cNvPr>
          <p:cNvSpPr>
            <a:spLocks noGrp="1"/>
          </p:cNvSpPr>
          <p:nvPr>
            <p:ph type="body" sz="quarter" idx="20"/>
          </p:nvPr>
        </p:nvSpPr>
        <p:spPr>
          <a:xfrm>
            <a:off x="9854437" y="4429128"/>
            <a:ext cx="1319460" cy="381000"/>
          </a:xfrm>
        </p:spPr>
        <p:txBody>
          <a:bodyPr/>
          <a:lstStyle/>
          <a:p>
            <a:r>
              <a:rPr lang="en-US"/>
              <a:t>Lorem  ipsum</a:t>
            </a:r>
          </a:p>
          <a:p>
            <a:endParaRPr lang="en-US"/>
          </a:p>
        </p:txBody>
      </p:sp>
      <p:sp>
        <p:nvSpPr>
          <p:cNvPr id="6" name="Pladsholder til indhold 5">
            <a:extLst>
              <a:ext uri="{FF2B5EF4-FFF2-40B4-BE49-F238E27FC236}">
                <a16:creationId xmlns:a16="http://schemas.microsoft.com/office/drawing/2014/main" id="{BC6B59F0-DAF5-1F25-334F-4AD5F34F5EBD}"/>
              </a:ext>
            </a:extLst>
          </p:cNvPr>
          <p:cNvSpPr>
            <a:spLocks noGrp="1"/>
          </p:cNvSpPr>
          <p:nvPr>
            <p:ph idx="21"/>
          </p:nvPr>
        </p:nvSpPr>
        <p:spPr>
          <a:xfrm>
            <a:off x="4980992" y="4738688"/>
            <a:ext cx="1319460" cy="983941"/>
          </a:xfrm>
        </p:spPr>
        <p:txBody>
          <a:bodyPr/>
          <a:lstStyle/>
          <a:p>
            <a:r>
              <a:rPr lang="da-DK"/>
              <a:t>Sit amet, consectetur </a:t>
            </a:r>
          </a:p>
          <a:p>
            <a:r>
              <a:rPr lang="da-DK"/>
              <a:t>Ut dapibus</a:t>
            </a:r>
          </a:p>
          <a:p>
            <a:r>
              <a:rPr lang="da-DK"/>
              <a:t>Sed risus enim</a:t>
            </a:r>
          </a:p>
        </p:txBody>
      </p:sp>
      <p:sp>
        <p:nvSpPr>
          <p:cNvPr id="7" name="Pladsholder til tekst 6">
            <a:extLst>
              <a:ext uri="{FF2B5EF4-FFF2-40B4-BE49-F238E27FC236}">
                <a16:creationId xmlns:a16="http://schemas.microsoft.com/office/drawing/2014/main" id="{5BEA0A85-1BB5-0452-F4E7-6EC27FFD98C0}"/>
              </a:ext>
            </a:extLst>
          </p:cNvPr>
          <p:cNvSpPr>
            <a:spLocks noGrp="1"/>
          </p:cNvSpPr>
          <p:nvPr>
            <p:ph type="body" sz="quarter" idx="22"/>
          </p:nvPr>
        </p:nvSpPr>
        <p:spPr>
          <a:xfrm>
            <a:off x="4980992" y="4429128"/>
            <a:ext cx="1319460" cy="381000"/>
          </a:xfrm>
        </p:spPr>
        <p:txBody>
          <a:bodyPr/>
          <a:lstStyle/>
          <a:p>
            <a:r>
              <a:rPr lang="en-US"/>
              <a:t>Lorem  ipsum</a:t>
            </a:r>
          </a:p>
        </p:txBody>
      </p:sp>
      <p:sp>
        <p:nvSpPr>
          <p:cNvPr id="17" name="Pladsholder til indhold 16">
            <a:extLst>
              <a:ext uri="{FF2B5EF4-FFF2-40B4-BE49-F238E27FC236}">
                <a16:creationId xmlns:a16="http://schemas.microsoft.com/office/drawing/2014/main" id="{5E3DAB29-16D3-6738-A4BC-458C26A70708}"/>
              </a:ext>
            </a:extLst>
          </p:cNvPr>
          <p:cNvSpPr>
            <a:spLocks noGrp="1"/>
          </p:cNvSpPr>
          <p:nvPr>
            <p:ph idx="23"/>
          </p:nvPr>
        </p:nvSpPr>
        <p:spPr>
          <a:xfrm>
            <a:off x="7418359" y="4738688"/>
            <a:ext cx="1319460" cy="983941"/>
          </a:xfrm>
        </p:spPr>
        <p:txBody>
          <a:bodyPr/>
          <a:lstStyle/>
          <a:p>
            <a:r>
              <a:rPr lang="da-DK"/>
              <a:t>Sit amet, consectetur </a:t>
            </a:r>
          </a:p>
          <a:p>
            <a:r>
              <a:rPr lang="da-DK"/>
              <a:t>Ut dapibus</a:t>
            </a:r>
          </a:p>
          <a:p>
            <a:r>
              <a:rPr lang="da-DK"/>
              <a:t>Sed risus enim</a:t>
            </a:r>
          </a:p>
          <a:p>
            <a:endParaRPr lang="en-US"/>
          </a:p>
        </p:txBody>
      </p:sp>
      <p:sp>
        <p:nvSpPr>
          <p:cNvPr id="18" name="Pladsholder til tekst 17">
            <a:extLst>
              <a:ext uri="{FF2B5EF4-FFF2-40B4-BE49-F238E27FC236}">
                <a16:creationId xmlns:a16="http://schemas.microsoft.com/office/drawing/2014/main" id="{0020C4D1-21E8-2A1F-33D5-DA88B15D7168}"/>
              </a:ext>
            </a:extLst>
          </p:cNvPr>
          <p:cNvSpPr>
            <a:spLocks noGrp="1"/>
          </p:cNvSpPr>
          <p:nvPr>
            <p:ph type="body" sz="quarter" idx="24"/>
          </p:nvPr>
        </p:nvSpPr>
        <p:spPr>
          <a:xfrm>
            <a:off x="7418359" y="4429128"/>
            <a:ext cx="1319460" cy="381000"/>
          </a:xfrm>
        </p:spPr>
        <p:txBody>
          <a:bodyPr/>
          <a:lstStyle/>
          <a:p>
            <a:r>
              <a:rPr lang="en-US"/>
              <a:t>Lorem  ipsum</a:t>
            </a:r>
          </a:p>
          <a:p>
            <a:endParaRPr lang="en-US"/>
          </a:p>
        </p:txBody>
      </p:sp>
      <p:sp>
        <p:nvSpPr>
          <p:cNvPr id="14" name="Titel 13">
            <a:extLst>
              <a:ext uri="{FF2B5EF4-FFF2-40B4-BE49-F238E27FC236}">
                <a16:creationId xmlns:a16="http://schemas.microsoft.com/office/drawing/2014/main" id="{3AAC85C1-5D69-3791-C8C0-9D642159479C}"/>
              </a:ext>
            </a:extLst>
          </p:cNvPr>
          <p:cNvSpPr>
            <a:spLocks noGrp="1"/>
          </p:cNvSpPr>
          <p:nvPr>
            <p:ph type="title"/>
          </p:nvPr>
        </p:nvSpPr>
        <p:spPr>
          <a:xfrm>
            <a:off x="288000" y="252000"/>
            <a:ext cx="3599502" cy="1811099"/>
          </a:xfrm>
        </p:spPr>
        <p:txBody>
          <a:bodyPr/>
          <a:lstStyle/>
          <a:p>
            <a:r>
              <a:rPr lang="en-US"/>
              <a:t>Lorem ipsum sit amet con incidunct</a:t>
            </a:r>
          </a:p>
        </p:txBody>
      </p:sp>
    </p:spTree>
    <p:extLst>
      <p:ext uri="{BB962C8B-B14F-4D97-AF65-F5344CB8AC3E}">
        <p14:creationId xmlns:p14="http://schemas.microsoft.com/office/powerpoint/2010/main" val="4049026705"/>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9ED75-368B-49E4-3643-AFF42799EA91}"/>
            </a:ext>
          </a:extLst>
        </p:cNvPr>
        <p:cNvGrpSpPr/>
        <p:nvPr/>
      </p:nvGrpSpPr>
      <p:grpSpPr>
        <a:xfrm>
          <a:off x="0" y="0"/>
          <a:ext cx="0" cy="0"/>
          <a:chOff x="0" y="0"/>
          <a:chExt cx="0" cy="0"/>
        </a:xfrm>
      </p:grpSpPr>
      <p:sp>
        <p:nvSpPr>
          <p:cNvPr id="15" name="Pladsholder til indhold 14">
            <a:extLst>
              <a:ext uri="{FF2B5EF4-FFF2-40B4-BE49-F238E27FC236}">
                <a16:creationId xmlns:a16="http://schemas.microsoft.com/office/drawing/2014/main" id="{EA337138-78B8-DC79-FB1D-5BB0F21E94B8}"/>
              </a:ext>
            </a:extLst>
          </p:cNvPr>
          <p:cNvSpPr>
            <a:spLocks noGrp="1"/>
          </p:cNvSpPr>
          <p:nvPr>
            <p:ph idx="19"/>
          </p:nvPr>
        </p:nvSpPr>
        <p:spPr>
          <a:xfrm>
            <a:off x="9855726" y="4738688"/>
            <a:ext cx="1319460" cy="983941"/>
          </a:xfrm>
        </p:spPr>
        <p:txBody>
          <a:bodyPr/>
          <a:lstStyle/>
          <a:p>
            <a:r>
              <a:rPr lang="da-DK"/>
              <a:t>Sit amet, consectetur </a:t>
            </a:r>
          </a:p>
          <a:p>
            <a:r>
              <a:rPr lang="da-DK"/>
              <a:t>Ut dapibus</a:t>
            </a:r>
          </a:p>
          <a:p>
            <a:r>
              <a:rPr lang="da-DK"/>
              <a:t>Sed risus enim</a:t>
            </a:r>
          </a:p>
          <a:p>
            <a:endParaRPr lang="en-US"/>
          </a:p>
        </p:txBody>
      </p:sp>
      <p:sp>
        <p:nvSpPr>
          <p:cNvPr id="16" name="Pladsholder til tekst 15">
            <a:extLst>
              <a:ext uri="{FF2B5EF4-FFF2-40B4-BE49-F238E27FC236}">
                <a16:creationId xmlns:a16="http://schemas.microsoft.com/office/drawing/2014/main" id="{5BD9FCE5-1CB4-DCD3-BE26-CD2EB492BC97}"/>
              </a:ext>
            </a:extLst>
          </p:cNvPr>
          <p:cNvSpPr>
            <a:spLocks noGrp="1"/>
          </p:cNvSpPr>
          <p:nvPr>
            <p:ph type="body" sz="quarter" idx="20"/>
          </p:nvPr>
        </p:nvSpPr>
        <p:spPr>
          <a:xfrm>
            <a:off x="9854437" y="4429128"/>
            <a:ext cx="1319460" cy="381000"/>
          </a:xfrm>
        </p:spPr>
        <p:txBody>
          <a:bodyPr/>
          <a:lstStyle/>
          <a:p>
            <a:r>
              <a:rPr lang="en-US"/>
              <a:t>Lorem  ipsum</a:t>
            </a:r>
          </a:p>
          <a:p>
            <a:endParaRPr lang="en-US"/>
          </a:p>
        </p:txBody>
      </p:sp>
      <p:sp>
        <p:nvSpPr>
          <p:cNvPr id="6" name="Pladsholder til indhold 5">
            <a:extLst>
              <a:ext uri="{FF2B5EF4-FFF2-40B4-BE49-F238E27FC236}">
                <a16:creationId xmlns:a16="http://schemas.microsoft.com/office/drawing/2014/main" id="{9D9A5579-5A4C-54C6-1C01-C09F4C12A738}"/>
              </a:ext>
            </a:extLst>
          </p:cNvPr>
          <p:cNvSpPr>
            <a:spLocks noGrp="1"/>
          </p:cNvSpPr>
          <p:nvPr>
            <p:ph idx="21"/>
          </p:nvPr>
        </p:nvSpPr>
        <p:spPr>
          <a:xfrm>
            <a:off x="4980992" y="4738688"/>
            <a:ext cx="1319460" cy="983941"/>
          </a:xfrm>
        </p:spPr>
        <p:txBody>
          <a:bodyPr/>
          <a:lstStyle/>
          <a:p>
            <a:r>
              <a:rPr lang="da-DK"/>
              <a:t>Sit amet, consectetur </a:t>
            </a:r>
          </a:p>
          <a:p>
            <a:r>
              <a:rPr lang="da-DK"/>
              <a:t>Ut dapibus</a:t>
            </a:r>
          </a:p>
          <a:p>
            <a:r>
              <a:rPr lang="da-DK"/>
              <a:t>Sed risus enim</a:t>
            </a:r>
          </a:p>
        </p:txBody>
      </p:sp>
      <p:sp>
        <p:nvSpPr>
          <p:cNvPr id="7" name="Pladsholder til tekst 6">
            <a:extLst>
              <a:ext uri="{FF2B5EF4-FFF2-40B4-BE49-F238E27FC236}">
                <a16:creationId xmlns:a16="http://schemas.microsoft.com/office/drawing/2014/main" id="{44A37FC2-F740-F673-8524-F29F13809A49}"/>
              </a:ext>
            </a:extLst>
          </p:cNvPr>
          <p:cNvSpPr>
            <a:spLocks noGrp="1"/>
          </p:cNvSpPr>
          <p:nvPr>
            <p:ph type="body" sz="quarter" idx="22"/>
          </p:nvPr>
        </p:nvSpPr>
        <p:spPr>
          <a:xfrm>
            <a:off x="4980992" y="4429128"/>
            <a:ext cx="1319460" cy="381000"/>
          </a:xfrm>
        </p:spPr>
        <p:txBody>
          <a:bodyPr/>
          <a:lstStyle/>
          <a:p>
            <a:r>
              <a:rPr lang="en-US"/>
              <a:t>Lorem  ipsum</a:t>
            </a:r>
          </a:p>
        </p:txBody>
      </p:sp>
      <p:sp>
        <p:nvSpPr>
          <p:cNvPr id="17" name="Pladsholder til indhold 16">
            <a:extLst>
              <a:ext uri="{FF2B5EF4-FFF2-40B4-BE49-F238E27FC236}">
                <a16:creationId xmlns:a16="http://schemas.microsoft.com/office/drawing/2014/main" id="{FB58D616-1AAC-5147-12BC-E54A1423CAAD}"/>
              </a:ext>
            </a:extLst>
          </p:cNvPr>
          <p:cNvSpPr>
            <a:spLocks noGrp="1"/>
          </p:cNvSpPr>
          <p:nvPr>
            <p:ph idx="23"/>
          </p:nvPr>
        </p:nvSpPr>
        <p:spPr>
          <a:xfrm>
            <a:off x="7418359" y="4738688"/>
            <a:ext cx="1319460" cy="983941"/>
          </a:xfrm>
        </p:spPr>
        <p:txBody>
          <a:bodyPr/>
          <a:lstStyle/>
          <a:p>
            <a:r>
              <a:rPr lang="da-DK"/>
              <a:t>Sit amet, consectetur </a:t>
            </a:r>
          </a:p>
          <a:p>
            <a:r>
              <a:rPr lang="da-DK"/>
              <a:t>Ut dapibus</a:t>
            </a:r>
          </a:p>
          <a:p>
            <a:r>
              <a:rPr lang="da-DK"/>
              <a:t>Sed risus enim</a:t>
            </a:r>
          </a:p>
          <a:p>
            <a:endParaRPr lang="en-US"/>
          </a:p>
        </p:txBody>
      </p:sp>
      <p:sp>
        <p:nvSpPr>
          <p:cNvPr id="18" name="Pladsholder til tekst 17">
            <a:extLst>
              <a:ext uri="{FF2B5EF4-FFF2-40B4-BE49-F238E27FC236}">
                <a16:creationId xmlns:a16="http://schemas.microsoft.com/office/drawing/2014/main" id="{F57EFF05-0018-9CF9-2F79-6E4513A46F9F}"/>
              </a:ext>
            </a:extLst>
          </p:cNvPr>
          <p:cNvSpPr>
            <a:spLocks noGrp="1"/>
          </p:cNvSpPr>
          <p:nvPr>
            <p:ph type="body" sz="quarter" idx="24"/>
          </p:nvPr>
        </p:nvSpPr>
        <p:spPr>
          <a:xfrm>
            <a:off x="7418359" y="4429128"/>
            <a:ext cx="1319460" cy="381000"/>
          </a:xfrm>
        </p:spPr>
        <p:txBody>
          <a:bodyPr/>
          <a:lstStyle/>
          <a:p>
            <a:r>
              <a:rPr lang="en-US"/>
              <a:t>Lorem  ipsum</a:t>
            </a:r>
          </a:p>
          <a:p>
            <a:endParaRPr lang="en-US"/>
          </a:p>
        </p:txBody>
      </p:sp>
      <p:sp>
        <p:nvSpPr>
          <p:cNvPr id="14" name="Titel 13">
            <a:extLst>
              <a:ext uri="{FF2B5EF4-FFF2-40B4-BE49-F238E27FC236}">
                <a16:creationId xmlns:a16="http://schemas.microsoft.com/office/drawing/2014/main" id="{CE09BE62-DA3B-1E41-F82D-C45D4C5BDB87}"/>
              </a:ext>
            </a:extLst>
          </p:cNvPr>
          <p:cNvSpPr>
            <a:spLocks noGrp="1"/>
          </p:cNvSpPr>
          <p:nvPr>
            <p:ph type="title"/>
          </p:nvPr>
        </p:nvSpPr>
        <p:spPr>
          <a:xfrm>
            <a:off x="288000" y="252000"/>
            <a:ext cx="3599502" cy="1811099"/>
          </a:xfrm>
        </p:spPr>
        <p:txBody>
          <a:bodyPr/>
          <a:lstStyle/>
          <a:p>
            <a:r>
              <a:rPr lang="en-US"/>
              <a:t>Lorem ipsum sit amet con incidunct</a:t>
            </a:r>
          </a:p>
        </p:txBody>
      </p:sp>
    </p:spTree>
    <p:extLst>
      <p:ext uri="{BB962C8B-B14F-4D97-AF65-F5344CB8AC3E}">
        <p14:creationId xmlns:p14="http://schemas.microsoft.com/office/powerpoint/2010/main" val="2575874525"/>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ladsholder til billede 18">
            <a:extLst>
              <a:ext uri="{FF2B5EF4-FFF2-40B4-BE49-F238E27FC236}">
                <a16:creationId xmlns:a16="http://schemas.microsoft.com/office/drawing/2014/main" id="{6861FEA5-BA13-B021-B564-C15E3410D970}"/>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26786" r="26786"/>
          <a:stretch/>
        </p:blipFill>
        <p:spPr>
          <a:xfrm>
            <a:off x="288000" y="252000"/>
            <a:ext cx="2808000" cy="6080400"/>
          </a:xfrm>
        </p:spPr>
      </p:pic>
      <p:pic>
        <p:nvPicPr>
          <p:cNvPr id="21" name="Pladsholder til billede 20">
            <a:extLst>
              <a:ext uri="{FF2B5EF4-FFF2-40B4-BE49-F238E27FC236}">
                <a16:creationId xmlns:a16="http://schemas.microsoft.com/office/drawing/2014/main" id="{389BD434-3763-50AA-D1FC-A1FD10FB6037}"/>
              </a:ext>
            </a:extLst>
          </p:cNvPr>
          <p:cNvPicPr>
            <a:picLocks noGrp="1" noChangeAspect="1"/>
          </p:cNvPicPr>
          <p:nvPr>
            <p:ph type="pic" sz="quarter" idx="17"/>
          </p:nvPr>
        </p:nvPicPr>
        <p:blipFill>
          <a:blip r:embed="rId3">
            <a:extLst>
              <a:ext uri="{28A0092B-C50C-407E-A947-70E740481C1C}">
                <a14:useLocalDpi xmlns:a14="http://schemas.microsoft.com/office/drawing/2010/main" val="0"/>
              </a:ext>
            </a:extLst>
          </a:blip>
          <a:srcRect l="34410" r="34410"/>
          <a:stretch/>
        </p:blipFill>
        <p:spPr>
          <a:xfrm>
            <a:off x="3198942" y="252000"/>
            <a:ext cx="2844000" cy="6079226"/>
          </a:xfrm>
        </p:spPr>
      </p:pic>
      <p:pic>
        <p:nvPicPr>
          <p:cNvPr id="23" name="Pladsholder til billede 22">
            <a:extLst>
              <a:ext uri="{FF2B5EF4-FFF2-40B4-BE49-F238E27FC236}">
                <a16:creationId xmlns:a16="http://schemas.microsoft.com/office/drawing/2014/main" id="{DFDDD751-E678-D7E2-4C9E-F7FBF4BA611B}"/>
              </a:ext>
            </a:extLst>
          </p:cNvPr>
          <p:cNvPicPr>
            <a:picLocks noGrp="1" noChangeAspect="1"/>
          </p:cNvPicPr>
          <p:nvPr>
            <p:ph type="pic" sz="quarter" idx="18"/>
          </p:nvPr>
        </p:nvPicPr>
        <p:blipFill>
          <a:blip r:embed="rId4">
            <a:extLst>
              <a:ext uri="{28A0092B-C50C-407E-A947-70E740481C1C}">
                <a14:useLocalDpi xmlns:a14="http://schemas.microsoft.com/office/drawing/2010/main" val="0"/>
              </a:ext>
            </a:extLst>
          </a:blip>
          <a:srcRect l="29132" r="29132"/>
          <a:stretch/>
        </p:blipFill>
        <p:spPr>
          <a:xfrm>
            <a:off x="6145884" y="252000"/>
            <a:ext cx="2844000" cy="6079226"/>
          </a:xfrm>
        </p:spPr>
      </p:pic>
      <p:pic>
        <p:nvPicPr>
          <p:cNvPr id="25" name="Pladsholder til billede 24">
            <a:extLst>
              <a:ext uri="{FF2B5EF4-FFF2-40B4-BE49-F238E27FC236}">
                <a16:creationId xmlns:a16="http://schemas.microsoft.com/office/drawing/2014/main" id="{D72DF837-E121-8005-FDD3-6FD5406F788B}"/>
              </a:ext>
            </a:extLst>
          </p:cNvPr>
          <p:cNvPicPr>
            <a:picLocks noGrp="1" noChangeAspect="1"/>
          </p:cNvPicPr>
          <p:nvPr>
            <p:ph type="pic" sz="quarter" idx="19"/>
          </p:nvPr>
        </p:nvPicPr>
        <p:blipFill>
          <a:blip r:embed="rId5">
            <a:extLst>
              <a:ext uri="{28A0092B-C50C-407E-A947-70E740481C1C}">
                <a14:useLocalDpi xmlns:a14="http://schemas.microsoft.com/office/drawing/2010/main" val="0"/>
              </a:ext>
            </a:extLst>
          </a:blip>
          <a:srcRect l="26819" r="26819"/>
          <a:stretch/>
        </p:blipFill>
        <p:spPr>
          <a:xfrm>
            <a:off x="9092825" y="252000"/>
            <a:ext cx="2808000" cy="6079226"/>
          </a:xfrm>
        </p:spPr>
      </p:pic>
      <p:grpSp>
        <p:nvGrpSpPr>
          <p:cNvPr id="12" name="Gruppe 11">
            <a:extLst>
              <a:ext uri="{FF2B5EF4-FFF2-40B4-BE49-F238E27FC236}">
                <a16:creationId xmlns:a16="http://schemas.microsoft.com/office/drawing/2014/main" id="{F898D2E2-552F-18A1-039E-C63EA66D8D92}"/>
              </a:ext>
            </a:extLst>
          </p:cNvPr>
          <p:cNvGrpSpPr/>
          <p:nvPr/>
        </p:nvGrpSpPr>
        <p:grpSpPr>
          <a:xfrm>
            <a:off x="436117" y="384584"/>
            <a:ext cx="641381" cy="560775"/>
            <a:chOff x="260185" y="254907"/>
            <a:chExt cx="641381" cy="560775"/>
          </a:xfrm>
        </p:grpSpPr>
        <p:sp>
          <p:nvSpPr>
            <p:cNvPr id="13" name="Afrundet rektangel 12">
              <a:extLst>
                <a:ext uri="{FF2B5EF4-FFF2-40B4-BE49-F238E27FC236}">
                  <a16:creationId xmlns:a16="http://schemas.microsoft.com/office/drawing/2014/main" id="{A8A2A22E-EABD-A54E-BBE4-522F8B30C3B8}"/>
                </a:ext>
              </a:extLst>
            </p:cNvPr>
            <p:cNvSpPr/>
            <p:nvPr/>
          </p:nvSpPr>
          <p:spPr>
            <a:xfrm>
              <a:off x="260185" y="254907"/>
              <a:ext cx="387515" cy="151200"/>
            </a:xfrm>
            <a:prstGeom prst="roundRect">
              <a:avLst>
                <a:gd name="adj" fmla="val 5000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Flokk</a:t>
              </a:r>
            </a:p>
          </p:txBody>
        </p:sp>
        <p:sp>
          <p:nvSpPr>
            <p:cNvPr id="14" name="Afrundet rektangel 13">
              <a:extLst>
                <a:ext uri="{FF2B5EF4-FFF2-40B4-BE49-F238E27FC236}">
                  <a16:creationId xmlns:a16="http://schemas.microsoft.com/office/drawing/2014/main" id="{0193F553-A953-25C3-5379-1416459FF77F}"/>
                </a:ext>
              </a:extLst>
            </p:cNvPr>
            <p:cNvSpPr/>
            <p:nvPr/>
          </p:nvSpPr>
          <p:spPr>
            <a:xfrm>
              <a:off x="260185" y="459694"/>
              <a:ext cx="641381" cy="151200"/>
            </a:xfrm>
            <a:prstGeom prst="roundRect">
              <a:avLst>
                <a:gd name="adj" fmla="val 5000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Technology</a:t>
              </a:r>
            </a:p>
          </p:txBody>
        </p:sp>
        <p:sp>
          <p:nvSpPr>
            <p:cNvPr id="15" name="Afrundet rektangel 14">
              <a:extLst>
                <a:ext uri="{FF2B5EF4-FFF2-40B4-BE49-F238E27FC236}">
                  <a16:creationId xmlns:a16="http://schemas.microsoft.com/office/drawing/2014/main" id="{688B1916-F143-6D63-2683-2FE0BDDA3917}"/>
                </a:ext>
              </a:extLst>
            </p:cNvPr>
            <p:cNvSpPr/>
            <p:nvPr/>
          </p:nvSpPr>
          <p:spPr>
            <a:xfrm>
              <a:off x="288761" y="664482"/>
              <a:ext cx="320840" cy="151200"/>
            </a:xfrm>
            <a:prstGeom prst="roundRect">
              <a:avLst>
                <a:gd name="adj" fmla="val 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2022</a:t>
              </a:r>
            </a:p>
          </p:txBody>
        </p:sp>
        <p:cxnSp>
          <p:nvCxnSpPr>
            <p:cNvPr id="16" name="Lige forbindelse 15">
              <a:extLst>
                <a:ext uri="{FF2B5EF4-FFF2-40B4-BE49-F238E27FC236}">
                  <a16:creationId xmlns:a16="http://schemas.microsoft.com/office/drawing/2014/main" id="{761378C1-5701-76BC-2D80-A311B731995E}"/>
                </a:ext>
              </a:extLst>
            </p:cNvPr>
            <p:cNvCxnSpPr/>
            <p:nvPr/>
          </p:nvCxnSpPr>
          <p:spPr>
            <a:xfrm>
              <a:off x="361950" y="405313"/>
              <a:ext cx="0" cy="55175"/>
            </a:xfrm>
            <a:prstGeom prst="line">
              <a:avLst/>
            </a:prstGeom>
            <a:ln w="9525" cap="flat" cmpd="sng" algn="ctr">
              <a:solidFill>
                <a:schemeClr val="bg1"/>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cxnSp>
          <p:nvCxnSpPr>
            <p:cNvPr id="17" name="Lige forbindelse 16">
              <a:extLst>
                <a:ext uri="{FF2B5EF4-FFF2-40B4-BE49-F238E27FC236}">
                  <a16:creationId xmlns:a16="http://schemas.microsoft.com/office/drawing/2014/main" id="{A32FEA1F-FC01-2D50-5761-BCFECF5C2440}"/>
                </a:ext>
              </a:extLst>
            </p:cNvPr>
            <p:cNvCxnSpPr/>
            <p:nvPr/>
          </p:nvCxnSpPr>
          <p:spPr>
            <a:xfrm>
              <a:off x="361950" y="610100"/>
              <a:ext cx="0" cy="55175"/>
            </a:xfrm>
            <a:prstGeom prst="line">
              <a:avLst/>
            </a:prstGeom>
            <a:ln w="9525" cap="flat" cmpd="sng" algn="ctr">
              <a:solidFill>
                <a:schemeClr val="bg1"/>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grpSp>
      <p:grpSp>
        <p:nvGrpSpPr>
          <p:cNvPr id="26" name="Gruppe 25">
            <a:extLst>
              <a:ext uri="{FF2B5EF4-FFF2-40B4-BE49-F238E27FC236}">
                <a16:creationId xmlns:a16="http://schemas.microsoft.com/office/drawing/2014/main" id="{B4871F60-0B10-206E-4AEE-5411EA809CFF}"/>
              </a:ext>
            </a:extLst>
          </p:cNvPr>
          <p:cNvGrpSpPr/>
          <p:nvPr/>
        </p:nvGrpSpPr>
        <p:grpSpPr>
          <a:xfrm>
            <a:off x="3385652" y="384584"/>
            <a:ext cx="863765" cy="560775"/>
            <a:chOff x="260185" y="254907"/>
            <a:chExt cx="863765" cy="560775"/>
          </a:xfrm>
        </p:grpSpPr>
        <p:sp>
          <p:nvSpPr>
            <p:cNvPr id="27" name="Afrundet rektangel 26">
              <a:extLst>
                <a:ext uri="{FF2B5EF4-FFF2-40B4-BE49-F238E27FC236}">
                  <a16:creationId xmlns:a16="http://schemas.microsoft.com/office/drawing/2014/main" id="{40CA642F-B4F5-F4C1-2FA4-392D9C34EAB1}"/>
                </a:ext>
              </a:extLst>
            </p:cNvPr>
            <p:cNvSpPr/>
            <p:nvPr/>
          </p:nvSpPr>
          <p:spPr>
            <a:xfrm>
              <a:off x="260185" y="254907"/>
              <a:ext cx="387515" cy="151200"/>
            </a:xfrm>
            <a:prstGeom prst="roundRect">
              <a:avLst>
                <a:gd name="adj" fmla="val 5000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Metro</a:t>
              </a:r>
            </a:p>
          </p:txBody>
        </p:sp>
        <p:sp>
          <p:nvSpPr>
            <p:cNvPr id="28" name="Afrundet rektangel 27">
              <a:extLst>
                <a:ext uri="{FF2B5EF4-FFF2-40B4-BE49-F238E27FC236}">
                  <a16:creationId xmlns:a16="http://schemas.microsoft.com/office/drawing/2014/main" id="{036971FB-9360-4CF6-4564-6F9599C4096E}"/>
                </a:ext>
              </a:extLst>
            </p:cNvPr>
            <p:cNvSpPr/>
            <p:nvPr/>
          </p:nvSpPr>
          <p:spPr>
            <a:xfrm>
              <a:off x="260185" y="459694"/>
              <a:ext cx="863765" cy="151200"/>
            </a:xfrm>
            <a:prstGeom prst="roundRect">
              <a:avLst>
                <a:gd name="adj" fmla="val 5000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Digitale løsninger</a:t>
              </a:r>
            </a:p>
          </p:txBody>
        </p:sp>
        <p:sp>
          <p:nvSpPr>
            <p:cNvPr id="29" name="Afrundet rektangel 28">
              <a:extLst>
                <a:ext uri="{FF2B5EF4-FFF2-40B4-BE49-F238E27FC236}">
                  <a16:creationId xmlns:a16="http://schemas.microsoft.com/office/drawing/2014/main" id="{612A40F0-8883-34E6-977C-DFC184B99D95}"/>
                </a:ext>
              </a:extLst>
            </p:cNvPr>
            <p:cNvSpPr/>
            <p:nvPr/>
          </p:nvSpPr>
          <p:spPr>
            <a:xfrm>
              <a:off x="288761" y="664482"/>
              <a:ext cx="320840" cy="151200"/>
            </a:xfrm>
            <a:prstGeom prst="roundRect">
              <a:avLst>
                <a:gd name="adj" fmla="val 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2024</a:t>
              </a:r>
            </a:p>
          </p:txBody>
        </p:sp>
        <p:cxnSp>
          <p:nvCxnSpPr>
            <p:cNvPr id="30" name="Lige forbindelse 29">
              <a:extLst>
                <a:ext uri="{FF2B5EF4-FFF2-40B4-BE49-F238E27FC236}">
                  <a16:creationId xmlns:a16="http://schemas.microsoft.com/office/drawing/2014/main" id="{0CB29841-EBF6-1613-9EC3-9DC3AADB4378}"/>
                </a:ext>
              </a:extLst>
            </p:cNvPr>
            <p:cNvCxnSpPr/>
            <p:nvPr/>
          </p:nvCxnSpPr>
          <p:spPr>
            <a:xfrm>
              <a:off x="361950" y="405313"/>
              <a:ext cx="0" cy="55175"/>
            </a:xfrm>
            <a:prstGeom prst="line">
              <a:avLst/>
            </a:prstGeom>
            <a:ln w="9525" cap="flat" cmpd="sng" algn="ctr">
              <a:solidFill>
                <a:schemeClr val="bg1"/>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cxnSp>
          <p:nvCxnSpPr>
            <p:cNvPr id="31" name="Lige forbindelse 30">
              <a:extLst>
                <a:ext uri="{FF2B5EF4-FFF2-40B4-BE49-F238E27FC236}">
                  <a16:creationId xmlns:a16="http://schemas.microsoft.com/office/drawing/2014/main" id="{43573F94-172C-3F15-9B00-3975CBC6435E}"/>
                </a:ext>
              </a:extLst>
            </p:cNvPr>
            <p:cNvCxnSpPr/>
            <p:nvPr/>
          </p:nvCxnSpPr>
          <p:spPr>
            <a:xfrm>
              <a:off x="361950" y="610100"/>
              <a:ext cx="0" cy="55175"/>
            </a:xfrm>
            <a:prstGeom prst="line">
              <a:avLst/>
            </a:prstGeom>
            <a:ln w="9525" cap="flat" cmpd="sng" algn="ctr">
              <a:solidFill>
                <a:schemeClr val="bg1"/>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grpSp>
      <p:grpSp>
        <p:nvGrpSpPr>
          <p:cNvPr id="32" name="Gruppe 31">
            <a:extLst>
              <a:ext uri="{FF2B5EF4-FFF2-40B4-BE49-F238E27FC236}">
                <a16:creationId xmlns:a16="http://schemas.microsoft.com/office/drawing/2014/main" id="{EEBACDC7-0BEF-3CDA-6273-EB76B67BF5BC}"/>
              </a:ext>
            </a:extLst>
          </p:cNvPr>
          <p:cNvGrpSpPr/>
          <p:nvPr/>
        </p:nvGrpSpPr>
        <p:grpSpPr>
          <a:xfrm>
            <a:off x="6328918" y="384584"/>
            <a:ext cx="737803" cy="560775"/>
            <a:chOff x="260185" y="254907"/>
            <a:chExt cx="737803" cy="560775"/>
          </a:xfrm>
        </p:grpSpPr>
        <p:sp>
          <p:nvSpPr>
            <p:cNvPr id="33" name="Afrundet rektangel 32">
              <a:extLst>
                <a:ext uri="{FF2B5EF4-FFF2-40B4-BE49-F238E27FC236}">
                  <a16:creationId xmlns:a16="http://schemas.microsoft.com/office/drawing/2014/main" id="{F19195A7-B37B-0F39-83D4-035C09F0094B}"/>
                </a:ext>
              </a:extLst>
            </p:cNvPr>
            <p:cNvSpPr/>
            <p:nvPr/>
          </p:nvSpPr>
          <p:spPr>
            <a:xfrm>
              <a:off x="260185" y="254907"/>
              <a:ext cx="548507" cy="151200"/>
            </a:xfrm>
            <a:prstGeom prst="roundRect">
              <a:avLst>
                <a:gd name="adj" fmla="val 5000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Hærvejen</a:t>
              </a:r>
            </a:p>
          </p:txBody>
        </p:sp>
        <p:sp>
          <p:nvSpPr>
            <p:cNvPr id="34" name="Afrundet rektangel 33">
              <a:extLst>
                <a:ext uri="{FF2B5EF4-FFF2-40B4-BE49-F238E27FC236}">
                  <a16:creationId xmlns:a16="http://schemas.microsoft.com/office/drawing/2014/main" id="{8075FC89-5D7C-96AE-E38D-1CF70658F513}"/>
                </a:ext>
              </a:extLst>
            </p:cNvPr>
            <p:cNvSpPr/>
            <p:nvPr/>
          </p:nvSpPr>
          <p:spPr>
            <a:xfrm>
              <a:off x="260185" y="459694"/>
              <a:ext cx="737803" cy="151200"/>
            </a:xfrm>
            <a:prstGeom prst="roundRect">
              <a:avLst>
                <a:gd name="adj" fmla="val 5000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Visual identity</a:t>
              </a:r>
            </a:p>
          </p:txBody>
        </p:sp>
        <p:sp>
          <p:nvSpPr>
            <p:cNvPr id="35" name="Afrundet rektangel 34">
              <a:extLst>
                <a:ext uri="{FF2B5EF4-FFF2-40B4-BE49-F238E27FC236}">
                  <a16:creationId xmlns:a16="http://schemas.microsoft.com/office/drawing/2014/main" id="{9E3BB4DD-2539-8AC0-F1A7-5023865F1F35}"/>
                </a:ext>
              </a:extLst>
            </p:cNvPr>
            <p:cNvSpPr/>
            <p:nvPr/>
          </p:nvSpPr>
          <p:spPr>
            <a:xfrm>
              <a:off x="288761" y="664482"/>
              <a:ext cx="320840" cy="151200"/>
            </a:xfrm>
            <a:prstGeom prst="roundRect">
              <a:avLst>
                <a:gd name="adj" fmla="val 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2024</a:t>
              </a:r>
            </a:p>
          </p:txBody>
        </p:sp>
        <p:cxnSp>
          <p:nvCxnSpPr>
            <p:cNvPr id="36" name="Lige forbindelse 35">
              <a:extLst>
                <a:ext uri="{FF2B5EF4-FFF2-40B4-BE49-F238E27FC236}">
                  <a16:creationId xmlns:a16="http://schemas.microsoft.com/office/drawing/2014/main" id="{F0ABB261-E7C2-9B21-C748-C1DE8F78DE1F}"/>
                </a:ext>
              </a:extLst>
            </p:cNvPr>
            <p:cNvCxnSpPr/>
            <p:nvPr/>
          </p:nvCxnSpPr>
          <p:spPr>
            <a:xfrm>
              <a:off x="361950" y="405313"/>
              <a:ext cx="0" cy="55175"/>
            </a:xfrm>
            <a:prstGeom prst="line">
              <a:avLst/>
            </a:prstGeom>
            <a:ln w="9525" cap="flat" cmpd="sng" algn="ctr">
              <a:solidFill>
                <a:schemeClr val="bg1"/>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cxnSp>
          <p:nvCxnSpPr>
            <p:cNvPr id="37" name="Lige forbindelse 36">
              <a:extLst>
                <a:ext uri="{FF2B5EF4-FFF2-40B4-BE49-F238E27FC236}">
                  <a16:creationId xmlns:a16="http://schemas.microsoft.com/office/drawing/2014/main" id="{97BDB837-C4FC-A7AC-17F9-F659F7FF1687}"/>
                </a:ext>
              </a:extLst>
            </p:cNvPr>
            <p:cNvCxnSpPr/>
            <p:nvPr/>
          </p:nvCxnSpPr>
          <p:spPr>
            <a:xfrm>
              <a:off x="361950" y="610100"/>
              <a:ext cx="0" cy="55175"/>
            </a:xfrm>
            <a:prstGeom prst="line">
              <a:avLst/>
            </a:prstGeom>
            <a:ln w="9525" cap="flat" cmpd="sng" algn="ctr">
              <a:solidFill>
                <a:schemeClr val="bg1"/>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grpSp>
      <p:grpSp>
        <p:nvGrpSpPr>
          <p:cNvPr id="38" name="Gruppe 37">
            <a:extLst>
              <a:ext uri="{FF2B5EF4-FFF2-40B4-BE49-F238E27FC236}">
                <a16:creationId xmlns:a16="http://schemas.microsoft.com/office/drawing/2014/main" id="{30643AE3-52E7-F7AF-BBB4-62D7D77472E9}"/>
              </a:ext>
            </a:extLst>
          </p:cNvPr>
          <p:cNvGrpSpPr/>
          <p:nvPr/>
        </p:nvGrpSpPr>
        <p:grpSpPr>
          <a:xfrm>
            <a:off x="9275318" y="384584"/>
            <a:ext cx="777367" cy="560775"/>
            <a:chOff x="260185" y="254907"/>
            <a:chExt cx="777367" cy="560775"/>
          </a:xfrm>
        </p:grpSpPr>
        <p:sp>
          <p:nvSpPr>
            <p:cNvPr id="39" name="Afrundet rektangel 38">
              <a:extLst>
                <a:ext uri="{FF2B5EF4-FFF2-40B4-BE49-F238E27FC236}">
                  <a16:creationId xmlns:a16="http://schemas.microsoft.com/office/drawing/2014/main" id="{2A856877-5FED-4B55-4312-328BC021DE78}"/>
                </a:ext>
              </a:extLst>
            </p:cNvPr>
            <p:cNvSpPr/>
            <p:nvPr/>
          </p:nvSpPr>
          <p:spPr>
            <a:xfrm>
              <a:off x="260185" y="254907"/>
              <a:ext cx="527109" cy="151200"/>
            </a:xfrm>
            <a:prstGeom prst="roundRect">
              <a:avLst>
                <a:gd name="adj" fmla="val 5000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Hus Forbi</a:t>
              </a:r>
            </a:p>
          </p:txBody>
        </p:sp>
        <p:sp>
          <p:nvSpPr>
            <p:cNvPr id="40" name="Afrundet rektangel 39">
              <a:extLst>
                <a:ext uri="{FF2B5EF4-FFF2-40B4-BE49-F238E27FC236}">
                  <a16:creationId xmlns:a16="http://schemas.microsoft.com/office/drawing/2014/main" id="{2AF6B961-9A4B-8C30-E6A0-97CEBDB7928A}"/>
                </a:ext>
              </a:extLst>
            </p:cNvPr>
            <p:cNvSpPr/>
            <p:nvPr/>
          </p:nvSpPr>
          <p:spPr>
            <a:xfrm>
              <a:off x="260186" y="459694"/>
              <a:ext cx="777366" cy="151200"/>
            </a:xfrm>
            <a:prstGeom prst="roundRect">
              <a:avLst>
                <a:gd name="adj" fmla="val 5000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Agenda Setting</a:t>
              </a:r>
            </a:p>
          </p:txBody>
        </p:sp>
        <p:sp>
          <p:nvSpPr>
            <p:cNvPr id="41" name="Afrundet rektangel 40">
              <a:extLst>
                <a:ext uri="{FF2B5EF4-FFF2-40B4-BE49-F238E27FC236}">
                  <a16:creationId xmlns:a16="http://schemas.microsoft.com/office/drawing/2014/main" id="{9C6ECAB9-878A-6992-E7BB-14246AFBD624}"/>
                </a:ext>
              </a:extLst>
            </p:cNvPr>
            <p:cNvSpPr/>
            <p:nvPr/>
          </p:nvSpPr>
          <p:spPr>
            <a:xfrm>
              <a:off x="288761" y="664482"/>
              <a:ext cx="320840" cy="151200"/>
            </a:xfrm>
            <a:prstGeom prst="roundRect">
              <a:avLst>
                <a:gd name="adj" fmla="val 0"/>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bg1"/>
                  </a:solidFill>
                  <a:cs typeface="Arial"/>
                </a:rPr>
                <a:t>2021</a:t>
              </a:r>
            </a:p>
          </p:txBody>
        </p:sp>
        <p:cxnSp>
          <p:nvCxnSpPr>
            <p:cNvPr id="42" name="Lige forbindelse 41">
              <a:extLst>
                <a:ext uri="{FF2B5EF4-FFF2-40B4-BE49-F238E27FC236}">
                  <a16:creationId xmlns:a16="http://schemas.microsoft.com/office/drawing/2014/main" id="{05FB9F00-ABF4-CCB9-0E33-E2E4A641E315}"/>
                </a:ext>
              </a:extLst>
            </p:cNvPr>
            <p:cNvCxnSpPr/>
            <p:nvPr/>
          </p:nvCxnSpPr>
          <p:spPr>
            <a:xfrm>
              <a:off x="361950" y="405313"/>
              <a:ext cx="0" cy="55175"/>
            </a:xfrm>
            <a:prstGeom prst="line">
              <a:avLst/>
            </a:prstGeom>
            <a:ln w="9525" cap="flat" cmpd="sng" algn="ctr">
              <a:solidFill>
                <a:schemeClr val="bg1"/>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cxnSp>
          <p:nvCxnSpPr>
            <p:cNvPr id="43" name="Lige forbindelse 42">
              <a:extLst>
                <a:ext uri="{FF2B5EF4-FFF2-40B4-BE49-F238E27FC236}">
                  <a16:creationId xmlns:a16="http://schemas.microsoft.com/office/drawing/2014/main" id="{3BFE7B3C-EDE5-06A6-0EF5-9AD3DB416E90}"/>
                </a:ext>
              </a:extLst>
            </p:cNvPr>
            <p:cNvCxnSpPr/>
            <p:nvPr/>
          </p:nvCxnSpPr>
          <p:spPr>
            <a:xfrm>
              <a:off x="361950" y="610100"/>
              <a:ext cx="0" cy="55175"/>
            </a:xfrm>
            <a:prstGeom prst="line">
              <a:avLst/>
            </a:prstGeom>
            <a:ln w="9525" cap="flat" cmpd="sng" algn="ctr">
              <a:solidFill>
                <a:schemeClr val="bg1"/>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148010920"/>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71F51-68E0-2BD9-1F23-BBDDE977965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56261DB-247D-F80A-CE9A-AECF37EE3BFF}"/>
              </a:ext>
            </a:extLst>
          </p:cNvPr>
          <p:cNvSpPr>
            <a:spLocks noGrp="1"/>
          </p:cNvSpPr>
          <p:nvPr>
            <p:ph type="title"/>
          </p:nvPr>
        </p:nvSpPr>
        <p:spPr>
          <a:xfrm>
            <a:off x="288000" y="252000"/>
            <a:ext cx="3606701" cy="1811099"/>
          </a:xfrm>
        </p:spPr>
        <p:txBody>
          <a:bodyPr/>
          <a:lstStyle/>
          <a:p>
            <a:r>
              <a:rPr lang="en-US"/>
              <a:t>Lorem ipsum sit amet</a:t>
            </a:r>
          </a:p>
        </p:txBody>
      </p:sp>
      <p:sp>
        <p:nvSpPr>
          <p:cNvPr id="6" name="Pladsholder til indhold 5">
            <a:extLst>
              <a:ext uri="{FF2B5EF4-FFF2-40B4-BE49-F238E27FC236}">
                <a16:creationId xmlns:a16="http://schemas.microsoft.com/office/drawing/2014/main" id="{F6C42463-5743-1012-AFAA-AC59E95EB173}"/>
              </a:ext>
            </a:extLst>
          </p:cNvPr>
          <p:cNvSpPr>
            <a:spLocks noGrp="1"/>
          </p:cNvSpPr>
          <p:nvPr>
            <p:ph idx="14"/>
          </p:nvPr>
        </p:nvSpPr>
        <p:spPr>
          <a:xfrm>
            <a:off x="4291062" y="4318000"/>
            <a:ext cx="3606701" cy="1651000"/>
          </a:xfrm>
        </p:spPr>
        <p:txBody>
          <a:bodyPr/>
          <a:lstStyle/>
          <a:p>
            <a:r>
              <a:rPr lang="da-DK"/>
              <a:t>Caborepe porum exerume nobitio nsequos dellat ut as duntese cor aspit poris modignit alibus vollore, sint la venditatur, officia et, sequasped qui re que volorep erspero vidundic tenit quodignim cuptasp icabore hendis dipsam, cullania eicae et moloriam, aut fugit.</a:t>
            </a:r>
          </a:p>
          <a:p>
            <a:r>
              <a:rPr lang="da-DK"/>
              <a:t>Maximus ma serum doluptati del iuntibus nihita.</a:t>
            </a:r>
            <a:endParaRPr lang="en-US"/>
          </a:p>
        </p:txBody>
      </p:sp>
      <p:sp>
        <p:nvSpPr>
          <p:cNvPr id="7" name="Pladsholder til tekst 6">
            <a:extLst>
              <a:ext uri="{FF2B5EF4-FFF2-40B4-BE49-F238E27FC236}">
                <a16:creationId xmlns:a16="http://schemas.microsoft.com/office/drawing/2014/main" id="{0F1A4B43-A405-C440-4161-739F44E7A23F}"/>
              </a:ext>
            </a:extLst>
          </p:cNvPr>
          <p:cNvSpPr>
            <a:spLocks noGrp="1"/>
          </p:cNvSpPr>
          <p:nvPr>
            <p:ph type="body" sz="quarter" idx="15"/>
          </p:nvPr>
        </p:nvSpPr>
        <p:spPr>
          <a:xfrm>
            <a:off x="4291062" y="3937000"/>
            <a:ext cx="3606701" cy="381000"/>
          </a:xfrm>
        </p:spPr>
        <p:txBody>
          <a:bodyPr/>
          <a:lstStyle/>
          <a:p>
            <a:r>
              <a:rPr lang="en-US"/>
              <a:t>Title 3</a:t>
            </a:r>
          </a:p>
        </p:txBody>
      </p:sp>
      <p:sp>
        <p:nvSpPr>
          <p:cNvPr id="8" name="Pladsholder til indhold 7">
            <a:extLst>
              <a:ext uri="{FF2B5EF4-FFF2-40B4-BE49-F238E27FC236}">
                <a16:creationId xmlns:a16="http://schemas.microsoft.com/office/drawing/2014/main" id="{6008B8B1-FCDF-262A-59DD-EA195784E213}"/>
              </a:ext>
            </a:extLst>
          </p:cNvPr>
          <p:cNvSpPr>
            <a:spLocks noGrp="1"/>
          </p:cNvSpPr>
          <p:nvPr>
            <p:ph idx="16"/>
          </p:nvPr>
        </p:nvSpPr>
        <p:spPr>
          <a:xfrm>
            <a:off x="8294124" y="4318000"/>
            <a:ext cx="3606701" cy="1651000"/>
          </a:xfrm>
        </p:spPr>
        <p:txBody>
          <a:bodyPr/>
          <a:lstStyle/>
          <a:p>
            <a:r>
              <a:rPr lang="da-DK"/>
              <a:t>Omnis sus aut aut laborios dolor aut modi veles rerum accabor simint acium acculpario mod magnatur adis et, sequam que ducienis sitibus alictur audam autem nimporiatum quam.</a:t>
            </a:r>
          </a:p>
          <a:p>
            <a:endParaRPr lang="da-DK"/>
          </a:p>
          <a:p>
            <a:r>
              <a:rPr lang="da-DK"/>
              <a:t>Molla cus expliqu aepella boribus restis consed quam, consequi della voluptatem fugit omnis doluptinvel eos</a:t>
            </a:r>
            <a:endParaRPr lang="en-US"/>
          </a:p>
        </p:txBody>
      </p:sp>
      <p:sp>
        <p:nvSpPr>
          <p:cNvPr id="9" name="Pladsholder til tekst 8">
            <a:extLst>
              <a:ext uri="{FF2B5EF4-FFF2-40B4-BE49-F238E27FC236}">
                <a16:creationId xmlns:a16="http://schemas.microsoft.com/office/drawing/2014/main" id="{1CB5D8F9-88E5-3E86-B6C0-C649AFD81D34}"/>
              </a:ext>
            </a:extLst>
          </p:cNvPr>
          <p:cNvSpPr>
            <a:spLocks noGrp="1"/>
          </p:cNvSpPr>
          <p:nvPr>
            <p:ph type="body" sz="quarter" idx="17"/>
          </p:nvPr>
        </p:nvSpPr>
        <p:spPr>
          <a:xfrm>
            <a:off x="8294025" y="3937000"/>
            <a:ext cx="3606701" cy="381000"/>
          </a:xfrm>
        </p:spPr>
        <p:txBody>
          <a:bodyPr/>
          <a:lstStyle/>
          <a:p>
            <a:r>
              <a:rPr lang="en-US"/>
              <a:t>Title 4</a:t>
            </a:r>
          </a:p>
        </p:txBody>
      </p:sp>
      <p:sp>
        <p:nvSpPr>
          <p:cNvPr id="10" name="Pladsholder til indhold 9">
            <a:extLst>
              <a:ext uri="{FF2B5EF4-FFF2-40B4-BE49-F238E27FC236}">
                <a16:creationId xmlns:a16="http://schemas.microsoft.com/office/drawing/2014/main" id="{F43D72BF-0FEF-5E67-697E-F52B1C3EF40A}"/>
              </a:ext>
            </a:extLst>
          </p:cNvPr>
          <p:cNvSpPr>
            <a:spLocks noGrp="1"/>
          </p:cNvSpPr>
          <p:nvPr>
            <p:ph idx="18"/>
          </p:nvPr>
        </p:nvSpPr>
        <p:spPr>
          <a:xfrm>
            <a:off x="4291062" y="1103132"/>
            <a:ext cx="3606701" cy="1651000"/>
          </a:xfrm>
        </p:spPr>
        <p:txBody>
          <a:bodyPr/>
          <a:lstStyle/>
          <a:p>
            <a:r>
              <a:rPr lang="da-DK"/>
              <a:t>Nobis res eos magnam ut harchitatur? Molla cus expliqu aepella boribus restis consed quam, consequi della voluptatem fugit omnis doluptinvel eos ditatemquas dolupti usaest ut quosaped qui quidele ssedis peliquias magnit porum fugitia sitat quaspeles maximus ma serum doluptati del iuntibus nihitatium dolores aut utecabori berferio core nit mos enis aceped que natet.</a:t>
            </a:r>
            <a:endParaRPr lang="en-US"/>
          </a:p>
        </p:txBody>
      </p:sp>
      <p:sp>
        <p:nvSpPr>
          <p:cNvPr id="11" name="Pladsholder til tekst 10">
            <a:extLst>
              <a:ext uri="{FF2B5EF4-FFF2-40B4-BE49-F238E27FC236}">
                <a16:creationId xmlns:a16="http://schemas.microsoft.com/office/drawing/2014/main" id="{B0A75804-6B92-58AD-54A2-9B6DB678128C}"/>
              </a:ext>
            </a:extLst>
          </p:cNvPr>
          <p:cNvSpPr>
            <a:spLocks noGrp="1"/>
          </p:cNvSpPr>
          <p:nvPr>
            <p:ph type="body" sz="quarter" idx="19"/>
          </p:nvPr>
        </p:nvSpPr>
        <p:spPr>
          <a:xfrm>
            <a:off x="4291062" y="722132"/>
            <a:ext cx="3606701" cy="381000"/>
          </a:xfrm>
        </p:spPr>
        <p:txBody>
          <a:bodyPr/>
          <a:lstStyle/>
          <a:p>
            <a:r>
              <a:rPr lang="en-US"/>
              <a:t>Title 5</a:t>
            </a:r>
          </a:p>
        </p:txBody>
      </p:sp>
      <p:sp>
        <p:nvSpPr>
          <p:cNvPr id="3" name="Pladsholder til indhold 2">
            <a:extLst>
              <a:ext uri="{FF2B5EF4-FFF2-40B4-BE49-F238E27FC236}">
                <a16:creationId xmlns:a16="http://schemas.microsoft.com/office/drawing/2014/main" id="{D755D956-B051-8F26-9161-A7F2EA563E86}"/>
              </a:ext>
            </a:extLst>
          </p:cNvPr>
          <p:cNvSpPr>
            <a:spLocks noGrp="1"/>
          </p:cNvSpPr>
          <p:nvPr>
            <p:ph idx="20"/>
          </p:nvPr>
        </p:nvSpPr>
        <p:spPr>
          <a:xfrm>
            <a:off x="8294124" y="1103132"/>
            <a:ext cx="3606701" cy="1651000"/>
          </a:xfrm>
        </p:spPr>
        <p:txBody>
          <a:bodyPr/>
          <a:lstStyle/>
          <a:p>
            <a:r>
              <a:rPr lang="da-DK"/>
              <a:t>Omnis sus aut aut laborios dolor aut modi veles rerum accabor simint acium acculpario mod magnatur adis et, sequam que ducienis sitibus alictur audam autem nimporiatum quam.</a:t>
            </a:r>
          </a:p>
          <a:p>
            <a:endParaRPr lang="da-DK"/>
          </a:p>
          <a:p>
            <a:r>
              <a:rPr lang="da-DK"/>
              <a:t>Molla cus expliqu aepella boribus restis consed quam, consequi della voluptatem fugit omnis doluptinvel eos</a:t>
            </a:r>
            <a:endParaRPr lang="en-US"/>
          </a:p>
          <a:p>
            <a:endParaRPr lang="en-US"/>
          </a:p>
        </p:txBody>
      </p:sp>
      <p:sp>
        <p:nvSpPr>
          <p:cNvPr id="4" name="Pladsholder til tekst 3">
            <a:extLst>
              <a:ext uri="{FF2B5EF4-FFF2-40B4-BE49-F238E27FC236}">
                <a16:creationId xmlns:a16="http://schemas.microsoft.com/office/drawing/2014/main" id="{4B8B12ED-52CC-A043-03D6-DCF90405AD09}"/>
              </a:ext>
            </a:extLst>
          </p:cNvPr>
          <p:cNvSpPr>
            <a:spLocks noGrp="1"/>
          </p:cNvSpPr>
          <p:nvPr>
            <p:ph type="body" sz="quarter" idx="21"/>
          </p:nvPr>
        </p:nvSpPr>
        <p:spPr>
          <a:xfrm>
            <a:off x="8294025" y="722132"/>
            <a:ext cx="3606701" cy="381000"/>
          </a:xfrm>
        </p:spPr>
        <p:txBody>
          <a:bodyPr/>
          <a:lstStyle/>
          <a:p>
            <a:r>
              <a:rPr lang="en-US"/>
              <a:t>Title 1</a:t>
            </a:r>
          </a:p>
          <a:p>
            <a:endParaRPr lang="en-US"/>
          </a:p>
        </p:txBody>
      </p:sp>
    </p:spTree>
    <p:extLst>
      <p:ext uri="{BB962C8B-B14F-4D97-AF65-F5344CB8AC3E}">
        <p14:creationId xmlns:p14="http://schemas.microsoft.com/office/powerpoint/2010/main" val="3487721584"/>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Pladsholder til indhold 14">
            <a:extLst>
              <a:ext uri="{FF2B5EF4-FFF2-40B4-BE49-F238E27FC236}">
                <a16:creationId xmlns:a16="http://schemas.microsoft.com/office/drawing/2014/main" id="{7F20D72E-7396-28FC-8FEA-DF984B32A154}"/>
              </a:ext>
            </a:extLst>
          </p:cNvPr>
          <p:cNvSpPr>
            <a:spLocks noGrp="1"/>
          </p:cNvSpPr>
          <p:nvPr>
            <p:ph idx="19"/>
          </p:nvPr>
        </p:nvSpPr>
        <p:spPr>
          <a:xfrm>
            <a:off x="6780089" y="4738688"/>
            <a:ext cx="1319460" cy="983941"/>
          </a:xfrm>
        </p:spPr>
        <p:txBody>
          <a:bodyPr/>
          <a:lstStyle/>
          <a:p>
            <a:r>
              <a:rPr lang="da-DK"/>
              <a:t>Sit amet, consectetur </a:t>
            </a:r>
          </a:p>
          <a:p>
            <a:r>
              <a:rPr lang="da-DK"/>
              <a:t>Ut dapibus</a:t>
            </a:r>
          </a:p>
          <a:p>
            <a:r>
              <a:rPr lang="da-DK"/>
              <a:t>Sed risus enim</a:t>
            </a:r>
          </a:p>
          <a:p>
            <a:endParaRPr lang="en-US"/>
          </a:p>
        </p:txBody>
      </p:sp>
      <p:sp>
        <p:nvSpPr>
          <p:cNvPr id="16" name="Pladsholder til tekst 15">
            <a:extLst>
              <a:ext uri="{FF2B5EF4-FFF2-40B4-BE49-F238E27FC236}">
                <a16:creationId xmlns:a16="http://schemas.microsoft.com/office/drawing/2014/main" id="{0B63DBD8-8C4D-F395-A4E8-C05ACA3EC85F}"/>
              </a:ext>
            </a:extLst>
          </p:cNvPr>
          <p:cNvSpPr>
            <a:spLocks noGrp="1"/>
          </p:cNvSpPr>
          <p:nvPr>
            <p:ph type="body" sz="quarter" idx="20"/>
          </p:nvPr>
        </p:nvSpPr>
        <p:spPr>
          <a:xfrm>
            <a:off x="6778800" y="4429128"/>
            <a:ext cx="1319460" cy="381000"/>
          </a:xfrm>
        </p:spPr>
        <p:txBody>
          <a:bodyPr/>
          <a:lstStyle/>
          <a:p>
            <a:r>
              <a:rPr lang="en-US"/>
              <a:t>Lorem  ipsum</a:t>
            </a:r>
          </a:p>
          <a:p>
            <a:endParaRPr lang="en-US"/>
          </a:p>
        </p:txBody>
      </p:sp>
      <p:sp>
        <p:nvSpPr>
          <p:cNvPr id="6" name="Pladsholder til indhold 5">
            <a:extLst>
              <a:ext uri="{FF2B5EF4-FFF2-40B4-BE49-F238E27FC236}">
                <a16:creationId xmlns:a16="http://schemas.microsoft.com/office/drawing/2014/main" id="{2EF7BE52-63F8-D58F-26E0-4E1BAD57CF68}"/>
              </a:ext>
            </a:extLst>
          </p:cNvPr>
          <p:cNvSpPr>
            <a:spLocks noGrp="1"/>
          </p:cNvSpPr>
          <p:nvPr>
            <p:ph idx="21"/>
          </p:nvPr>
        </p:nvSpPr>
        <p:spPr>
          <a:xfrm>
            <a:off x="1398463" y="4738688"/>
            <a:ext cx="1319460" cy="983941"/>
          </a:xfrm>
        </p:spPr>
        <p:txBody>
          <a:bodyPr/>
          <a:lstStyle/>
          <a:p>
            <a:r>
              <a:rPr lang="da-DK"/>
              <a:t>Sit amet, consectetur </a:t>
            </a:r>
          </a:p>
          <a:p>
            <a:r>
              <a:rPr lang="da-DK"/>
              <a:t>Ut dapibus</a:t>
            </a:r>
          </a:p>
          <a:p>
            <a:r>
              <a:rPr lang="da-DK"/>
              <a:t>Sed risus enim</a:t>
            </a:r>
          </a:p>
        </p:txBody>
      </p:sp>
      <p:sp>
        <p:nvSpPr>
          <p:cNvPr id="7" name="Pladsholder til tekst 6">
            <a:extLst>
              <a:ext uri="{FF2B5EF4-FFF2-40B4-BE49-F238E27FC236}">
                <a16:creationId xmlns:a16="http://schemas.microsoft.com/office/drawing/2014/main" id="{B8A98375-5822-D5F7-4962-10A482175E6C}"/>
              </a:ext>
            </a:extLst>
          </p:cNvPr>
          <p:cNvSpPr>
            <a:spLocks noGrp="1"/>
          </p:cNvSpPr>
          <p:nvPr>
            <p:ph type="body" sz="quarter" idx="22"/>
          </p:nvPr>
        </p:nvSpPr>
        <p:spPr>
          <a:xfrm>
            <a:off x="1398463" y="4429128"/>
            <a:ext cx="1319460" cy="381000"/>
          </a:xfrm>
        </p:spPr>
        <p:txBody>
          <a:bodyPr/>
          <a:lstStyle/>
          <a:p>
            <a:r>
              <a:rPr lang="en-US"/>
              <a:t>Lorem  ipsum</a:t>
            </a:r>
          </a:p>
        </p:txBody>
      </p:sp>
      <p:sp>
        <p:nvSpPr>
          <p:cNvPr id="17" name="Pladsholder til indhold 16">
            <a:extLst>
              <a:ext uri="{FF2B5EF4-FFF2-40B4-BE49-F238E27FC236}">
                <a16:creationId xmlns:a16="http://schemas.microsoft.com/office/drawing/2014/main" id="{A50001E2-055D-5950-D3D1-8281C101FE28}"/>
              </a:ext>
            </a:extLst>
          </p:cNvPr>
          <p:cNvSpPr>
            <a:spLocks noGrp="1"/>
          </p:cNvSpPr>
          <p:nvPr>
            <p:ph idx="23"/>
          </p:nvPr>
        </p:nvSpPr>
        <p:spPr>
          <a:xfrm>
            <a:off x="4089276" y="4738688"/>
            <a:ext cx="1319460" cy="983941"/>
          </a:xfrm>
        </p:spPr>
        <p:txBody>
          <a:bodyPr/>
          <a:lstStyle/>
          <a:p>
            <a:r>
              <a:rPr lang="da-DK"/>
              <a:t>Sit amet, consectetur </a:t>
            </a:r>
          </a:p>
          <a:p>
            <a:r>
              <a:rPr lang="da-DK"/>
              <a:t>Ut dapibus</a:t>
            </a:r>
          </a:p>
          <a:p>
            <a:r>
              <a:rPr lang="da-DK"/>
              <a:t>Sed risus enim</a:t>
            </a:r>
          </a:p>
          <a:p>
            <a:endParaRPr lang="en-US"/>
          </a:p>
        </p:txBody>
      </p:sp>
      <p:sp>
        <p:nvSpPr>
          <p:cNvPr id="18" name="Pladsholder til tekst 17">
            <a:extLst>
              <a:ext uri="{FF2B5EF4-FFF2-40B4-BE49-F238E27FC236}">
                <a16:creationId xmlns:a16="http://schemas.microsoft.com/office/drawing/2014/main" id="{999D2375-18A7-914A-3FB1-70C1FFFE902A}"/>
              </a:ext>
            </a:extLst>
          </p:cNvPr>
          <p:cNvSpPr>
            <a:spLocks noGrp="1"/>
          </p:cNvSpPr>
          <p:nvPr>
            <p:ph type="body" sz="quarter" idx="24"/>
          </p:nvPr>
        </p:nvSpPr>
        <p:spPr>
          <a:xfrm>
            <a:off x="4089276" y="4429128"/>
            <a:ext cx="1319460" cy="381000"/>
          </a:xfrm>
        </p:spPr>
        <p:txBody>
          <a:bodyPr/>
          <a:lstStyle/>
          <a:p>
            <a:r>
              <a:rPr lang="en-US"/>
              <a:t>Lorem  ipsum</a:t>
            </a:r>
          </a:p>
          <a:p>
            <a:endParaRPr lang="en-US"/>
          </a:p>
        </p:txBody>
      </p:sp>
      <p:sp>
        <p:nvSpPr>
          <p:cNvPr id="19" name="Pladsholder til indhold 18">
            <a:extLst>
              <a:ext uri="{FF2B5EF4-FFF2-40B4-BE49-F238E27FC236}">
                <a16:creationId xmlns:a16="http://schemas.microsoft.com/office/drawing/2014/main" id="{03BFD343-6D8B-4BDC-A9B4-39BB9648B7E6}"/>
              </a:ext>
            </a:extLst>
          </p:cNvPr>
          <p:cNvSpPr>
            <a:spLocks noGrp="1"/>
          </p:cNvSpPr>
          <p:nvPr>
            <p:ph idx="25"/>
          </p:nvPr>
        </p:nvSpPr>
        <p:spPr>
          <a:xfrm>
            <a:off x="9470902" y="4738688"/>
            <a:ext cx="1319460" cy="983941"/>
          </a:xfrm>
        </p:spPr>
        <p:txBody>
          <a:bodyPr/>
          <a:lstStyle/>
          <a:p>
            <a:r>
              <a:rPr lang="da-DK"/>
              <a:t>Sit amet, consectetur </a:t>
            </a:r>
          </a:p>
          <a:p>
            <a:r>
              <a:rPr lang="da-DK"/>
              <a:t>Ut dapibus</a:t>
            </a:r>
          </a:p>
          <a:p>
            <a:r>
              <a:rPr lang="da-DK"/>
              <a:t>Sed risus enim</a:t>
            </a:r>
          </a:p>
          <a:p>
            <a:endParaRPr lang="en-US"/>
          </a:p>
        </p:txBody>
      </p:sp>
      <p:sp>
        <p:nvSpPr>
          <p:cNvPr id="20" name="Pladsholder til tekst 19">
            <a:extLst>
              <a:ext uri="{FF2B5EF4-FFF2-40B4-BE49-F238E27FC236}">
                <a16:creationId xmlns:a16="http://schemas.microsoft.com/office/drawing/2014/main" id="{9105B72A-1E5D-187A-CFD0-F036C7B8D4B5}"/>
              </a:ext>
            </a:extLst>
          </p:cNvPr>
          <p:cNvSpPr>
            <a:spLocks noGrp="1"/>
          </p:cNvSpPr>
          <p:nvPr>
            <p:ph type="body" sz="quarter" idx="26"/>
          </p:nvPr>
        </p:nvSpPr>
        <p:spPr>
          <a:xfrm>
            <a:off x="9469613" y="4429128"/>
            <a:ext cx="1319460" cy="381000"/>
          </a:xfrm>
        </p:spPr>
        <p:txBody>
          <a:bodyPr/>
          <a:lstStyle/>
          <a:p>
            <a:r>
              <a:rPr lang="en-US"/>
              <a:t>Lorem  ipsum</a:t>
            </a:r>
          </a:p>
          <a:p>
            <a:endParaRPr lang="en-US"/>
          </a:p>
        </p:txBody>
      </p:sp>
    </p:spTree>
    <p:extLst>
      <p:ext uri="{BB962C8B-B14F-4D97-AF65-F5344CB8AC3E}">
        <p14:creationId xmlns:p14="http://schemas.microsoft.com/office/powerpoint/2010/main" val="1960638024"/>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A26D4-6A57-8379-9E36-293F4BA8F33C}"/>
            </a:ext>
          </a:extLst>
        </p:cNvPr>
        <p:cNvGrpSpPr/>
        <p:nvPr/>
      </p:nvGrpSpPr>
      <p:grpSpPr>
        <a:xfrm>
          <a:off x="0" y="0"/>
          <a:ext cx="0" cy="0"/>
          <a:chOff x="0" y="0"/>
          <a:chExt cx="0" cy="0"/>
        </a:xfrm>
      </p:grpSpPr>
      <p:sp>
        <p:nvSpPr>
          <p:cNvPr id="15" name="Pladsholder til indhold 14">
            <a:extLst>
              <a:ext uri="{FF2B5EF4-FFF2-40B4-BE49-F238E27FC236}">
                <a16:creationId xmlns:a16="http://schemas.microsoft.com/office/drawing/2014/main" id="{BCE962D4-2C63-868C-5B4B-F6680FDE1735}"/>
              </a:ext>
            </a:extLst>
          </p:cNvPr>
          <p:cNvSpPr>
            <a:spLocks noGrp="1"/>
          </p:cNvSpPr>
          <p:nvPr>
            <p:ph idx="19"/>
          </p:nvPr>
        </p:nvSpPr>
        <p:spPr>
          <a:xfrm>
            <a:off x="6780089" y="4738688"/>
            <a:ext cx="1319460" cy="983941"/>
          </a:xfrm>
        </p:spPr>
        <p:txBody>
          <a:bodyPr/>
          <a:lstStyle/>
          <a:p>
            <a:r>
              <a:rPr lang="da-DK"/>
              <a:t>Sit amet, consectetur </a:t>
            </a:r>
          </a:p>
          <a:p>
            <a:r>
              <a:rPr lang="da-DK"/>
              <a:t>Ut dapibus</a:t>
            </a:r>
          </a:p>
          <a:p>
            <a:r>
              <a:rPr lang="da-DK"/>
              <a:t>Sed risus enim</a:t>
            </a:r>
          </a:p>
          <a:p>
            <a:endParaRPr lang="en-US"/>
          </a:p>
        </p:txBody>
      </p:sp>
      <p:sp>
        <p:nvSpPr>
          <p:cNvPr id="16" name="Pladsholder til tekst 15">
            <a:extLst>
              <a:ext uri="{FF2B5EF4-FFF2-40B4-BE49-F238E27FC236}">
                <a16:creationId xmlns:a16="http://schemas.microsoft.com/office/drawing/2014/main" id="{66947BC5-3817-BEF8-3311-9DCEC05DBA4E}"/>
              </a:ext>
            </a:extLst>
          </p:cNvPr>
          <p:cNvSpPr>
            <a:spLocks noGrp="1"/>
          </p:cNvSpPr>
          <p:nvPr>
            <p:ph type="body" sz="quarter" idx="20"/>
          </p:nvPr>
        </p:nvSpPr>
        <p:spPr>
          <a:xfrm>
            <a:off x="6778800" y="4429128"/>
            <a:ext cx="1319460" cy="381000"/>
          </a:xfrm>
        </p:spPr>
        <p:txBody>
          <a:bodyPr/>
          <a:lstStyle/>
          <a:p>
            <a:r>
              <a:rPr lang="en-US"/>
              <a:t>Lorem  ipsum</a:t>
            </a:r>
          </a:p>
          <a:p>
            <a:endParaRPr lang="en-US"/>
          </a:p>
        </p:txBody>
      </p:sp>
      <p:sp>
        <p:nvSpPr>
          <p:cNvPr id="6" name="Pladsholder til indhold 5">
            <a:extLst>
              <a:ext uri="{FF2B5EF4-FFF2-40B4-BE49-F238E27FC236}">
                <a16:creationId xmlns:a16="http://schemas.microsoft.com/office/drawing/2014/main" id="{88A0F4E4-D360-4B54-66CD-743B2FC523B0}"/>
              </a:ext>
            </a:extLst>
          </p:cNvPr>
          <p:cNvSpPr>
            <a:spLocks noGrp="1"/>
          </p:cNvSpPr>
          <p:nvPr>
            <p:ph idx="21"/>
          </p:nvPr>
        </p:nvSpPr>
        <p:spPr>
          <a:xfrm>
            <a:off x="1398463" y="4738688"/>
            <a:ext cx="1319460" cy="983941"/>
          </a:xfrm>
        </p:spPr>
        <p:txBody>
          <a:bodyPr/>
          <a:lstStyle/>
          <a:p>
            <a:r>
              <a:rPr lang="da-DK"/>
              <a:t>Sit amet, consectetur </a:t>
            </a:r>
          </a:p>
          <a:p>
            <a:r>
              <a:rPr lang="da-DK"/>
              <a:t>Ut dapibus</a:t>
            </a:r>
          </a:p>
          <a:p>
            <a:r>
              <a:rPr lang="da-DK"/>
              <a:t>Sed risus enim</a:t>
            </a:r>
          </a:p>
        </p:txBody>
      </p:sp>
      <p:sp>
        <p:nvSpPr>
          <p:cNvPr id="7" name="Pladsholder til tekst 6">
            <a:extLst>
              <a:ext uri="{FF2B5EF4-FFF2-40B4-BE49-F238E27FC236}">
                <a16:creationId xmlns:a16="http://schemas.microsoft.com/office/drawing/2014/main" id="{0A53098A-6630-4B1F-998D-1B2200F60E7D}"/>
              </a:ext>
            </a:extLst>
          </p:cNvPr>
          <p:cNvSpPr>
            <a:spLocks noGrp="1"/>
          </p:cNvSpPr>
          <p:nvPr>
            <p:ph type="body" sz="quarter" idx="22"/>
          </p:nvPr>
        </p:nvSpPr>
        <p:spPr>
          <a:xfrm>
            <a:off x="1398463" y="4429128"/>
            <a:ext cx="1319460" cy="381000"/>
          </a:xfrm>
        </p:spPr>
        <p:txBody>
          <a:bodyPr/>
          <a:lstStyle/>
          <a:p>
            <a:r>
              <a:rPr lang="en-US"/>
              <a:t>Lorem  ipsum</a:t>
            </a:r>
          </a:p>
        </p:txBody>
      </p:sp>
      <p:sp>
        <p:nvSpPr>
          <p:cNvPr id="17" name="Pladsholder til indhold 16">
            <a:extLst>
              <a:ext uri="{FF2B5EF4-FFF2-40B4-BE49-F238E27FC236}">
                <a16:creationId xmlns:a16="http://schemas.microsoft.com/office/drawing/2014/main" id="{58D23861-36AC-A798-FA85-71FDDFE1F7F8}"/>
              </a:ext>
            </a:extLst>
          </p:cNvPr>
          <p:cNvSpPr>
            <a:spLocks noGrp="1"/>
          </p:cNvSpPr>
          <p:nvPr>
            <p:ph idx="23"/>
          </p:nvPr>
        </p:nvSpPr>
        <p:spPr>
          <a:xfrm>
            <a:off x="4089276" y="4738688"/>
            <a:ext cx="1319460" cy="983941"/>
          </a:xfrm>
        </p:spPr>
        <p:txBody>
          <a:bodyPr/>
          <a:lstStyle/>
          <a:p>
            <a:r>
              <a:rPr lang="da-DK"/>
              <a:t>Sit amet, consectetur </a:t>
            </a:r>
          </a:p>
          <a:p>
            <a:r>
              <a:rPr lang="da-DK"/>
              <a:t>Ut dapibus</a:t>
            </a:r>
          </a:p>
          <a:p>
            <a:r>
              <a:rPr lang="da-DK"/>
              <a:t>Sed risus enim</a:t>
            </a:r>
          </a:p>
          <a:p>
            <a:endParaRPr lang="en-US"/>
          </a:p>
        </p:txBody>
      </p:sp>
      <p:sp>
        <p:nvSpPr>
          <p:cNvPr id="18" name="Pladsholder til tekst 17">
            <a:extLst>
              <a:ext uri="{FF2B5EF4-FFF2-40B4-BE49-F238E27FC236}">
                <a16:creationId xmlns:a16="http://schemas.microsoft.com/office/drawing/2014/main" id="{D4A51E0C-C497-F423-9E85-4FCCE6B20417}"/>
              </a:ext>
            </a:extLst>
          </p:cNvPr>
          <p:cNvSpPr>
            <a:spLocks noGrp="1"/>
          </p:cNvSpPr>
          <p:nvPr>
            <p:ph type="body" sz="quarter" idx="24"/>
          </p:nvPr>
        </p:nvSpPr>
        <p:spPr>
          <a:xfrm>
            <a:off x="4089276" y="4429128"/>
            <a:ext cx="1319460" cy="381000"/>
          </a:xfrm>
        </p:spPr>
        <p:txBody>
          <a:bodyPr/>
          <a:lstStyle/>
          <a:p>
            <a:r>
              <a:rPr lang="en-US"/>
              <a:t>Lorem  ipsum</a:t>
            </a:r>
          </a:p>
          <a:p>
            <a:endParaRPr lang="en-US"/>
          </a:p>
        </p:txBody>
      </p:sp>
      <p:sp>
        <p:nvSpPr>
          <p:cNvPr id="19" name="Pladsholder til indhold 18">
            <a:extLst>
              <a:ext uri="{FF2B5EF4-FFF2-40B4-BE49-F238E27FC236}">
                <a16:creationId xmlns:a16="http://schemas.microsoft.com/office/drawing/2014/main" id="{BD14CFD6-FE57-50DE-2702-9FCC2556D1F2}"/>
              </a:ext>
            </a:extLst>
          </p:cNvPr>
          <p:cNvSpPr>
            <a:spLocks noGrp="1"/>
          </p:cNvSpPr>
          <p:nvPr>
            <p:ph idx="25"/>
          </p:nvPr>
        </p:nvSpPr>
        <p:spPr>
          <a:xfrm>
            <a:off x="9470902" y="4738688"/>
            <a:ext cx="1319460" cy="983941"/>
          </a:xfrm>
        </p:spPr>
        <p:txBody>
          <a:bodyPr/>
          <a:lstStyle/>
          <a:p>
            <a:r>
              <a:rPr lang="da-DK"/>
              <a:t>Sit amet, consectetur </a:t>
            </a:r>
          </a:p>
          <a:p>
            <a:r>
              <a:rPr lang="da-DK"/>
              <a:t>Ut dapibus</a:t>
            </a:r>
          </a:p>
          <a:p>
            <a:r>
              <a:rPr lang="da-DK"/>
              <a:t>Sed risus enim</a:t>
            </a:r>
          </a:p>
          <a:p>
            <a:endParaRPr lang="en-US"/>
          </a:p>
        </p:txBody>
      </p:sp>
      <p:sp>
        <p:nvSpPr>
          <p:cNvPr id="20" name="Pladsholder til tekst 19">
            <a:extLst>
              <a:ext uri="{FF2B5EF4-FFF2-40B4-BE49-F238E27FC236}">
                <a16:creationId xmlns:a16="http://schemas.microsoft.com/office/drawing/2014/main" id="{D09CE66D-658D-CCB6-7804-042C088D06E0}"/>
              </a:ext>
            </a:extLst>
          </p:cNvPr>
          <p:cNvSpPr>
            <a:spLocks noGrp="1"/>
          </p:cNvSpPr>
          <p:nvPr>
            <p:ph type="body" sz="quarter" idx="26"/>
          </p:nvPr>
        </p:nvSpPr>
        <p:spPr>
          <a:xfrm>
            <a:off x="9469613" y="4429128"/>
            <a:ext cx="1319460" cy="381000"/>
          </a:xfrm>
        </p:spPr>
        <p:txBody>
          <a:bodyPr/>
          <a:lstStyle/>
          <a:p>
            <a:r>
              <a:rPr lang="en-US"/>
              <a:t>Lorem  ipsum</a:t>
            </a:r>
          </a:p>
          <a:p>
            <a:endParaRPr lang="en-US"/>
          </a:p>
        </p:txBody>
      </p:sp>
    </p:spTree>
    <p:extLst>
      <p:ext uri="{BB962C8B-B14F-4D97-AF65-F5344CB8AC3E}">
        <p14:creationId xmlns:p14="http://schemas.microsoft.com/office/powerpoint/2010/main" val="586147960"/>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C326E-9163-F987-7DBF-98C40D579E5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0A198C2-1E56-D44C-5FC3-04426D76ADDF}"/>
              </a:ext>
            </a:extLst>
          </p:cNvPr>
          <p:cNvSpPr>
            <a:spLocks noGrp="1"/>
          </p:cNvSpPr>
          <p:nvPr>
            <p:ph type="title"/>
          </p:nvPr>
        </p:nvSpPr>
        <p:spPr>
          <a:xfrm>
            <a:off x="288000" y="252000"/>
            <a:ext cx="3606701" cy="1811099"/>
          </a:xfrm>
        </p:spPr>
        <p:txBody>
          <a:bodyPr/>
          <a:lstStyle/>
          <a:p>
            <a:r>
              <a:rPr lang="en-US"/>
              <a:t>Lorem ipsum sit amet</a:t>
            </a:r>
          </a:p>
        </p:txBody>
      </p:sp>
      <p:sp>
        <p:nvSpPr>
          <p:cNvPr id="6" name="Pladsholder til indhold 5">
            <a:extLst>
              <a:ext uri="{FF2B5EF4-FFF2-40B4-BE49-F238E27FC236}">
                <a16:creationId xmlns:a16="http://schemas.microsoft.com/office/drawing/2014/main" id="{A56FD74C-F068-1DE6-BB65-7CE0157EC16A}"/>
              </a:ext>
            </a:extLst>
          </p:cNvPr>
          <p:cNvSpPr>
            <a:spLocks noGrp="1"/>
          </p:cNvSpPr>
          <p:nvPr>
            <p:ph idx="1"/>
          </p:nvPr>
        </p:nvSpPr>
        <p:spPr>
          <a:xfrm>
            <a:off x="288000" y="4318000"/>
            <a:ext cx="3606701" cy="1651000"/>
          </a:xfrm>
        </p:spPr>
        <p:txBody>
          <a:bodyPr/>
          <a:lstStyle/>
          <a:p>
            <a:r>
              <a:rPr lang="da-DK"/>
              <a:t>Caborepe porum exerume nobitio nsequos dellat ut as duntese cor aspit poris modignit alibus vollore, sint la venditatur, officia et, sequasped qui re que volorep erspero vidundic tenit quodignim cuptasp icabore hendis dipsam, cullania eicae et moloriam, aut fugit.</a:t>
            </a:r>
          </a:p>
          <a:p>
            <a:endParaRPr lang="da-DK"/>
          </a:p>
          <a:p>
            <a:r>
              <a:rPr lang="da-DK"/>
              <a:t>Maximus ma serum doluptati del iuntibus nihita.</a:t>
            </a:r>
            <a:endParaRPr lang="en-US"/>
          </a:p>
        </p:txBody>
      </p:sp>
      <p:sp>
        <p:nvSpPr>
          <p:cNvPr id="7" name="Pladsholder til tekst 6">
            <a:extLst>
              <a:ext uri="{FF2B5EF4-FFF2-40B4-BE49-F238E27FC236}">
                <a16:creationId xmlns:a16="http://schemas.microsoft.com/office/drawing/2014/main" id="{AC47EE0A-83EE-AE71-5641-1D2720AF3829}"/>
              </a:ext>
            </a:extLst>
          </p:cNvPr>
          <p:cNvSpPr>
            <a:spLocks noGrp="1"/>
          </p:cNvSpPr>
          <p:nvPr>
            <p:ph type="body" sz="quarter" idx="13"/>
          </p:nvPr>
        </p:nvSpPr>
        <p:spPr>
          <a:xfrm>
            <a:off x="288000" y="3937000"/>
            <a:ext cx="3606701" cy="381000"/>
          </a:xfrm>
        </p:spPr>
        <p:txBody>
          <a:bodyPr/>
          <a:lstStyle/>
          <a:p>
            <a:r>
              <a:rPr lang="en-US"/>
              <a:t>Title 3</a:t>
            </a:r>
          </a:p>
        </p:txBody>
      </p:sp>
      <p:sp>
        <p:nvSpPr>
          <p:cNvPr id="8" name="Pladsholder til indhold 7">
            <a:extLst>
              <a:ext uri="{FF2B5EF4-FFF2-40B4-BE49-F238E27FC236}">
                <a16:creationId xmlns:a16="http://schemas.microsoft.com/office/drawing/2014/main" id="{3B00AE25-56CB-7E69-49A3-B6B3D5C0C032}"/>
              </a:ext>
            </a:extLst>
          </p:cNvPr>
          <p:cNvSpPr>
            <a:spLocks noGrp="1"/>
          </p:cNvSpPr>
          <p:nvPr>
            <p:ph idx="14"/>
          </p:nvPr>
        </p:nvSpPr>
        <p:spPr>
          <a:xfrm>
            <a:off x="4291062" y="4318000"/>
            <a:ext cx="3606701" cy="1651000"/>
          </a:xfrm>
        </p:spPr>
        <p:txBody>
          <a:bodyPr/>
          <a:lstStyle/>
          <a:p>
            <a:r>
              <a:rPr lang="da-DK"/>
              <a:t>Omnis sus aut aut laborios dolor aut modi to veles rerum accabor simint acium acculpario mod magnatur adis et, sequam que ducienis sitibus alictur audam autem nimporiatum quam.</a:t>
            </a:r>
          </a:p>
          <a:p>
            <a:endParaRPr lang="da-DK"/>
          </a:p>
          <a:p>
            <a:r>
              <a:rPr lang="da-DK"/>
              <a:t>Molla cus expliqu aepella boribus restis consed quam, consequi della voluptatem fugit omnis doluptinvel eos</a:t>
            </a:r>
            <a:endParaRPr lang="en-US"/>
          </a:p>
        </p:txBody>
      </p:sp>
      <p:sp>
        <p:nvSpPr>
          <p:cNvPr id="9" name="Pladsholder til tekst 8">
            <a:extLst>
              <a:ext uri="{FF2B5EF4-FFF2-40B4-BE49-F238E27FC236}">
                <a16:creationId xmlns:a16="http://schemas.microsoft.com/office/drawing/2014/main" id="{51493913-EACA-9A0D-F1C8-C8611507B940}"/>
              </a:ext>
            </a:extLst>
          </p:cNvPr>
          <p:cNvSpPr>
            <a:spLocks noGrp="1"/>
          </p:cNvSpPr>
          <p:nvPr>
            <p:ph type="body" sz="quarter" idx="15"/>
          </p:nvPr>
        </p:nvSpPr>
        <p:spPr>
          <a:xfrm>
            <a:off x="4291062" y="3937000"/>
            <a:ext cx="3606701" cy="381000"/>
          </a:xfrm>
        </p:spPr>
        <p:txBody>
          <a:bodyPr/>
          <a:lstStyle/>
          <a:p>
            <a:r>
              <a:rPr lang="en-US"/>
              <a:t>Title 4</a:t>
            </a:r>
          </a:p>
        </p:txBody>
      </p:sp>
      <p:sp>
        <p:nvSpPr>
          <p:cNvPr id="10" name="Pladsholder til indhold 9">
            <a:extLst>
              <a:ext uri="{FF2B5EF4-FFF2-40B4-BE49-F238E27FC236}">
                <a16:creationId xmlns:a16="http://schemas.microsoft.com/office/drawing/2014/main" id="{30ADEE86-1A54-0A30-EF06-44EF47EA6FCC}"/>
              </a:ext>
            </a:extLst>
          </p:cNvPr>
          <p:cNvSpPr>
            <a:spLocks noGrp="1"/>
          </p:cNvSpPr>
          <p:nvPr>
            <p:ph idx="16"/>
          </p:nvPr>
        </p:nvSpPr>
        <p:spPr>
          <a:xfrm>
            <a:off x="8280000" y="4318000"/>
            <a:ext cx="3606701" cy="1651000"/>
          </a:xfrm>
        </p:spPr>
        <p:txBody>
          <a:bodyPr/>
          <a:lstStyle/>
          <a:p>
            <a:r>
              <a:rPr lang="da-DK"/>
              <a:t>Nobis res eos magnam ut harchitatur? Molla cus expliqu aepella boribus restis consed quam, consequi della voluptatem fugit omnis doluptinvel eos ditatemquas dolupti usaest ut quosaped qui quidele ssedis peliquias magnit porum fugitia sitat quaspeles maximus ma serum doluptati del iuntibus nihitatium dolores aut utecabori berferio core nit mos enis aceped que natet.</a:t>
            </a:r>
            <a:endParaRPr lang="en-US"/>
          </a:p>
        </p:txBody>
      </p:sp>
      <p:sp>
        <p:nvSpPr>
          <p:cNvPr id="11" name="Pladsholder til tekst 10">
            <a:extLst>
              <a:ext uri="{FF2B5EF4-FFF2-40B4-BE49-F238E27FC236}">
                <a16:creationId xmlns:a16="http://schemas.microsoft.com/office/drawing/2014/main" id="{CC9F2D56-0845-43AB-492B-8B5FF21F3CE6}"/>
              </a:ext>
            </a:extLst>
          </p:cNvPr>
          <p:cNvSpPr>
            <a:spLocks noGrp="1"/>
          </p:cNvSpPr>
          <p:nvPr>
            <p:ph type="body" sz="quarter" idx="17"/>
          </p:nvPr>
        </p:nvSpPr>
        <p:spPr>
          <a:xfrm>
            <a:off x="8280000" y="3937000"/>
            <a:ext cx="3606701" cy="381000"/>
          </a:xfrm>
        </p:spPr>
        <p:txBody>
          <a:bodyPr/>
          <a:lstStyle/>
          <a:p>
            <a:r>
              <a:rPr lang="en-US"/>
              <a:t>Title 5</a:t>
            </a:r>
          </a:p>
        </p:txBody>
      </p:sp>
      <p:sp>
        <p:nvSpPr>
          <p:cNvPr id="3" name="Pladsholder til indhold 2">
            <a:extLst>
              <a:ext uri="{FF2B5EF4-FFF2-40B4-BE49-F238E27FC236}">
                <a16:creationId xmlns:a16="http://schemas.microsoft.com/office/drawing/2014/main" id="{18473289-064F-FFE4-7A17-BDEA2E451A2D}"/>
              </a:ext>
            </a:extLst>
          </p:cNvPr>
          <p:cNvSpPr>
            <a:spLocks noGrp="1"/>
          </p:cNvSpPr>
          <p:nvPr>
            <p:ph idx="18"/>
          </p:nvPr>
        </p:nvSpPr>
        <p:spPr>
          <a:xfrm>
            <a:off x="4291062" y="1113071"/>
            <a:ext cx="3606701" cy="1651000"/>
          </a:xfrm>
        </p:spPr>
        <p:txBody>
          <a:bodyPr/>
          <a:lstStyle/>
          <a:p>
            <a:r>
              <a:rPr lang="da-DK"/>
              <a:t>Omnis sus aut aut laborios dolor aut modi to veles rerum accabor simint acium acculpario mod magnatur adis et, sequam que ducienis sitibus alictur audam autem nimporiatum quam.</a:t>
            </a:r>
          </a:p>
          <a:p>
            <a:endParaRPr lang="da-DK"/>
          </a:p>
          <a:p>
            <a:r>
              <a:rPr lang="da-DK"/>
              <a:t>Molla cus expliqu aepella boribus restis consed quam, consequi della voluptatem fugit omnis doluptinvel eos</a:t>
            </a:r>
            <a:endParaRPr lang="en-US"/>
          </a:p>
          <a:p>
            <a:endParaRPr lang="en-US"/>
          </a:p>
        </p:txBody>
      </p:sp>
      <p:sp>
        <p:nvSpPr>
          <p:cNvPr id="4" name="Pladsholder til tekst 3">
            <a:extLst>
              <a:ext uri="{FF2B5EF4-FFF2-40B4-BE49-F238E27FC236}">
                <a16:creationId xmlns:a16="http://schemas.microsoft.com/office/drawing/2014/main" id="{E337AB87-72B2-5880-72D3-77A379A1BA49}"/>
              </a:ext>
            </a:extLst>
          </p:cNvPr>
          <p:cNvSpPr>
            <a:spLocks noGrp="1"/>
          </p:cNvSpPr>
          <p:nvPr>
            <p:ph type="body" sz="quarter" idx="19"/>
          </p:nvPr>
        </p:nvSpPr>
        <p:spPr>
          <a:xfrm>
            <a:off x="4291062" y="732071"/>
            <a:ext cx="3606701" cy="381000"/>
          </a:xfrm>
        </p:spPr>
        <p:txBody>
          <a:bodyPr/>
          <a:lstStyle/>
          <a:p>
            <a:r>
              <a:rPr lang="en-US"/>
              <a:t>Title 1</a:t>
            </a:r>
          </a:p>
          <a:p>
            <a:endParaRPr lang="en-US"/>
          </a:p>
        </p:txBody>
      </p:sp>
      <p:sp>
        <p:nvSpPr>
          <p:cNvPr id="5" name="Pladsholder til indhold 4">
            <a:extLst>
              <a:ext uri="{FF2B5EF4-FFF2-40B4-BE49-F238E27FC236}">
                <a16:creationId xmlns:a16="http://schemas.microsoft.com/office/drawing/2014/main" id="{333275AE-D424-169A-509A-72B879E89B33}"/>
              </a:ext>
            </a:extLst>
          </p:cNvPr>
          <p:cNvSpPr>
            <a:spLocks noGrp="1"/>
          </p:cNvSpPr>
          <p:nvPr>
            <p:ph idx="20"/>
          </p:nvPr>
        </p:nvSpPr>
        <p:spPr>
          <a:xfrm>
            <a:off x="8280000" y="1113071"/>
            <a:ext cx="3606701" cy="1651000"/>
          </a:xfrm>
        </p:spPr>
        <p:txBody>
          <a:bodyPr/>
          <a:lstStyle/>
          <a:p>
            <a:r>
              <a:rPr lang="da-DK"/>
              <a:t>Caborepe porum exerume nobitio nsequos dellat ut as duntese cor aspit poris modignit alibus vollore, sint la venditatur, officia et, sequasped qui re que volorep erspero vidundic tenit quodignim cuptasp icabore hendis dipsam, cullania eicae et moloriam, aut fugit.</a:t>
            </a:r>
          </a:p>
          <a:p>
            <a:endParaRPr lang="da-DK"/>
          </a:p>
          <a:p>
            <a:r>
              <a:rPr lang="da-DK"/>
              <a:t>Maximus ma serum doluptati del iuntibus nihita.</a:t>
            </a:r>
            <a:endParaRPr lang="en-US"/>
          </a:p>
          <a:p>
            <a:endParaRPr lang="en-US"/>
          </a:p>
        </p:txBody>
      </p:sp>
      <p:sp>
        <p:nvSpPr>
          <p:cNvPr id="12" name="Pladsholder til tekst 11">
            <a:extLst>
              <a:ext uri="{FF2B5EF4-FFF2-40B4-BE49-F238E27FC236}">
                <a16:creationId xmlns:a16="http://schemas.microsoft.com/office/drawing/2014/main" id="{90AABA33-CD13-9ACA-2E28-B9D1D279D025}"/>
              </a:ext>
            </a:extLst>
          </p:cNvPr>
          <p:cNvSpPr>
            <a:spLocks noGrp="1"/>
          </p:cNvSpPr>
          <p:nvPr>
            <p:ph type="body" sz="quarter" idx="21"/>
          </p:nvPr>
        </p:nvSpPr>
        <p:spPr>
          <a:xfrm>
            <a:off x="8280000" y="732071"/>
            <a:ext cx="3606701" cy="381000"/>
          </a:xfrm>
        </p:spPr>
        <p:txBody>
          <a:bodyPr/>
          <a:lstStyle/>
          <a:p>
            <a:r>
              <a:rPr lang="en-US"/>
              <a:t>Title 2</a:t>
            </a:r>
          </a:p>
          <a:p>
            <a:endParaRPr lang="en-US"/>
          </a:p>
        </p:txBody>
      </p:sp>
    </p:spTree>
    <p:extLst>
      <p:ext uri="{BB962C8B-B14F-4D97-AF65-F5344CB8AC3E}">
        <p14:creationId xmlns:p14="http://schemas.microsoft.com/office/powerpoint/2010/main" val="1130845636"/>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DADB-D5A3-9682-26CF-49A435A29058}"/>
            </a:ext>
          </a:extLst>
        </p:cNvPr>
        <p:cNvGrpSpPr/>
        <p:nvPr/>
      </p:nvGrpSpPr>
      <p:grpSpPr>
        <a:xfrm>
          <a:off x="0" y="0"/>
          <a:ext cx="0" cy="0"/>
          <a:chOff x="0" y="0"/>
          <a:chExt cx="0" cy="0"/>
        </a:xfrm>
      </p:grpSpPr>
      <p:sp>
        <p:nvSpPr>
          <p:cNvPr id="101" name="Pladsholder til tekst 100">
            <a:extLst>
              <a:ext uri="{FF2B5EF4-FFF2-40B4-BE49-F238E27FC236}">
                <a16:creationId xmlns:a16="http://schemas.microsoft.com/office/drawing/2014/main" id="{4D180855-F1FD-A33C-4ADD-DC62C3DC9737}"/>
              </a:ext>
            </a:extLst>
          </p:cNvPr>
          <p:cNvSpPr>
            <a:spLocks noGrp="1"/>
          </p:cNvSpPr>
          <p:nvPr>
            <p:ph type="body" sz="quarter" idx="23"/>
          </p:nvPr>
        </p:nvSpPr>
        <p:spPr>
          <a:xfrm>
            <a:off x="288000" y="252000"/>
            <a:ext cx="2772000" cy="468351"/>
          </a:xfrm>
        </p:spPr>
        <p:txBody>
          <a:bodyPr/>
          <a:lstStyle/>
          <a:p>
            <a:r>
              <a:rPr lang="en-US"/>
              <a:t>Title</a:t>
            </a:r>
          </a:p>
          <a:p>
            <a:r>
              <a:rPr lang="en-US"/>
              <a:t>Subtitle</a:t>
            </a:r>
          </a:p>
        </p:txBody>
      </p:sp>
      <p:sp>
        <p:nvSpPr>
          <p:cNvPr id="109" name="Pladsholder til tekst 108">
            <a:extLst>
              <a:ext uri="{FF2B5EF4-FFF2-40B4-BE49-F238E27FC236}">
                <a16:creationId xmlns:a16="http://schemas.microsoft.com/office/drawing/2014/main" id="{08DA1C53-8388-0DA7-5267-7BCC40E5D410}"/>
              </a:ext>
            </a:extLst>
          </p:cNvPr>
          <p:cNvSpPr>
            <a:spLocks noGrp="1"/>
          </p:cNvSpPr>
          <p:nvPr>
            <p:ph type="body" sz="quarter" idx="38"/>
          </p:nvPr>
        </p:nvSpPr>
        <p:spPr>
          <a:xfrm>
            <a:off x="288000" y="3389634"/>
            <a:ext cx="2772000" cy="3058520"/>
          </a:xfrm>
        </p:spPr>
        <p:txBody>
          <a:bodyPr/>
          <a:lstStyle/>
          <a:p>
            <a:r>
              <a:rPr lang="da-DK"/>
              <a:t>Caborepe porum exerume nobitio nsequos dellat ut as duntese cor aspit poris modignit alibus vollore, sint la venditatur, officia et, sequasped qui re que volorep erspero vidundic tenit.</a:t>
            </a:r>
          </a:p>
          <a:p>
            <a:r>
              <a:rPr lang="da-DK"/>
              <a:t>Vollorem re dolum eument facepe premporatem reicatem faccate mpores pa quodist, ereius, simus velignam dolorro ruptat aut as a at. Olutestisto quat aut molorerum hil eos auda ducit vendele stinvera verrum resto tempeliquas am dunturent alibusa nihilit.</a:t>
            </a:r>
            <a:br>
              <a:rPr lang="da-DK"/>
            </a:br>
            <a:endParaRPr lang="da-DK"/>
          </a:p>
          <a:p>
            <a:endParaRPr lang="en-US"/>
          </a:p>
        </p:txBody>
      </p:sp>
      <p:sp>
        <p:nvSpPr>
          <p:cNvPr id="113" name="Pladsholder til tekst 112">
            <a:extLst>
              <a:ext uri="{FF2B5EF4-FFF2-40B4-BE49-F238E27FC236}">
                <a16:creationId xmlns:a16="http://schemas.microsoft.com/office/drawing/2014/main" id="{516FB48B-9887-7FC0-0C63-49A3D7D0C00F}"/>
              </a:ext>
            </a:extLst>
          </p:cNvPr>
          <p:cNvSpPr>
            <a:spLocks noGrp="1"/>
          </p:cNvSpPr>
          <p:nvPr>
            <p:ph type="body" sz="quarter" idx="43"/>
          </p:nvPr>
        </p:nvSpPr>
        <p:spPr>
          <a:xfrm>
            <a:off x="288000" y="756000"/>
            <a:ext cx="2772000" cy="1370216"/>
          </a:xfrm>
        </p:spPr>
        <p:txBody>
          <a:bodyPr/>
          <a:lstStyle/>
          <a:p>
            <a:r>
              <a:rPr lang="da-DK"/>
              <a:t>Vestibulum ante ipsum primis in faucibus orci luctus et ultrices posuere cubilia curae; Integer vel accumsan ipsum.</a:t>
            </a:r>
            <a:endParaRPr lang="en-US"/>
          </a:p>
        </p:txBody>
      </p:sp>
      <p:pic>
        <p:nvPicPr>
          <p:cNvPr id="116" name="Pladsholder til billede 115">
            <a:extLst>
              <a:ext uri="{FF2B5EF4-FFF2-40B4-BE49-F238E27FC236}">
                <a16:creationId xmlns:a16="http://schemas.microsoft.com/office/drawing/2014/main" id="{91A55F57-E298-C5A8-5CE7-CF28383B41CD}"/>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l="13121" r="13121"/>
          <a:stretch/>
        </p:blipFill>
        <p:spPr>
          <a:xfrm>
            <a:off x="3217016" y="243507"/>
            <a:ext cx="2789452" cy="2520000"/>
          </a:xfrm>
        </p:spPr>
      </p:pic>
      <p:sp>
        <p:nvSpPr>
          <p:cNvPr id="102" name="Pladsholder til tekst 101">
            <a:extLst>
              <a:ext uri="{FF2B5EF4-FFF2-40B4-BE49-F238E27FC236}">
                <a16:creationId xmlns:a16="http://schemas.microsoft.com/office/drawing/2014/main" id="{CCEBE337-35F5-42CA-F220-79DCA3B08B0F}"/>
              </a:ext>
            </a:extLst>
          </p:cNvPr>
          <p:cNvSpPr>
            <a:spLocks noGrp="1"/>
          </p:cNvSpPr>
          <p:nvPr>
            <p:ph type="body" sz="quarter" idx="24"/>
          </p:nvPr>
        </p:nvSpPr>
        <p:spPr>
          <a:xfrm>
            <a:off x="3217124" y="2833676"/>
            <a:ext cx="2789452" cy="468351"/>
          </a:xfrm>
        </p:spPr>
        <p:txBody>
          <a:bodyPr/>
          <a:lstStyle/>
          <a:p>
            <a:r>
              <a:rPr lang="en-US"/>
              <a:t>Titel</a:t>
            </a:r>
          </a:p>
          <a:p>
            <a:r>
              <a:rPr lang="en-US"/>
              <a:t>Lorem ipsum sit amet </a:t>
            </a:r>
            <a:r>
              <a:rPr lang="da-DK"/>
              <a:t>um eument facepe premporatem </a:t>
            </a:r>
            <a:endParaRPr lang="en-US"/>
          </a:p>
          <a:p>
            <a:endParaRPr lang="en-US"/>
          </a:p>
        </p:txBody>
      </p:sp>
      <p:pic>
        <p:nvPicPr>
          <p:cNvPr id="120" name="Pladsholder til billede 119">
            <a:extLst>
              <a:ext uri="{FF2B5EF4-FFF2-40B4-BE49-F238E27FC236}">
                <a16:creationId xmlns:a16="http://schemas.microsoft.com/office/drawing/2014/main" id="{CCA99B24-1524-F3B9-2281-2F982FA30BA4}"/>
              </a:ext>
            </a:extLst>
          </p:cNvPr>
          <p:cNvPicPr>
            <a:picLocks noGrp="1" noChangeAspect="1"/>
          </p:cNvPicPr>
          <p:nvPr>
            <p:ph type="pic" sz="quarter" idx="31"/>
          </p:nvPr>
        </p:nvPicPr>
        <p:blipFill>
          <a:blip r:embed="rId3">
            <a:extLst>
              <a:ext uri="{28A0092B-C50C-407E-A947-70E740481C1C}">
                <a14:useLocalDpi xmlns:a14="http://schemas.microsoft.com/office/drawing/2010/main" val="0"/>
              </a:ext>
            </a:extLst>
          </a:blip>
          <a:srcRect l="2504" r="2504"/>
          <a:stretch/>
        </p:blipFill>
        <p:spPr>
          <a:xfrm>
            <a:off x="6182032" y="243507"/>
            <a:ext cx="2789452" cy="2043273"/>
          </a:xfrm>
        </p:spPr>
      </p:pic>
      <p:pic>
        <p:nvPicPr>
          <p:cNvPr id="124" name="Pladsholder til billede 123">
            <a:extLst>
              <a:ext uri="{FF2B5EF4-FFF2-40B4-BE49-F238E27FC236}">
                <a16:creationId xmlns:a16="http://schemas.microsoft.com/office/drawing/2014/main" id="{A9F16AB4-9DA6-E54D-21A0-E223926D128F}"/>
              </a:ext>
            </a:extLst>
          </p:cNvPr>
          <p:cNvPicPr>
            <a:picLocks noGrp="1" noChangeAspect="1"/>
          </p:cNvPicPr>
          <p:nvPr>
            <p:ph type="pic" sz="quarter" idx="32"/>
          </p:nvPr>
        </p:nvPicPr>
        <p:blipFill>
          <a:blip r:embed="rId4">
            <a:extLst>
              <a:ext uri="{28A0092B-C50C-407E-A947-70E740481C1C}">
                <a14:useLocalDpi xmlns:a14="http://schemas.microsoft.com/office/drawing/2010/main" val="0"/>
              </a:ext>
            </a:extLst>
          </a:blip>
          <a:srcRect t="4396" b="4396"/>
          <a:stretch/>
        </p:blipFill>
        <p:spPr>
          <a:xfrm>
            <a:off x="9147048" y="243507"/>
            <a:ext cx="2753777" cy="2520000"/>
          </a:xfrm>
        </p:spPr>
      </p:pic>
      <p:sp>
        <p:nvSpPr>
          <p:cNvPr id="105" name="Pladsholder til tekst 104">
            <a:extLst>
              <a:ext uri="{FF2B5EF4-FFF2-40B4-BE49-F238E27FC236}">
                <a16:creationId xmlns:a16="http://schemas.microsoft.com/office/drawing/2014/main" id="{6F63D4CA-76C3-5E7B-9E09-8EC3EB18728C}"/>
              </a:ext>
            </a:extLst>
          </p:cNvPr>
          <p:cNvSpPr>
            <a:spLocks noGrp="1"/>
          </p:cNvSpPr>
          <p:nvPr>
            <p:ph type="body" sz="quarter" idx="33"/>
          </p:nvPr>
        </p:nvSpPr>
        <p:spPr>
          <a:xfrm>
            <a:off x="6182248" y="2355515"/>
            <a:ext cx="2789452" cy="468351"/>
          </a:xfrm>
        </p:spPr>
        <p:txBody>
          <a:bodyPr/>
          <a:lstStyle/>
          <a:p>
            <a:r>
              <a:rPr lang="en-US"/>
              <a:t>Titel</a:t>
            </a:r>
          </a:p>
          <a:p>
            <a:r>
              <a:rPr lang="en-US"/>
              <a:t>Lorem ipsum sit amet </a:t>
            </a:r>
            <a:r>
              <a:rPr lang="da-DK"/>
              <a:t>um eument facepe premporatem </a:t>
            </a:r>
            <a:endParaRPr lang="en-US"/>
          </a:p>
          <a:p>
            <a:endParaRPr lang="en-US"/>
          </a:p>
        </p:txBody>
      </p:sp>
      <p:sp>
        <p:nvSpPr>
          <p:cNvPr id="106" name="Pladsholder til tekst 105">
            <a:extLst>
              <a:ext uri="{FF2B5EF4-FFF2-40B4-BE49-F238E27FC236}">
                <a16:creationId xmlns:a16="http://schemas.microsoft.com/office/drawing/2014/main" id="{71AC13A5-B2A1-5555-FFA4-1BC56A980A68}"/>
              </a:ext>
            </a:extLst>
          </p:cNvPr>
          <p:cNvSpPr>
            <a:spLocks noGrp="1"/>
          </p:cNvSpPr>
          <p:nvPr>
            <p:ph type="body" sz="quarter" idx="34"/>
          </p:nvPr>
        </p:nvSpPr>
        <p:spPr>
          <a:xfrm>
            <a:off x="9147373" y="2833676"/>
            <a:ext cx="2753452" cy="468351"/>
          </a:xfrm>
        </p:spPr>
        <p:txBody>
          <a:bodyPr/>
          <a:lstStyle/>
          <a:p>
            <a:r>
              <a:rPr lang="en-US"/>
              <a:t>Titel</a:t>
            </a:r>
          </a:p>
          <a:p>
            <a:r>
              <a:rPr lang="en-US"/>
              <a:t>Lorem ipsum sit amet </a:t>
            </a:r>
            <a:r>
              <a:rPr lang="da-DK"/>
              <a:t>um eument facepe premporatem </a:t>
            </a:r>
            <a:endParaRPr lang="en-US"/>
          </a:p>
          <a:p>
            <a:endParaRPr lang="en-US"/>
          </a:p>
        </p:txBody>
      </p:sp>
      <p:pic>
        <p:nvPicPr>
          <p:cNvPr id="118" name="Pladsholder til billede 117">
            <a:extLst>
              <a:ext uri="{FF2B5EF4-FFF2-40B4-BE49-F238E27FC236}">
                <a16:creationId xmlns:a16="http://schemas.microsoft.com/office/drawing/2014/main" id="{EE5435E7-5E5B-8AF9-C7CE-2EBDA9B72D03}"/>
              </a:ext>
            </a:extLst>
          </p:cNvPr>
          <p:cNvPicPr>
            <a:picLocks noGrp="1" noChangeAspect="1"/>
          </p:cNvPicPr>
          <p:nvPr>
            <p:ph type="pic" sz="quarter" idx="35"/>
          </p:nvPr>
        </p:nvPicPr>
        <p:blipFill>
          <a:blip r:embed="rId5">
            <a:extLst>
              <a:ext uri="{28A0092B-C50C-407E-A947-70E740481C1C}">
                <a14:useLocalDpi xmlns:a14="http://schemas.microsoft.com/office/drawing/2010/main" val="0"/>
              </a:ext>
            </a:extLst>
          </a:blip>
          <a:srcRect l="2624" r="2624"/>
          <a:stretch/>
        </p:blipFill>
        <p:spPr>
          <a:xfrm>
            <a:off x="3217124" y="3394431"/>
            <a:ext cx="2789452" cy="2043273"/>
          </a:xfrm>
        </p:spPr>
      </p:pic>
      <p:sp>
        <p:nvSpPr>
          <p:cNvPr id="108" name="Pladsholder til tekst 107">
            <a:extLst>
              <a:ext uri="{FF2B5EF4-FFF2-40B4-BE49-F238E27FC236}">
                <a16:creationId xmlns:a16="http://schemas.microsoft.com/office/drawing/2014/main" id="{9767E400-DC49-034B-8C4C-321DB9EF0543}"/>
              </a:ext>
            </a:extLst>
          </p:cNvPr>
          <p:cNvSpPr>
            <a:spLocks noGrp="1"/>
          </p:cNvSpPr>
          <p:nvPr>
            <p:ph type="body" sz="quarter" idx="37"/>
          </p:nvPr>
        </p:nvSpPr>
        <p:spPr>
          <a:xfrm>
            <a:off x="3217124" y="5506439"/>
            <a:ext cx="2789452" cy="468351"/>
          </a:xfrm>
        </p:spPr>
        <p:txBody>
          <a:bodyPr/>
          <a:lstStyle/>
          <a:p>
            <a:r>
              <a:rPr lang="en-US"/>
              <a:t>Titel</a:t>
            </a:r>
          </a:p>
          <a:p>
            <a:r>
              <a:rPr lang="en-US"/>
              <a:t>Lorem ipsum sit amet </a:t>
            </a:r>
            <a:r>
              <a:rPr lang="da-DK"/>
              <a:t>um eument facepe premporatem </a:t>
            </a:r>
            <a:endParaRPr lang="en-US"/>
          </a:p>
          <a:p>
            <a:endParaRPr lang="en-US"/>
          </a:p>
        </p:txBody>
      </p:sp>
      <p:pic>
        <p:nvPicPr>
          <p:cNvPr id="122" name="Pladsholder til billede 121">
            <a:extLst>
              <a:ext uri="{FF2B5EF4-FFF2-40B4-BE49-F238E27FC236}">
                <a16:creationId xmlns:a16="http://schemas.microsoft.com/office/drawing/2014/main" id="{A2456C13-6556-4C11-4843-FAF5C2F3DA5E}"/>
              </a:ext>
            </a:extLst>
          </p:cNvPr>
          <p:cNvPicPr>
            <a:picLocks noGrp="1" noChangeAspect="1"/>
          </p:cNvPicPr>
          <p:nvPr>
            <p:ph type="pic" sz="quarter" idx="39"/>
          </p:nvPr>
        </p:nvPicPr>
        <p:blipFill>
          <a:blip r:embed="rId6">
            <a:extLst>
              <a:ext uri="{28A0092B-C50C-407E-A947-70E740481C1C}">
                <a14:useLocalDpi xmlns:a14="http://schemas.microsoft.com/office/drawing/2010/main" val="0"/>
              </a:ext>
            </a:extLst>
          </a:blip>
          <a:srcRect l="3711" r="3711"/>
          <a:stretch/>
        </p:blipFill>
        <p:spPr>
          <a:xfrm>
            <a:off x="9147373" y="3394431"/>
            <a:ext cx="2753452" cy="2043273"/>
          </a:xfrm>
        </p:spPr>
      </p:pic>
      <p:pic>
        <p:nvPicPr>
          <p:cNvPr id="126" name="Pladsholder til billede 125">
            <a:extLst>
              <a:ext uri="{FF2B5EF4-FFF2-40B4-BE49-F238E27FC236}">
                <a16:creationId xmlns:a16="http://schemas.microsoft.com/office/drawing/2014/main" id="{A38F4323-0EB2-33AF-8DFD-06284AD48B31}"/>
              </a:ext>
            </a:extLst>
          </p:cNvPr>
          <p:cNvPicPr>
            <a:picLocks noGrp="1" noChangeAspect="1"/>
          </p:cNvPicPr>
          <p:nvPr>
            <p:ph type="pic" sz="quarter" idx="40"/>
          </p:nvPr>
        </p:nvPicPr>
        <p:blipFill>
          <a:blip r:embed="rId7">
            <a:extLst>
              <a:ext uri="{28A0092B-C50C-407E-A947-70E740481C1C}">
                <a14:useLocalDpi xmlns:a14="http://schemas.microsoft.com/office/drawing/2010/main" val="0"/>
              </a:ext>
            </a:extLst>
          </a:blip>
          <a:srcRect t="5044" b="5044"/>
          <a:stretch/>
        </p:blipFill>
        <p:spPr>
          <a:xfrm>
            <a:off x="6182248" y="3394431"/>
            <a:ext cx="2789452" cy="2520000"/>
          </a:xfrm>
        </p:spPr>
      </p:pic>
      <p:sp>
        <p:nvSpPr>
          <p:cNvPr id="112" name="Pladsholder til tekst 111">
            <a:extLst>
              <a:ext uri="{FF2B5EF4-FFF2-40B4-BE49-F238E27FC236}">
                <a16:creationId xmlns:a16="http://schemas.microsoft.com/office/drawing/2014/main" id="{4D80D9F1-B0C0-4947-9354-0821CA4D1E47}"/>
              </a:ext>
            </a:extLst>
          </p:cNvPr>
          <p:cNvSpPr>
            <a:spLocks noGrp="1"/>
          </p:cNvSpPr>
          <p:nvPr>
            <p:ph type="body" sz="quarter" idx="41"/>
          </p:nvPr>
        </p:nvSpPr>
        <p:spPr>
          <a:xfrm>
            <a:off x="9147373" y="5506439"/>
            <a:ext cx="2753452" cy="468351"/>
          </a:xfrm>
        </p:spPr>
        <p:txBody>
          <a:bodyPr/>
          <a:lstStyle/>
          <a:p>
            <a:r>
              <a:rPr lang="en-US"/>
              <a:t>Titel</a:t>
            </a:r>
          </a:p>
          <a:p>
            <a:r>
              <a:rPr lang="en-US"/>
              <a:t>Lorem ipsum sit amet </a:t>
            </a:r>
            <a:r>
              <a:rPr lang="da-DK"/>
              <a:t>um eument facepe premporatem </a:t>
            </a:r>
            <a:endParaRPr lang="en-US"/>
          </a:p>
          <a:p>
            <a:endParaRPr lang="en-US"/>
          </a:p>
        </p:txBody>
      </p:sp>
      <p:sp>
        <p:nvSpPr>
          <p:cNvPr id="114" name="Pladsholder til tekst 113">
            <a:extLst>
              <a:ext uri="{FF2B5EF4-FFF2-40B4-BE49-F238E27FC236}">
                <a16:creationId xmlns:a16="http://schemas.microsoft.com/office/drawing/2014/main" id="{C0838A59-9C76-004F-2220-F658278FBB81}"/>
              </a:ext>
            </a:extLst>
          </p:cNvPr>
          <p:cNvSpPr>
            <a:spLocks noGrp="1"/>
          </p:cNvSpPr>
          <p:nvPr>
            <p:ph type="body" sz="quarter" idx="42"/>
          </p:nvPr>
        </p:nvSpPr>
        <p:spPr>
          <a:xfrm>
            <a:off x="6182248" y="5984600"/>
            <a:ext cx="2789452" cy="468351"/>
          </a:xfrm>
        </p:spPr>
        <p:txBody>
          <a:bodyPr/>
          <a:lstStyle/>
          <a:p>
            <a:r>
              <a:rPr lang="en-US"/>
              <a:t>Titel</a:t>
            </a:r>
          </a:p>
          <a:p>
            <a:r>
              <a:rPr lang="en-US"/>
              <a:t>Lorem ipsum sit amet </a:t>
            </a:r>
            <a:r>
              <a:rPr lang="da-DK"/>
              <a:t>um eument facepe premporatem </a:t>
            </a:r>
            <a:endParaRPr lang="en-US"/>
          </a:p>
          <a:p>
            <a:endParaRPr lang="en-US"/>
          </a:p>
        </p:txBody>
      </p:sp>
      <p:sp>
        <p:nvSpPr>
          <p:cNvPr id="127" name="Afrundet rektangel 126">
            <a:extLst>
              <a:ext uri="{FF2B5EF4-FFF2-40B4-BE49-F238E27FC236}">
                <a16:creationId xmlns:a16="http://schemas.microsoft.com/office/drawing/2014/main" id="{CCE7DA88-F6BF-5CEC-F268-94972C2131E5}"/>
              </a:ext>
            </a:extLst>
          </p:cNvPr>
          <p:cNvSpPr/>
          <p:nvPr/>
        </p:nvSpPr>
        <p:spPr>
          <a:xfrm>
            <a:off x="287337" y="1595645"/>
            <a:ext cx="863765" cy="216000"/>
          </a:xfrm>
          <a:prstGeom prst="roundRect">
            <a:avLst>
              <a:gd name="adj" fmla="val 50000"/>
            </a:avLst>
          </a:prstGeom>
          <a:noFill/>
          <a:ln w="9525">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900" baseline="0" dirty="0" err="1">
                <a:solidFill>
                  <a:schemeClr val="tx2"/>
                </a:solidFill>
                <a:cs typeface="Arial"/>
              </a:rPr>
              <a:t>Category Tag</a:t>
            </a:r>
          </a:p>
        </p:txBody>
      </p:sp>
      <p:sp>
        <p:nvSpPr>
          <p:cNvPr id="130" name="Afrundet rektangel 129">
            <a:extLst>
              <a:ext uri="{FF2B5EF4-FFF2-40B4-BE49-F238E27FC236}">
                <a16:creationId xmlns:a16="http://schemas.microsoft.com/office/drawing/2014/main" id="{6123619D-1035-6C5F-D436-9EC74E3D64C5}"/>
              </a:ext>
            </a:extLst>
          </p:cNvPr>
          <p:cNvSpPr/>
          <p:nvPr/>
        </p:nvSpPr>
        <p:spPr>
          <a:xfrm>
            <a:off x="287337" y="1931311"/>
            <a:ext cx="863765" cy="216000"/>
          </a:xfrm>
          <a:prstGeom prst="roundRect">
            <a:avLst>
              <a:gd name="adj" fmla="val 50000"/>
            </a:avLst>
          </a:prstGeom>
          <a:noFill/>
          <a:ln w="9525">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900" baseline="0" dirty="0" err="1">
                <a:solidFill>
                  <a:schemeClr val="tx2"/>
                </a:solidFill>
                <a:cs typeface="Arial"/>
              </a:rPr>
              <a:t>Category Tag</a:t>
            </a:r>
          </a:p>
        </p:txBody>
      </p:sp>
    </p:spTree>
    <p:extLst>
      <p:ext uri="{BB962C8B-B14F-4D97-AF65-F5344CB8AC3E}">
        <p14:creationId xmlns:p14="http://schemas.microsoft.com/office/powerpoint/2010/main" val="1544065648"/>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ladsholder til billede 20">
            <a:extLst>
              <a:ext uri="{FF2B5EF4-FFF2-40B4-BE49-F238E27FC236}">
                <a16:creationId xmlns:a16="http://schemas.microsoft.com/office/drawing/2014/main" id="{FFED73C6-18DF-423A-BF8E-1686885791B6}"/>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2472" r="2472"/>
          <a:stretch/>
        </p:blipFill>
        <p:spPr>
          <a:xfrm>
            <a:off x="288000" y="243507"/>
            <a:ext cx="2789452" cy="2043273"/>
          </a:xfrm>
        </p:spPr>
      </p:pic>
      <p:pic>
        <p:nvPicPr>
          <p:cNvPr id="23" name="Pladsholder til billede 22">
            <a:extLst>
              <a:ext uri="{FF2B5EF4-FFF2-40B4-BE49-F238E27FC236}">
                <a16:creationId xmlns:a16="http://schemas.microsoft.com/office/drawing/2014/main" id="{F812F59F-DE55-6AD9-8458-A8E918CB2952}"/>
              </a:ext>
            </a:extLst>
          </p:cNvPr>
          <p:cNvPicPr>
            <a:picLocks noGrp="1" noChangeAspect="1"/>
          </p:cNvPicPr>
          <p:nvPr>
            <p:ph type="pic" sz="quarter" idx="17"/>
          </p:nvPr>
        </p:nvPicPr>
        <p:blipFill>
          <a:blip r:embed="rId3">
            <a:extLst>
              <a:ext uri="{28A0092B-C50C-407E-A947-70E740481C1C}">
                <a14:useLocalDpi xmlns:a14="http://schemas.microsoft.com/office/drawing/2010/main" val="0"/>
              </a:ext>
            </a:extLst>
          </a:blip>
          <a:srcRect l="13121" r="13121"/>
          <a:stretch/>
        </p:blipFill>
        <p:spPr>
          <a:xfrm>
            <a:off x="3228000" y="243507"/>
            <a:ext cx="2789452" cy="2520000"/>
          </a:xfrm>
        </p:spPr>
      </p:pic>
      <p:sp>
        <p:nvSpPr>
          <p:cNvPr id="6" name="Pladsholder til tekst 5">
            <a:extLst>
              <a:ext uri="{FF2B5EF4-FFF2-40B4-BE49-F238E27FC236}">
                <a16:creationId xmlns:a16="http://schemas.microsoft.com/office/drawing/2014/main" id="{35FEAA48-A8AB-DF96-16AD-FD33F546AE27}"/>
              </a:ext>
            </a:extLst>
          </p:cNvPr>
          <p:cNvSpPr>
            <a:spLocks noGrp="1"/>
          </p:cNvSpPr>
          <p:nvPr>
            <p:ph type="body" sz="quarter" idx="23"/>
          </p:nvPr>
        </p:nvSpPr>
        <p:spPr>
          <a:xfrm>
            <a:off x="288000" y="2355515"/>
            <a:ext cx="2789452" cy="468351"/>
          </a:xfrm>
        </p:spPr>
        <p:txBody>
          <a:bodyPr/>
          <a:lstStyle/>
          <a:p>
            <a:r>
              <a:rPr lang="en-US"/>
              <a:t>Titel</a:t>
            </a:r>
          </a:p>
          <a:p>
            <a:r>
              <a:rPr lang="en-US"/>
              <a:t>Lorem ipsum sit amet </a:t>
            </a:r>
            <a:r>
              <a:rPr lang="da-DK"/>
              <a:t>um eument facepe premporatem </a:t>
            </a:r>
            <a:endParaRPr lang="en-US"/>
          </a:p>
        </p:txBody>
      </p:sp>
      <p:sp>
        <p:nvSpPr>
          <p:cNvPr id="7" name="Pladsholder til tekst 6">
            <a:extLst>
              <a:ext uri="{FF2B5EF4-FFF2-40B4-BE49-F238E27FC236}">
                <a16:creationId xmlns:a16="http://schemas.microsoft.com/office/drawing/2014/main" id="{0B90A4AF-4F0F-E4D2-0E41-D8C1AF375FD7}"/>
              </a:ext>
            </a:extLst>
          </p:cNvPr>
          <p:cNvSpPr>
            <a:spLocks noGrp="1"/>
          </p:cNvSpPr>
          <p:nvPr>
            <p:ph type="body" sz="quarter" idx="24"/>
          </p:nvPr>
        </p:nvSpPr>
        <p:spPr>
          <a:xfrm>
            <a:off x="3228000" y="2833676"/>
            <a:ext cx="2789452" cy="468351"/>
          </a:xfrm>
        </p:spPr>
        <p:txBody>
          <a:bodyPr/>
          <a:lstStyle/>
          <a:p>
            <a:r>
              <a:rPr lang="en-US"/>
              <a:t>Titel</a:t>
            </a:r>
          </a:p>
          <a:p>
            <a:r>
              <a:rPr lang="en-US"/>
              <a:t>Lorem ipsum sit amet </a:t>
            </a:r>
            <a:r>
              <a:rPr lang="da-DK"/>
              <a:t>um eument facepe premporatem </a:t>
            </a:r>
            <a:endParaRPr lang="en-US"/>
          </a:p>
        </p:txBody>
      </p:sp>
      <p:pic>
        <p:nvPicPr>
          <p:cNvPr id="33" name="Pladsholder til billede 32">
            <a:extLst>
              <a:ext uri="{FF2B5EF4-FFF2-40B4-BE49-F238E27FC236}">
                <a16:creationId xmlns:a16="http://schemas.microsoft.com/office/drawing/2014/main" id="{BA2A9CB2-31FE-F777-1D5F-B461B599FE96}"/>
              </a:ext>
            </a:extLst>
          </p:cNvPr>
          <p:cNvPicPr>
            <a:picLocks noGrp="1" noChangeAspect="1"/>
          </p:cNvPicPr>
          <p:nvPr>
            <p:ph type="pic" sz="quarter" idx="31"/>
          </p:nvPr>
        </p:nvPicPr>
        <p:blipFill>
          <a:blip r:embed="rId4">
            <a:extLst>
              <a:ext uri="{28A0092B-C50C-407E-A947-70E740481C1C}">
                <a14:useLocalDpi xmlns:a14="http://schemas.microsoft.com/office/drawing/2010/main" val="0"/>
              </a:ext>
            </a:extLst>
          </a:blip>
          <a:srcRect l="2504" r="2504"/>
          <a:stretch/>
        </p:blipFill>
        <p:spPr>
          <a:xfrm>
            <a:off x="6168000" y="243507"/>
            <a:ext cx="2789452" cy="2043273"/>
          </a:xfrm>
        </p:spPr>
      </p:pic>
      <p:pic>
        <p:nvPicPr>
          <p:cNvPr id="31" name="Pladsholder til billede 30">
            <a:extLst>
              <a:ext uri="{FF2B5EF4-FFF2-40B4-BE49-F238E27FC236}">
                <a16:creationId xmlns:a16="http://schemas.microsoft.com/office/drawing/2014/main" id="{00657CA4-D3D9-3F78-16CD-D9C79B19F39C}"/>
              </a:ext>
            </a:extLst>
          </p:cNvPr>
          <p:cNvPicPr>
            <a:picLocks noGrp="1" noChangeAspect="1"/>
          </p:cNvPicPr>
          <p:nvPr>
            <p:ph type="pic" sz="quarter" idx="32"/>
          </p:nvPr>
        </p:nvPicPr>
        <p:blipFill>
          <a:blip r:embed="rId5">
            <a:extLst>
              <a:ext uri="{28A0092B-C50C-407E-A947-70E740481C1C}">
                <a14:useLocalDpi xmlns:a14="http://schemas.microsoft.com/office/drawing/2010/main" val="0"/>
              </a:ext>
            </a:extLst>
          </a:blip>
          <a:srcRect t="4967" b="4967"/>
          <a:stretch/>
        </p:blipFill>
        <p:spPr>
          <a:xfrm>
            <a:off x="9108000" y="243507"/>
            <a:ext cx="2789452" cy="2520000"/>
          </a:xfrm>
        </p:spPr>
      </p:pic>
      <p:sp>
        <p:nvSpPr>
          <p:cNvPr id="10" name="Pladsholder til tekst 9">
            <a:extLst>
              <a:ext uri="{FF2B5EF4-FFF2-40B4-BE49-F238E27FC236}">
                <a16:creationId xmlns:a16="http://schemas.microsoft.com/office/drawing/2014/main" id="{C5192B1A-EF29-A3CC-C3A7-CF7778F24B59}"/>
              </a:ext>
            </a:extLst>
          </p:cNvPr>
          <p:cNvSpPr>
            <a:spLocks noGrp="1"/>
          </p:cNvSpPr>
          <p:nvPr>
            <p:ph type="body" sz="quarter" idx="33"/>
          </p:nvPr>
        </p:nvSpPr>
        <p:spPr>
          <a:xfrm>
            <a:off x="6168000" y="2355515"/>
            <a:ext cx="2789452" cy="468351"/>
          </a:xfrm>
        </p:spPr>
        <p:txBody>
          <a:bodyPr/>
          <a:lstStyle/>
          <a:p>
            <a:r>
              <a:rPr lang="en-US"/>
              <a:t>Titel</a:t>
            </a:r>
          </a:p>
          <a:p>
            <a:r>
              <a:rPr lang="en-US"/>
              <a:t>Lorem ipsum sit amet </a:t>
            </a:r>
            <a:r>
              <a:rPr lang="da-DK"/>
              <a:t>um eument facepe premporatem </a:t>
            </a:r>
            <a:endParaRPr lang="en-US"/>
          </a:p>
          <a:p>
            <a:endParaRPr lang="en-US"/>
          </a:p>
        </p:txBody>
      </p:sp>
      <p:sp>
        <p:nvSpPr>
          <p:cNvPr id="11" name="Pladsholder til tekst 10">
            <a:extLst>
              <a:ext uri="{FF2B5EF4-FFF2-40B4-BE49-F238E27FC236}">
                <a16:creationId xmlns:a16="http://schemas.microsoft.com/office/drawing/2014/main" id="{FDC20E27-883F-91EB-67CC-133D08D32EEC}"/>
              </a:ext>
            </a:extLst>
          </p:cNvPr>
          <p:cNvSpPr>
            <a:spLocks noGrp="1"/>
          </p:cNvSpPr>
          <p:nvPr>
            <p:ph type="body" sz="quarter" idx="34"/>
          </p:nvPr>
        </p:nvSpPr>
        <p:spPr>
          <a:xfrm>
            <a:off x="9108000" y="2833676"/>
            <a:ext cx="2789452" cy="468351"/>
          </a:xfrm>
        </p:spPr>
        <p:txBody>
          <a:bodyPr/>
          <a:lstStyle/>
          <a:p>
            <a:r>
              <a:rPr lang="en-US"/>
              <a:t>Titel</a:t>
            </a:r>
          </a:p>
          <a:p>
            <a:r>
              <a:rPr lang="en-US"/>
              <a:t>Lorem ipsum sit amet </a:t>
            </a:r>
            <a:r>
              <a:rPr lang="da-DK"/>
              <a:t>um eument facepe premporatem </a:t>
            </a:r>
            <a:endParaRPr lang="en-US"/>
          </a:p>
          <a:p>
            <a:endParaRPr lang="en-US"/>
          </a:p>
        </p:txBody>
      </p:sp>
      <p:pic>
        <p:nvPicPr>
          <p:cNvPr id="27" name="Pladsholder til billede 26">
            <a:extLst>
              <a:ext uri="{FF2B5EF4-FFF2-40B4-BE49-F238E27FC236}">
                <a16:creationId xmlns:a16="http://schemas.microsoft.com/office/drawing/2014/main" id="{974934C2-4A32-9843-C376-BFDA08DD8F5A}"/>
              </a:ext>
            </a:extLst>
          </p:cNvPr>
          <p:cNvPicPr>
            <a:picLocks noGrp="1" noChangeAspect="1"/>
          </p:cNvPicPr>
          <p:nvPr>
            <p:ph type="pic" sz="quarter" idx="35"/>
          </p:nvPr>
        </p:nvPicPr>
        <p:blipFill>
          <a:blip r:embed="rId6">
            <a:extLst>
              <a:ext uri="{28A0092B-C50C-407E-A947-70E740481C1C}">
                <a14:useLocalDpi xmlns:a14="http://schemas.microsoft.com/office/drawing/2010/main" val="0"/>
              </a:ext>
            </a:extLst>
          </a:blip>
          <a:srcRect l="2597" r="2597"/>
          <a:stretch/>
        </p:blipFill>
        <p:spPr>
          <a:xfrm>
            <a:off x="3228000" y="3394431"/>
            <a:ext cx="2789452" cy="2043273"/>
          </a:xfrm>
        </p:spPr>
      </p:pic>
      <p:pic>
        <p:nvPicPr>
          <p:cNvPr id="25" name="Pladsholder til billede 24">
            <a:extLst>
              <a:ext uri="{FF2B5EF4-FFF2-40B4-BE49-F238E27FC236}">
                <a16:creationId xmlns:a16="http://schemas.microsoft.com/office/drawing/2014/main" id="{E910B7E8-9466-D89D-636A-972F2BAFFC45}"/>
              </a:ext>
            </a:extLst>
          </p:cNvPr>
          <p:cNvPicPr>
            <a:picLocks noGrp="1" noChangeAspect="1"/>
          </p:cNvPicPr>
          <p:nvPr>
            <p:ph type="pic" sz="quarter" idx="36"/>
          </p:nvPr>
        </p:nvPicPr>
        <p:blipFill>
          <a:blip r:embed="rId7">
            <a:extLst>
              <a:ext uri="{28A0092B-C50C-407E-A947-70E740481C1C}">
                <a14:useLocalDpi xmlns:a14="http://schemas.microsoft.com/office/drawing/2010/main" val="0"/>
              </a:ext>
            </a:extLst>
          </a:blip>
          <a:srcRect l="18910" r="18910"/>
          <a:stretch/>
        </p:blipFill>
        <p:spPr>
          <a:xfrm>
            <a:off x="288000" y="3394431"/>
            <a:ext cx="2789452" cy="2520000"/>
          </a:xfrm>
        </p:spPr>
      </p:pic>
      <p:sp>
        <p:nvSpPr>
          <p:cNvPr id="14" name="Pladsholder til tekst 13">
            <a:extLst>
              <a:ext uri="{FF2B5EF4-FFF2-40B4-BE49-F238E27FC236}">
                <a16:creationId xmlns:a16="http://schemas.microsoft.com/office/drawing/2014/main" id="{20167C1E-5798-FB4B-C420-345A1BB953A0}"/>
              </a:ext>
            </a:extLst>
          </p:cNvPr>
          <p:cNvSpPr>
            <a:spLocks noGrp="1"/>
          </p:cNvSpPr>
          <p:nvPr>
            <p:ph type="body" sz="quarter" idx="37"/>
          </p:nvPr>
        </p:nvSpPr>
        <p:spPr>
          <a:xfrm>
            <a:off x="3228000" y="5506439"/>
            <a:ext cx="2789452" cy="468351"/>
          </a:xfrm>
        </p:spPr>
        <p:txBody>
          <a:bodyPr/>
          <a:lstStyle/>
          <a:p>
            <a:r>
              <a:rPr lang="en-US"/>
              <a:t>Titel</a:t>
            </a:r>
          </a:p>
          <a:p>
            <a:r>
              <a:rPr lang="en-US"/>
              <a:t>Lorem ipsum sit amet </a:t>
            </a:r>
            <a:r>
              <a:rPr lang="da-DK"/>
              <a:t>um eument facepe premporatem </a:t>
            </a:r>
            <a:endParaRPr lang="en-US"/>
          </a:p>
          <a:p>
            <a:endParaRPr lang="en-US"/>
          </a:p>
        </p:txBody>
      </p:sp>
      <p:sp>
        <p:nvSpPr>
          <p:cNvPr id="15" name="Pladsholder til tekst 14">
            <a:extLst>
              <a:ext uri="{FF2B5EF4-FFF2-40B4-BE49-F238E27FC236}">
                <a16:creationId xmlns:a16="http://schemas.microsoft.com/office/drawing/2014/main" id="{CD659323-8DD1-3D0F-5281-97BDFAEE783F}"/>
              </a:ext>
            </a:extLst>
          </p:cNvPr>
          <p:cNvSpPr>
            <a:spLocks noGrp="1"/>
          </p:cNvSpPr>
          <p:nvPr>
            <p:ph type="body" sz="quarter" idx="38"/>
          </p:nvPr>
        </p:nvSpPr>
        <p:spPr>
          <a:xfrm>
            <a:off x="288000" y="5984600"/>
            <a:ext cx="2789452" cy="468351"/>
          </a:xfrm>
        </p:spPr>
        <p:txBody>
          <a:bodyPr/>
          <a:lstStyle/>
          <a:p>
            <a:r>
              <a:rPr lang="en-US"/>
              <a:t>Titel</a:t>
            </a:r>
          </a:p>
          <a:p>
            <a:r>
              <a:rPr lang="en-US"/>
              <a:t>Lorem ipsum sit amet </a:t>
            </a:r>
            <a:r>
              <a:rPr lang="da-DK"/>
              <a:t>um eument facepe premporatem </a:t>
            </a:r>
            <a:endParaRPr lang="en-US"/>
          </a:p>
          <a:p>
            <a:endParaRPr lang="en-US"/>
          </a:p>
        </p:txBody>
      </p:sp>
      <p:pic>
        <p:nvPicPr>
          <p:cNvPr id="35" name="Pladsholder til billede 34">
            <a:extLst>
              <a:ext uri="{FF2B5EF4-FFF2-40B4-BE49-F238E27FC236}">
                <a16:creationId xmlns:a16="http://schemas.microsoft.com/office/drawing/2014/main" id="{CE1A0D86-BA5A-8CEF-5F6C-E076BC49140B}"/>
              </a:ext>
            </a:extLst>
          </p:cNvPr>
          <p:cNvPicPr>
            <a:picLocks noGrp="1" noChangeAspect="1"/>
          </p:cNvPicPr>
          <p:nvPr>
            <p:ph type="pic" sz="quarter" idx="39"/>
          </p:nvPr>
        </p:nvPicPr>
        <p:blipFill>
          <a:blip r:embed="rId8">
            <a:extLst>
              <a:ext uri="{28A0092B-C50C-407E-A947-70E740481C1C}">
                <a14:useLocalDpi xmlns:a14="http://schemas.microsoft.com/office/drawing/2010/main" val="0"/>
              </a:ext>
            </a:extLst>
          </a:blip>
          <a:srcRect l="3124" r="3124"/>
          <a:stretch/>
        </p:blipFill>
        <p:spPr>
          <a:xfrm>
            <a:off x="9108000" y="3394431"/>
            <a:ext cx="2789452" cy="2043273"/>
          </a:xfrm>
        </p:spPr>
      </p:pic>
      <p:pic>
        <p:nvPicPr>
          <p:cNvPr id="29" name="Pladsholder til billede 28">
            <a:extLst>
              <a:ext uri="{FF2B5EF4-FFF2-40B4-BE49-F238E27FC236}">
                <a16:creationId xmlns:a16="http://schemas.microsoft.com/office/drawing/2014/main" id="{96C1BEB9-55F3-2797-2F4C-761D7492A65D}"/>
              </a:ext>
            </a:extLst>
          </p:cNvPr>
          <p:cNvPicPr>
            <a:picLocks noGrp="1" noChangeAspect="1"/>
          </p:cNvPicPr>
          <p:nvPr>
            <p:ph type="pic" sz="quarter" idx="40"/>
          </p:nvPr>
        </p:nvPicPr>
        <p:blipFill>
          <a:blip r:embed="rId9">
            <a:extLst>
              <a:ext uri="{28A0092B-C50C-407E-A947-70E740481C1C}">
                <a14:useLocalDpi xmlns:a14="http://schemas.microsoft.com/office/drawing/2010/main" val="0"/>
              </a:ext>
            </a:extLst>
          </a:blip>
          <a:srcRect t="5044" b="5044"/>
          <a:stretch/>
        </p:blipFill>
        <p:spPr>
          <a:xfrm>
            <a:off x="6168000" y="3394431"/>
            <a:ext cx="2789452" cy="2520000"/>
          </a:xfrm>
        </p:spPr>
      </p:pic>
      <p:sp>
        <p:nvSpPr>
          <p:cNvPr id="18" name="Pladsholder til tekst 17">
            <a:extLst>
              <a:ext uri="{FF2B5EF4-FFF2-40B4-BE49-F238E27FC236}">
                <a16:creationId xmlns:a16="http://schemas.microsoft.com/office/drawing/2014/main" id="{4B03DF40-D6F3-DA7D-02C6-CC57BC33D396}"/>
              </a:ext>
            </a:extLst>
          </p:cNvPr>
          <p:cNvSpPr>
            <a:spLocks noGrp="1"/>
          </p:cNvSpPr>
          <p:nvPr>
            <p:ph type="body" sz="quarter" idx="41"/>
          </p:nvPr>
        </p:nvSpPr>
        <p:spPr>
          <a:xfrm>
            <a:off x="9108000" y="5506439"/>
            <a:ext cx="2789452" cy="468351"/>
          </a:xfrm>
        </p:spPr>
        <p:txBody>
          <a:bodyPr/>
          <a:lstStyle/>
          <a:p>
            <a:r>
              <a:rPr lang="en-US"/>
              <a:t>Titel</a:t>
            </a:r>
          </a:p>
          <a:p>
            <a:r>
              <a:rPr lang="en-US"/>
              <a:t>Lorem ipsum sit amet </a:t>
            </a:r>
            <a:r>
              <a:rPr lang="da-DK"/>
              <a:t>um eument facepe premporatem </a:t>
            </a:r>
            <a:endParaRPr lang="en-US"/>
          </a:p>
          <a:p>
            <a:endParaRPr lang="en-US"/>
          </a:p>
        </p:txBody>
      </p:sp>
      <p:sp>
        <p:nvSpPr>
          <p:cNvPr id="19" name="Pladsholder til tekst 18">
            <a:extLst>
              <a:ext uri="{FF2B5EF4-FFF2-40B4-BE49-F238E27FC236}">
                <a16:creationId xmlns:a16="http://schemas.microsoft.com/office/drawing/2014/main" id="{F3A59458-C8B1-A8F7-A9E1-BF8B9DA41268}"/>
              </a:ext>
            </a:extLst>
          </p:cNvPr>
          <p:cNvSpPr>
            <a:spLocks noGrp="1"/>
          </p:cNvSpPr>
          <p:nvPr>
            <p:ph type="body" sz="quarter" idx="42"/>
          </p:nvPr>
        </p:nvSpPr>
        <p:spPr>
          <a:xfrm>
            <a:off x="6168000" y="5984600"/>
            <a:ext cx="2789452" cy="468351"/>
          </a:xfrm>
        </p:spPr>
        <p:txBody>
          <a:bodyPr/>
          <a:lstStyle/>
          <a:p>
            <a:r>
              <a:rPr lang="en-US"/>
              <a:t>Titel</a:t>
            </a:r>
          </a:p>
          <a:p>
            <a:r>
              <a:rPr lang="en-US"/>
              <a:t>Lorem ipsum sit amet </a:t>
            </a:r>
            <a:r>
              <a:rPr lang="da-DK"/>
              <a:t>um eument facepe premporatem </a:t>
            </a:r>
            <a:endParaRPr lang="en-US"/>
          </a:p>
          <a:p>
            <a:endParaRPr lang="en-US"/>
          </a:p>
        </p:txBody>
      </p:sp>
    </p:spTree>
    <p:extLst>
      <p:ext uri="{BB962C8B-B14F-4D97-AF65-F5344CB8AC3E}">
        <p14:creationId xmlns:p14="http://schemas.microsoft.com/office/powerpoint/2010/main" val="1307044364"/>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ladsholder til billede 12">
            <a:extLst>
              <a:ext uri="{FF2B5EF4-FFF2-40B4-BE49-F238E27FC236}">
                <a16:creationId xmlns:a16="http://schemas.microsoft.com/office/drawing/2014/main" id="{9DBD092E-31DC-BDC9-AC27-4D019426FD87}"/>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12875" r="12875"/>
          <a:stretch/>
        </p:blipFill>
        <p:spPr>
          <a:xfrm>
            <a:off x="288000" y="252000"/>
            <a:ext cx="2808000" cy="5039367"/>
          </a:xfrm>
        </p:spPr>
      </p:pic>
      <p:sp>
        <p:nvSpPr>
          <p:cNvPr id="8" name="Pladsholder til tekst 7">
            <a:extLst>
              <a:ext uri="{FF2B5EF4-FFF2-40B4-BE49-F238E27FC236}">
                <a16:creationId xmlns:a16="http://schemas.microsoft.com/office/drawing/2014/main" id="{BEDFCEBB-9915-033C-EF22-A8282901D6AD}"/>
              </a:ext>
            </a:extLst>
          </p:cNvPr>
          <p:cNvSpPr>
            <a:spLocks noGrp="1"/>
          </p:cNvSpPr>
          <p:nvPr>
            <p:ph type="body" sz="quarter" idx="23"/>
          </p:nvPr>
        </p:nvSpPr>
        <p:spPr>
          <a:xfrm>
            <a:off x="288000" y="5399579"/>
            <a:ext cx="2808000" cy="432000"/>
          </a:xfrm>
        </p:spPr>
        <p:txBody>
          <a:bodyPr/>
          <a:lstStyle/>
          <a:p>
            <a:r>
              <a:rPr lang="en-US"/>
              <a:t>Name Namesen</a:t>
            </a:r>
          </a:p>
          <a:p>
            <a:r>
              <a:rPr lang="en-US"/>
              <a:t>Title</a:t>
            </a:r>
          </a:p>
        </p:txBody>
      </p:sp>
      <p:sp>
        <p:nvSpPr>
          <p:cNvPr id="30" name="Pladsholder til tekst 29">
            <a:extLst>
              <a:ext uri="{FF2B5EF4-FFF2-40B4-BE49-F238E27FC236}">
                <a16:creationId xmlns:a16="http://schemas.microsoft.com/office/drawing/2014/main" id="{CA0BC447-AA9A-6EC0-F47C-0D66F810FC8B}"/>
              </a:ext>
            </a:extLst>
          </p:cNvPr>
          <p:cNvSpPr>
            <a:spLocks noGrp="1"/>
          </p:cNvSpPr>
          <p:nvPr>
            <p:ph type="body" sz="quarter" idx="27"/>
          </p:nvPr>
        </p:nvSpPr>
        <p:spPr>
          <a:xfrm>
            <a:off x="288000" y="5867931"/>
            <a:ext cx="2808000" cy="468352"/>
          </a:xfrm>
        </p:spPr>
        <p:txBody>
          <a:bodyPr/>
          <a:lstStyle/>
          <a:p>
            <a:r>
              <a:rPr lang="en-US"/>
              <a:t>Lorem ipsum</a:t>
            </a:r>
            <a:r>
              <a:rPr lang="da-DK"/>
              <a:t> alibusa nihilit, saest unt porem volore ipsae vero. </a:t>
            </a:r>
            <a:endParaRPr lang="en-US"/>
          </a:p>
          <a:p>
            <a:endParaRPr lang="en-US"/>
          </a:p>
        </p:txBody>
      </p:sp>
      <p:pic>
        <p:nvPicPr>
          <p:cNvPr id="15" name="Pladsholder til billede 14">
            <a:extLst>
              <a:ext uri="{FF2B5EF4-FFF2-40B4-BE49-F238E27FC236}">
                <a16:creationId xmlns:a16="http://schemas.microsoft.com/office/drawing/2014/main" id="{3D42889F-B406-316F-51E1-D1D053595B9F}"/>
              </a:ext>
            </a:extLst>
          </p:cNvPr>
          <p:cNvPicPr>
            <a:picLocks noGrp="1" noChangeAspect="1"/>
          </p:cNvPicPr>
          <p:nvPr>
            <p:ph type="pic" sz="quarter" idx="28"/>
          </p:nvPr>
        </p:nvPicPr>
        <p:blipFill>
          <a:blip r:embed="rId3">
            <a:extLst>
              <a:ext uri="{28A0092B-C50C-407E-A947-70E740481C1C}">
                <a14:useLocalDpi xmlns:a14="http://schemas.microsoft.com/office/drawing/2010/main" val="0"/>
              </a:ext>
            </a:extLst>
          </a:blip>
          <a:srcRect l="12382" r="12382"/>
          <a:stretch/>
        </p:blipFill>
        <p:spPr>
          <a:xfrm>
            <a:off x="3200400" y="252000"/>
            <a:ext cx="2844000" cy="5039367"/>
          </a:xfrm>
        </p:spPr>
      </p:pic>
      <p:sp>
        <p:nvSpPr>
          <p:cNvPr id="9" name="Pladsholder til tekst 8">
            <a:extLst>
              <a:ext uri="{FF2B5EF4-FFF2-40B4-BE49-F238E27FC236}">
                <a16:creationId xmlns:a16="http://schemas.microsoft.com/office/drawing/2014/main" id="{B22AEB2E-98F1-0581-607C-35889A177BC9}"/>
              </a:ext>
            </a:extLst>
          </p:cNvPr>
          <p:cNvSpPr>
            <a:spLocks noGrp="1"/>
          </p:cNvSpPr>
          <p:nvPr>
            <p:ph type="body" sz="quarter" idx="29"/>
          </p:nvPr>
        </p:nvSpPr>
        <p:spPr>
          <a:xfrm>
            <a:off x="3200400" y="5399579"/>
            <a:ext cx="2808000" cy="432000"/>
          </a:xfrm>
        </p:spPr>
        <p:txBody>
          <a:bodyPr/>
          <a:lstStyle/>
          <a:p>
            <a:r>
              <a:rPr lang="en-US"/>
              <a:t>Name Namesen</a:t>
            </a:r>
          </a:p>
          <a:p>
            <a:r>
              <a:rPr lang="en-US"/>
              <a:t>Title</a:t>
            </a:r>
          </a:p>
        </p:txBody>
      </p:sp>
      <p:sp>
        <p:nvSpPr>
          <p:cNvPr id="10" name="Pladsholder til tekst 9">
            <a:extLst>
              <a:ext uri="{FF2B5EF4-FFF2-40B4-BE49-F238E27FC236}">
                <a16:creationId xmlns:a16="http://schemas.microsoft.com/office/drawing/2014/main" id="{29CBBB7F-3D06-05ED-65AA-F7B28AE1E5AB}"/>
              </a:ext>
            </a:extLst>
          </p:cNvPr>
          <p:cNvSpPr>
            <a:spLocks noGrp="1"/>
          </p:cNvSpPr>
          <p:nvPr>
            <p:ph type="body" sz="quarter" idx="30"/>
          </p:nvPr>
        </p:nvSpPr>
        <p:spPr>
          <a:xfrm>
            <a:off x="3200400" y="5867931"/>
            <a:ext cx="2808000" cy="468352"/>
          </a:xfrm>
        </p:spPr>
        <p:txBody>
          <a:bodyPr/>
          <a:lstStyle/>
          <a:p>
            <a:r>
              <a:rPr lang="en-US"/>
              <a:t>Name Namesen</a:t>
            </a:r>
          </a:p>
          <a:p>
            <a:r>
              <a:rPr lang="en-US"/>
              <a:t>Title</a:t>
            </a:r>
          </a:p>
        </p:txBody>
      </p:sp>
      <p:pic>
        <p:nvPicPr>
          <p:cNvPr id="17" name="Pladsholder til billede 16">
            <a:extLst>
              <a:ext uri="{FF2B5EF4-FFF2-40B4-BE49-F238E27FC236}">
                <a16:creationId xmlns:a16="http://schemas.microsoft.com/office/drawing/2014/main" id="{B9D4A187-EBD2-282E-C36F-D88C398316F7}"/>
              </a:ext>
            </a:extLst>
          </p:cNvPr>
          <p:cNvPicPr>
            <a:picLocks noGrp="1" noChangeAspect="1"/>
          </p:cNvPicPr>
          <p:nvPr>
            <p:ph type="pic" sz="quarter" idx="31"/>
          </p:nvPr>
        </p:nvPicPr>
        <p:blipFill>
          <a:blip r:embed="rId4">
            <a:extLst>
              <a:ext uri="{28A0092B-C50C-407E-A947-70E740481C1C}">
                <a14:useLocalDpi xmlns:a14="http://schemas.microsoft.com/office/drawing/2010/main" val="0"/>
              </a:ext>
            </a:extLst>
          </a:blip>
          <a:srcRect l="12413" r="12413"/>
          <a:stretch/>
        </p:blipFill>
        <p:spPr>
          <a:xfrm>
            <a:off x="6145200" y="252000"/>
            <a:ext cx="2844000" cy="5039367"/>
          </a:xfrm>
        </p:spPr>
      </p:pic>
      <p:sp>
        <p:nvSpPr>
          <p:cNvPr id="11" name="Pladsholder til tekst 10">
            <a:extLst>
              <a:ext uri="{FF2B5EF4-FFF2-40B4-BE49-F238E27FC236}">
                <a16:creationId xmlns:a16="http://schemas.microsoft.com/office/drawing/2014/main" id="{9FDAF856-55CD-EC7A-42F2-A66D9EF20B12}"/>
              </a:ext>
            </a:extLst>
          </p:cNvPr>
          <p:cNvSpPr>
            <a:spLocks noGrp="1"/>
          </p:cNvSpPr>
          <p:nvPr>
            <p:ph type="body" sz="quarter" idx="32"/>
          </p:nvPr>
        </p:nvSpPr>
        <p:spPr>
          <a:xfrm>
            <a:off x="6145200" y="5399579"/>
            <a:ext cx="2808000" cy="432000"/>
          </a:xfrm>
        </p:spPr>
        <p:txBody>
          <a:bodyPr/>
          <a:lstStyle/>
          <a:p>
            <a:r>
              <a:rPr lang="en-US"/>
              <a:t>Name Namesen</a:t>
            </a:r>
          </a:p>
          <a:p>
            <a:r>
              <a:rPr lang="en-US"/>
              <a:t>Title</a:t>
            </a:r>
          </a:p>
        </p:txBody>
      </p:sp>
      <p:sp>
        <p:nvSpPr>
          <p:cNvPr id="31" name="Pladsholder til tekst 30">
            <a:extLst>
              <a:ext uri="{FF2B5EF4-FFF2-40B4-BE49-F238E27FC236}">
                <a16:creationId xmlns:a16="http://schemas.microsoft.com/office/drawing/2014/main" id="{026A4711-0DD5-FE7D-3942-486F1FE37AC3}"/>
              </a:ext>
            </a:extLst>
          </p:cNvPr>
          <p:cNvSpPr>
            <a:spLocks noGrp="1"/>
          </p:cNvSpPr>
          <p:nvPr>
            <p:ph type="body" sz="quarter" idx="33"/>
          </p:nvPr>
        </p:nvSpPr>
        <p:spPr>
          <a:xfrm>
            <a:off x="6145200" y="5867931"/>
            <a:ext cx="2808000" cy="468352"/>
          </a:xfrm>
        </p:spPr>
        <p:txBody>
          <a:bodyPr/>
          <a:lstStyle/>
          <a:p>
            <a:r>
              <a:rPr lang="en-US"/>
              <a:t>Lorem ipsum</a:t>
            </a:r>
            <a:r>
              <a:rPr lang="da-DK"/>
              <a:t> alibusa nihilit, saest unt porem volore ipsae vero. </a:t>
            </a:r>
            <a:endParaRPr lang="en-US"/>
          </a:p>
          <a:p>
            <a:endParaRPr lang="en-US"/>
          </a:p>
        </p:txBody>
      </p:sp>
      <p:pic>
        <p:nvPicPr>
          <p:cNvPr id="19" name="Pladsholder til billede 18">
            <a:extLst>
              <a:ext uri="{FF2B5EF4-FFF2-40B4-BE49-F238E27FC236}">
                <a16:creationId xmlns:a16="http://schemas.microsoft.com/office/drawing/2014/main" id="{C6D9C991-545E-4B21-EAB5-416301311EF9}"/>
              </a:ext>
            </a:extLst>
          </p:cNvPr>
          <p:cNvPicPr>
            <a:picLocks noGrp="1" noChangeAspect="1"/>
          </p:cNvPicPr>
          <p:nvPr>
            <p:ph type="pic" sz="quarter" idx="34"/>
          </p:nvPr>
        </p:nvPicPr>
        <p:blipFill>
          <a:blip r:embed="rId5">
            <a:extLst>
              <a:ext uri="{28A0092B-C50C-407E-A947-70E740481C1C}">
                <a14:useLocalDpi xmlns:a14="http://schemas.microsoft.com/office/drawing/2010/main" val="0"/>
              </a:ext>
            </a:extLst>
          </a:blip>
          <a:srcRect l="12844" r="12844"/>
          <a:stretch/>
        </p:blipFill>
        <p:spPr>
          <a:xfrm>
            <a:off x="9093600" y="252000"/>
            <a:ext cx="2807225" cy="5039367"/>
          </a:xfrm>
        </p:spPr>
      </p:pic>
      <p:sp>
        <p:nvSpPr>
          <p:cNvPr id="32" name="Pladsholder til tekst 31">
            <a:extLst>
              <a:ext uri="{FF2B5EF4-FFF2-40B4-BE49-F238E27FC236}">
                <a16:creationId xmlns:a16="http://schemas.microsoft.com/office/drawing/2014/main" id="{5221AD27-6B09-8083-341D-FB86024E74DE}"/>
              </a:ext>
            </a:extLst>
          </p:cNvPr>
          <p:cNvSpPr>
            <a:spLocks noGrp="1"/>
          </p:cNvSpPr>
          <p:nvPr>
            <p:ph type="body" sz="quarter" idx="35"/>
          </p:nvPr>
        </p:nvSpPr>
        <p:spPr>
          <a:xfrm>
            <a:off x="9093600" y="5399579"/>
            <a:ext cx="2807225" cy="432000"/>
          </a:xfrm>
        </p:spPr>
        <p:txBody>
          <a:bodyPr/>
          <a:lstStyle/>
          <a:p>
            <a:r>
              <a:rPr lang="en-US"/>
              <a:t>Name Namesen</a:t>
            </a:r>
          </a:p>
          <a:p>
            <a:r>
              <a:rPr lang="en-US"/>
              <a:t>Title</a:t>
            </a:r>
          </a:p>
        </p:txBody>
      </p:sp>
      <p:sp>
        <p:nvSpPr>
          <p:cNvPr id="33" name="Pladsholder til tekst 32">
            <a:extLst>
              <a:ext uri="{FF2B5EF4-FFF2-40B4-BE49-F238E27FC236}">
                <a16:creationId xmlns:a16="http://schemas.microsoft.com/office/drawing/2014/main" id="{F8611EF0-8556-C3C2-E256-E0A4CD038BCB}"/>
              </a:ext>
            </a:extLst>
          </p:cNvPr>
          <p:cNvSpPr>
            <a:spLocks noGrp="1"/>
          </p:cNvSpPr>
          <p:nvPr>
            <p:ph type="body" sz="quarter" idx="36"/>
          </p:nvPr>
        </p:nvSpPr>
        <p:spPr>
          <a:xfrm>
            <a:off x="9093600" y="5867931"/>
            <a:ext cx="2807225" cy="468352"/>
          </a:xfrm>
        </p:spPr>
        <p:txBody>
          <a:bodyPr/>
          <a:lstStyle/>
          <a:p>
            <a:r>
              <a:rPr lang="en-US"/>
              <a:t>Lorem ipsum</a:t>
            </a:r>
            <a:r>
              <a:rPr lang="da-DK"/>
              <a:t> alibusa nihilit, saest unt porem volore ipsae vero. </a:t>
            </a:r>
            <a:endParaRPr lang="en-US"/>
          </a:p>
          <a:p>
            <a:endParaRPr lang="en-US"/>
          </a:p>
        </p:txBody>
      </p:sp>
    </p:spTree>
    <p:extLst>
      <p:ext uri="{BB962C8B-B14F-4D97-AF65-F5344CB8AC3E}">
        <p14:creationId xmlns:p14="http://schemas.microsoft.com/office/powerpoint/2010/main" val="32891151"/>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B24B4-19FB-FEB5-71BD-55F9AD7A6486}"/>
            </a:ext>
          </a:extLst>
        </p:cNvPr>
        <p:cNvGrpSpPr/>
        <p:nvPr/>
      </p:nvGrpSpPr>
      <p:grpSpPr>
        <a:xfrm>
          <a:off x="0" y="0"/>
          <a:ext cx="0" cy="0"/>
          <a:chOff x="0" y="0"/>
          <a:chExt cx="0" cy="0"/>
        </a:xfrm>
      </p:grpSpPr>
      <p:pic>
        <p:nvPicPr>
          <p:cNvPr id="13" name="Pladsholder til billede 12">
            <a:extLst>
              <a:ext uri="{FF2B5EF4-FFF2-40B4-BE49-F238E27FC236}">
                <a16:creationId xmlns:a16="http://schemas.microsoft.com/office/drawing/2014/main" id="{7372B6B1-79FA-5348-C971-56C1CDAE0658}"/>
              </a:ext>
            </a:extLst>
          </p:cNvPr>
          <p:cNvPicPr>
            <a:picLocks noGrp="1" noChangeAspect="1"/>
          </p:cNvPicPr>
          <p:nvPr>
            <p:ph type="pic" sz="quarter" idx="22"/>
          </p:nvPr>
        </p:nvPicPr>
        <p:blipFill>
          <a:blip r:embed="rId2">
            <a:extLst>
              <a:ext uri="{28A0092B-C50C-407E-A947-70E740481C1C}">
                <a14:useLocalDpi xmlns:a14="http://schemas.microsoft.com/office/drawing/2010/main" val="0"/>
              </a:ext>
            </a:extLst>
          </a:blip>
          <a:srcRect l="2630" r="2630"/>
          <a:stretch/>
        </p:blipFill>
        <p:spPr>
          <a:xfrm>
            <a:off x="2459952" y="1194437"/>
            <a:ext cx="1037026" cy="1458464"/>
          </a:xfrm>
        </p:spPr>
      </p:pic>
      <p:sp>
        <p:nvSpPr>
          <p:cNvPr id="8" name="Pladsholder til tekst 7">
            <a:extLst>
              <a:ext uri="{FF2B5EF4-FFF2-40B4-BE49-F238E27FC236}">
                <a16:creationId xmlns:a16="http://schemas.microsoft.com/office/drawing/2014/main" id="{CBF49CE6-0C60-BED6-3C5C-16C0D9060A8A}"/>
              </a:ext>
            </a:extLst>
          </p:cNvPr>
          <p:cNvSpPr>
            <a:spLocks noGrp="1"/>
          </p:cNvSpPr>
          <p:nvPr>
            <p:ph type="body" sz="quarter" idx="23"/>
          </p:nvPr>
        </p:nvSpPr>
        <p:spPr>
          <a:xfrm>
            <a:off x="3595002" y="1194437"/>
            <a:ext cx="910680" cy="1458464"/>
          </a:xfrm>
        </p:spPr>
        <p:txBody>
          <a:bodyPr/>
          <a:lstStyle/>
          <a:p>
            <a:r>
              <a:rPr lang="en-US"/>
              <a:t>Name Namesen</a:t>
            </a:r>
          </a:p>
          <a:p>
            <a:r>
              <a:rPr lang="en-US"/>
              <a:t>Title</a:t>
            </a:r>
          </a:p>
          <a:p>
            <a:endParaRPr lang="en-US"/>
          </a:p>
          <a:p>
            <a:pPr lvl="1"/>
            <a:r>
              <a:rPr lang="en-US"/>
              <a:t>Lorem ipsum sit amet con incidunct dolore amet</a:t>
            </a:r>
          </a:p>
        </p:txBody>
      </p:sp>
      <p:pic>
        <p:nvPicPr>
          <p:cNvPr id="15" name="Pladsholder til billede 14">
            <a:extLst>
              <a:ext uri="{FF2B5EF4-FFF2-40B4-BE49-F238E27FC236}">
                <a16:creationId xmlns:a16="http://schemas.microsoft.com/office/drawing/2014/main" id="{06E78F0B-943A-2DEB-7929-436D0C194F1B}"/>
              </a:ext>
            </a:extLst>
          </p:cNvPr>
          <p:cNvPicPr>
            <a:picLocks noGrp="1" noChangeAspect="1"/>
          </p:cNvPicPr>
          <p:nvPr>
            <p:ph type="pic" sz="quarter" idx="29"/>
          </p:nvPr>
        </p:nvPicPr>
        <p:blipFill>
          <a:blip r:embed="rId3">
            <a:extLst>
              <a:ext uri="{28A0092B-C50C-407E-A947-70E740481C1C}">
                <a14:useLocalDpi xmlns:a14="http://schemas.microsoft.com/office/drawing/2010/main" val="0"/>
              </a:ext>
            </a:extLst>
          </a:blip>
          <a:srcRect l="2630" r="2630"/>
          <a:stretch/>
        </p:blipFill>
        <p:spPr>
          <a:xfrm>
            <a:off x="2459952" y="2968373"/>
            <a:ext cx="1037026" cy="1458464"/>
          </a:xfrm>
        </p:spPr>
      </p:pic>
      <p:sp>
        <p:nvSpPr>
          <p:cNvPr id="9" name="Pladsholder til tekst 8">
            <a:extLst>
              <a:ext uri="{FF2B5EF4-FFF2-40B4-BE49-F238E27FC236}">
                <a16:creationId xmlns:a16="http://schemas.microsoft.com/office/drawing/2014/main" id="{9A9F59C4-6F85-4A42-F089-C400B80DDE0F}"/>
              </a:ext>
            </a:extLst>
          </p:cNvPr>
          <p:cNvSpPr>
            <a:spLocks noGrp="1"/>
          </p:cNvSpPr>
          <p:nvPr>
            <p:ph type="body" sz="quarter" idx="30"/>
          </p:nvPr>
        </p:nvSpPr>
        <p:spPr>
          <a:xfrm>
            <a:off x="3595002" y="2968373"/>
            <a:ext cx="910680" cy="1458464"/>
          </a:xfrm>
        </p:spPr>
        <p:txBody>
          <a:bodyPr/>
          <a:lstStyle/>
          <a:p>
            <a:r>
              <a:rPr lang="en-US"/>
              <a:t>Name Namesen</a:t>
            </a:r>
          </a:p>
          <a:p>
            <a:r>
              <a:rPr lang="en-US"/>
              <a:t>Title</a:t>
            </a:r>
          </a:p>
          <a:p>
            <a:endParaRPr lang="en-US"/>
          </a:p>
          <a:p>
            <a:pPr lvl="1"/>
            <a:r>
              <a:rPr lang="en-US"/>
              <a:t>Lorem ipsum sit amet con incidunct dolore amet</a:t>
            </a:r>
          </a:p>
        </p:txBody>
      </p:sp>
      <p:sp>
        <p:nvSpPr>
          <p:cNvPr id="10" name="Pladsholder til tekst 9">
            <a:extLst>
              <a:ext uri="{FF2B5EF4-FFF2-40B4-BE49-F238E27FC236}">
                <a16:creationId xmlns:a16="http://schemas.microsoft.com/office/drawing/2014/main" id="{43D3789A-B2CB-FF70-06BF-D17789784EB0}"/>
              </a:ext>
            </a:extLst>
          </p:cNvPr>
          <p:cNvSpPr>
            <a:spLocks noGrp="1"/>
          </p:cNvSpPr>
          <p:nvPr>
            <p:ph type="body" sz="quarter" idx="41"/>
          </p:nvPr>
        </p:nvSpPr>
        <p:spPr>
          <a:xfrm>
            <a:off x="324000" y="1194437"/>
            <a:ext cx="1946927" cy="306336"/>
          </a:xfrm>
        </p:spPr>
        <p:txBody>
          <a:bodyPr/>
          <a:lstStyle/>
          <a:p>
            <a:r>
              <a:rPr lang="en-US"/>
              <a:t>Lorem ipsum</a:t>
            </a:r>
          </a:p>
        </p:txBody>
      </p:sp>
      <p:sp>
        <p:nvSpPr>
          <p:cNvPr id="11" name="Pladsholder til tekst 10">
            <a:extLst>
              <a:ext uri="{FF2B5EF4-FFF2-40B4-BE49-F238E27FC236}">
                <a16:creationId xmlns:a16="http://schemas.microsoft.com/office/drawing/2014/main" id="{14B95626-C9F5-137A-C5B6-82DE323D9F8E}"/>
              </a:ext>
            </a:extLst>
          </p:cNvPr>
          <p:cNvSpPr>
            <a:spLocks noGrp="1"/>
          </p:cNvSpPr>
          <p:nvPr>
            <p:ph type="body" sz="quarter" idx="42"/>
          </p:nvPr>
        </p:nvSpPr>
        <p:spPr>
          <a:xfrm>
            <a:off x="324000" y="2968373"/>
            <a:ext cx="1946927" cy="332600"/>
          </a:xfrm>
        </p:spPr>
        <p:txBody>
          <a:bodyPr/>
          <a:lstStyle/>
          <a:p>
            <a:r>
              <a:rPr lang="en-US"/>
              <a:t>Sitamet</a:t>
            </a:r>
          </a:p>
        </p:txBody>
      </p:sp>
      <p:sp>
        <p:nvSpPr>
          <p:cNvPr id="30" name="Pladsholder til tekst 29">
            <a:extLst>
              <a:ext uri="{FF2B5EF4-FFF2-40B4-BE49-F238E27FC236}">
                <a16:creationId xmlns:a16="http://schemas.microsoft.com/office/drawing/2014/main" id="{760CBE74-3323-53B1-28EA-3D97F7C1A6EF}"/>
              </a:ext>
            </a:extLst>
          </p:cNvPr>
          <p:cNvSpPr>
            <a:spLocks noGrp="1"/>
          </p:cNvSpPr>
          <p:nvPr>
            <p:ph type="body" sz="quarter" idx="43"/>
          </p:nvPr>
        </p:nvSpPr>
        <p:spPr>
          <a:xfrm>
            <a:off x="324000" y="4760597"/>
            <a:ext cx="1946927" cy="332600"/>
          </a:xfrm>
        </p:spPr>
        <p:txBody>
          <a:bodyPr/>
          <a:lstStyle/>
          <a:p>
            <a:r>
              <a:rPr lang="da-DK"/>
              <a:t>Conincidunct</a:t>
            </a:r>
            <a:endParaRPr lang="en-US"/>
          </a:p>
        </p:txBody>
      </p:sp>
      <p:pic>
        <p:nvPicPr>
          <p:cNvPr id="17" name="Pladsholder til billede 16">
            <a:extLst>
              <a:ext uri="{FF2B5EF4-FFF2-40B4-BE49-F238E27FC236}">
                <a16:creationId xmlns:a16="http://schemas.microsoft.com/office/drawing/2014/main" id="{1773D133-9634-F087-B777-9D2EAAE50B66}"/>
              </a:ext>
            </a:extLst>
          </p:cNvPr>
          <p:cNvPicPr>
            <a:picLocks noGrp="1" noChangeAspect="1"/>
          </p:cNvPicPr>
          <p:nvPr>
            <p:ph type="pic" sz="quarter" idx="44"/>
          </p:nvPr>
        </p:nvPicPr>
        <p:blipFill>
          <a:blip r:embed="rId4">
            <a:extLst>
              <a:ext uri="{28A0092B-C50C-407E-A947-70E740481C1C}">
                <a14:useLocalDpi xmlns:a14="http://schemas.microsoft.com/office/drawing/2010/main" val="0"/>
              </a:ext>
            </a:extLst>
          </a:blip>
          <a:srcRect l="2630" r="2630"/>
          <a:stretch/>
        </p:blipFill>
        <p:spPr>
          <a:xfrm>
            <a:off x="2459952" y="4760597"/>
            <a:ext cx="1037026" cy="1458464"/>
          </a:xfrm>
        </p:spPr>
      </p:pic>
      <p:sp>
        <p:nvSpPr>
          <p:cNvPr id="31" name="Pladsholder til tekst 30">
            <a:extLst>
              <a:ext uri="{FF2B5EF4-FFF2-40B4-BE49-F238E27FC236}">
                <a16:creationId xmlns:a16="http://schemas.microsoft.com/office/drawing/2014/main" id="{8179D274-DFEE-423F-0ED8-574F72EE64E5}"/>
              </a:ext>
            </a:extLst>
          </p:cNvPr>
          <p:cNvSpPr>
            <a:spLocks noGrp="1"/>
          </p:cNvSpPr>
          <p:nvPr>
            <p:ph type="body" sz="quarter" idx="47"/>
          </p:nvPr>
        </p:nvSpPr>
        <p:spPr>
          <a:xfrm>
            <a:off x="3595002" y="4760597"/>
            <a:ext cx="910680" cy="1458464"/>
          </a:xfrm>
        </p:spPr>
        <p:txBody>
          <a:bodyPr/>
          <a:lstStyle/>
          <a:p>
            <a:r>
              <a:rPr lang="en-US"/>
              <a:t>Name Namesen</a:t>
            </a:r>
          </a:p>
          <a:p>
            <a:r>
              <a:rPr lang="en-US"/>
              <a:t>Title</a:t>
            </a:r>
          </a:p>
          <a:p>
            <a:endParaRPr lang="en-US"/>
          </a:p>
          <a:p>
            <a:pPr lvl="1"/>
            <a:r>
              <a:rPr lang="en-US"/>
              <a:t>Lorem ipsum sit amet con incidunct dolore amet</a:t>
            </a:r>
          </a:p>
        </p:txBody>
      </p:sp>
      <p:pic>
        <p:nvPicPr>
          <p:cNvPr id="19" name="Pladsholder til billede 18">
            <a:extLst>
              <a:ext uri="{FF2B5EF4-FFF2-40B4-BE49-F238E27FC236}">
                <a16:creationId xmlns:a16="http://schemas.microsoft.com/office/drawing/2014/main" id="{E7D48F41-6FE5-6C0A-1CF3-D6FC572D5B32}"/>
              </a:ext>
            </a:extLst>
          </p:cNvPr>
          <p:cNvPicPr>
            <a:picLocks noGrp="1" noChangeAspect="1"/>
          </p:cNvPicPr>
          <p:nvPr>
            <p:ph type="pic" sz="quarter" idx="48"/>
          </p:nvPr>
        </p:nvPicPr>
        <p:blipFill>
          <a:blip r:embed="rId5">
            <a:extLst>
              <a:ext uri="{28A0092B-C50C-407E-A947-70E740481C1C}">
                <a14:useLocalDpi xmlns:a14="http://schemas.microsoft.com/office/drawing/2010/main" val="0"/>
              </a:ext>
            </a:extLst>
          </a:blip>
          <a:srcRect l="2596" r="2596"/>
          <a:stretch/>
        </p:blipFill>
        <p:spPr>
          <a:xfrm>
            <a:off x="4934669" y="1194437"/>
            <a:ext cx="1037026" cy="1458464"/>
          </a:xfrm>
        </p:spPr>
      </p:pic>
      <p:sp>
        <p:nvSpPr>
          <p:cNvPr id="32" name="Pladsholder til tekst 31">
            <a:extLst>
              <a:ext uri="{FF2B5EF4-FFF2-40B4-BE49-F238E27FC236}">
                <a16:creationId xmlns:a16="http://schemas.microsoft.com/office/drawing/2014/main" id="{6EABBE17-2C65-E5F8-5470-437EA5BA5416}"/>
              </a:ext>
            </a:extLst>
          </p:cNvPr>
          <p:cNvSpPr>
            <a:spLocks noGrp="1"/>
          </p:cNvSpPr>
          <p:nvPr>
            <p:ph type="body" sz="quarter" idx="49"/>
          </p:nvPr>
        </p:nvSpPr>
        <p:spPr>
          <a:xfrm>
            <a:off x="6069719" y="1194437"/>
            <a:ext cx="910680" cy="1458464"/>
          </a:xfrm>
        </p:spPr>
        <p:txBody>
          <a:bodyPr/>
          <a:lstStyle/>
          <a:p>
            <a:r>
              <a:rPr lang="en-US"/>
              <a:t>Name Namesen</a:t>
            </a:r>
          </a:p>
          <a:p>
            <a:r>
              <a:rPr lang="en-US"/>
              <a:t>Title</a:t>
            </a:r>
          </a:p>
          <a:p>
            <a:endParaRPr lang="en-US"/>
          </a:p>
          <a:p>
            <a:pPr lvl="1"/>
            <a:r>
              <a:rPr lang="en-US"/>
              <a:t>Lorem ipsum sit amet con incidunct dolore amet</a:t>
            </a:r>
          </a:p>
        </p:txBody>
      </p:sp>
      <p:pic>
        <p:nvPicPr>
          <p:cNvPr id="4" name="Pladsholder til billede 12">
            <a:extLst>
              <a:ext uri="{FF2B5EF4-FFF2-40B4-BE49-F238E27FC236}">
                <a16:creationId xmlns:a16="http://schemas.microsoft.com/office/drawing/2014/main" id="{6E6D3053-412D-CFB5-6954-562DDE2D1EED}"/>
              </a:ext>
            </a:extLst>
          </p:cNvPr>
          <p:cNvPicPr>
            <a:picLocks noGrp="1" noChangeAspect="1"/>
          </p:cNvPicPr>
          <p:nvPr>
            <p:ph type="pic" sz="quarter" idx="50"/>
          </p:nvPr>
        </p:nvPicPr>
        <p:blipFill>
          <a:blip r:embed="rId6">
            <a:extLst>
              <a:ext uri="{28A0092B-C50C-407E-A947-70E740481C1C}">
                <a14:useLocalDpi xmlns:a14="http://schemas.microsoft.com/office/drawing/2010/main" val="0"/>
              </a:ext>
            </a:extLst>
          </a:blip>
          <a:srcRect l="2557" r="2557"/>
          <a:stretch/>
        </p:blipFill>
        <p:spPr>
          <a:xfrm>
            <a:off x="4934669" y="2968373"/>
            <a:ext cx="1037026" cy="1458464"/>
          </a:xfrm>
        </p:spPr>
      </p:pic>
      <p:sp>
        <p:nvSpPr>
          <p:cNvPr id="33" name="Pladsholder til tekst 32">
            <a:extLst>
              <a:ext uri="{FF2B5EF4-FFF2-40B4-BE49-F238E27FC236}">
                <a16:creationId xmlns:a16="http://schemas.microsoft.com/office/drawing/2014/main" id="{FFC76434-E9A3-FBA8-63AA-4B66A8E283D3}"/>
              </a:ext>
            </a:extLst>
          </p:cNvPr>
          <p:cNvSpPr>
            <a:spLocks noGrp="1"/>
          </p:cNvSpPr>
          <p:nvPr>
            <p:ph type="body" sz="quarter" idx="51"/>
          </p:nvPr>
        </p:nvSpPr>
        <p:spPr>
          <a:xfrm>
            <a:off x="6069719" y="2968373"/>
            <a:ext cx="910680" cy="1458464"/>
          </a:xfrm>
        </p:spPr>
        <p:txBody>
          <a:bodyPr/>
          <a:lstStyle/>
          <a:p>
            <a:r>
              <a:rPr lang="en-US"/>
              <a:t>Name Namesen</a:t>
            </a:r>
          </a:p>
          <a:p>
            <a:r>
              <a:rPr lang="en-US"/>
              <a:t>Title</a:t>
            </a:r>
          </a:p>
          <a:p>
            <a:endParaRPr lang="en-US"/>
          </a:p>
          <a:p>
            <a:pPr lvl="1"/>
            <a:r>
              <a:rPr lang="en-US"/>
              <a:t>Lorem ipsum sit amet con incidunct dolore amet</a:t>
            </a:r>
          </a:p>
        </p:txBody>
      </p:sp>
      <p:pic>
        <p:nvPicPr>
          <p:cNvPr id="6" name="Pladsholder til billede 14">
            <a:extLst>
              <a:ext uri="{FF2B5EF4-FFF2-40B4-BE49-F238E27FC236}">
                <a16:creationId xmlns:a16="http://schemas.microsoft.com/office/drawing/2014/main" id="{A51A8BE8-4BCF-A2F2-2F9F-D02979ABC3B3}"/>
              </a:ext>
            </a:extLst>
          </p:cNvPr>
          <p:cNvPicPr>
            <a:picLocks noGrp="1" noChangeAspect="1"/>
          </p:cNvPicPr>
          <p:nvPr>
            <p:ph type="pic" sz="quarter" idx="52"/>
          </p:nvPr>
        </p:nvPicPr>
        <p:blipFill>
          <a:blip r:embed="rId7">
            <a:extLst>
              <a:ext uri="{28A0092B-C50C-407E-A947-70E740481C1C}">
                <a14:useLocalDpi xmlns:a14="http://schemas.microsoft.com/office/drawing/2010/main" val="0"/>
              </a:ext>
            </a:extLst>
          </a:blip>
          <a:srcRect l="2557" r="2557"/>
          <a:stretch/>
        </p:blipFill>
        <p:spPr>
          <a:xfrm>
            <a:off x="4934669" y="4760597"/>
            <a:ext cx="1037026" cy="1458464"/>
          </a:xfrm>
        </p:spPr>
      </p:pic>
      <p:sp>
        <p:nvSpPr>
          <p:cNvPr id="134" name="Pladsholder til tekst 133">
            <a:extLst>
              <a:ext uri="{FF2B5EF4-FFF2-40B4-BE49-F238E27FC236}">
                <a16:creationId xmlns:a16="http://schemas.microsoft.com/office/drawing/2014/main" id="{AAC71F03-C4A3-1952-08C0-C844E56DABA6}"/>
              </a:ext>
            </a:extLst>
          </p:cNvPr>
          <p:cNvSpPr>
            <a:spLocks noGrp="1"/>
          </p:cNvSpPr>
          <p:nvPr>
            <p:ph type="body" sz="quarter" idx="53"/>
          </p:nvPr>
        </p:nvSpPr>
        <p:spPr>
          <a:xfrm>
            <a:off x="6069719" y="4760597"/>
            <a:ext cx="910680" cy="1458464"/>
          </a:xfrm>
        </p:spPr>
        <p:txBody>
          <a:bodyPr/>
          <a:lstStyle/>
          <a:p>
            <a:r>
              <a:rPr lang="en-US"/>
              <a:t>Name Namesen</a:t>
            </a:r>
          </a:p>
          <a:p>
            <a:r>
              <a:rPr lang="en-US"/>
              <a:t>Title</a:t>
            </a:r>
          </a:p>
          <a:p>
            <a:endParaRPr lang="en-US"/>
          </a:p>
          <a:p>
            <a:pPr lvl="1"/>
            <a:r>
              <a:rPr lang="en-US"/>
              <a:t>Lorem ipsum sit amet con incidunct dolore amet</a:t>
            </a:r>
          </a:p>
        </p:txBody>
      </p:sp>
      <p:pic>
        <p:nvPicPr>
          <p:cNvPr id="12" name="Pladsholder til billede 16">
            <a:extLst>
              <a:ext uri="{FF2B5EF4-FFF2-40B4-BE49-F238E27FC236}">
                <a16:creationId xmlns:a16="http://schemas.microsoft.com/office/drawing/2014/main" id="{267147B2-9840-D454-E05E-2E85984ABDB8}"/>
              </a:ext>
            </a:extLst>
          </p:cNvPr>
          <p:cNvPicPr>
            <a:picLocks noGrp="1" noChangeAspect="1"/>
          </p:cNvPicPr>
          <p:nvPr>
            <p:ph type="pic" sz="quarter" idx="54"/>
          </p:nvPr>
        </p:nvPicPr>
        <p:blipFill>
          <a:blip r:embed="rId8">
            <a:extLst>
              <a:ext uri="{28A0092B-C50C-407E-A947-70E740481C1C}">
                <a14:useLocalDpi xmlns:a14="http://schemas.microsoft.com/office/drawing/2010/main" val="0"/>
              </a:ext>
            </a:extLst>
          </a:blip>
          <a:srcRect l="2630" r="2630"/>
          <a:stretch/>
        </p:blipFill>
        <p:spPr>
          <a:xfrm>
            <a:off x="7392832" y="1194437"/>
            <a:ext cx="1037026" cy="1458464"/>
          </a:xfrm>
        </p:spPr>
      </p:pic>
      <p:sp>
        <p:nvSpPr>
          <p:cNvPr id="136" name="Pladsholder til tekst 135">
            <a:extLst>
              <a:ext uri="{FF2B5EF4-FFF2-40B4-BE49-F238E27FC236}">
                <a16:creationId xmlns:a16="http://schemas.microsoft.com/office/drawing/2014/main" id="{7037CD4C-2FB3-20C1-7BE3-D0B3C7007D1A}"/>
              </a:ext>
            </a:extLst>
          </p:cNvPr>
          <p:cNvSpPr>
            <a:spLocks noGrp="1"/>
          </p:cNvSpPr>
          <p:nvPr>
            <p:ph type="body" sz="quarter" idx="55"/>
          </p:nvPr>
        </p:nvSpPr>
        <p:spPr>
          <a:xfrm>
            <a:off x="8527882" y="1194437"/>
            <a:ext cx="910680" cy="1458464"/>
          </a:xfrm>
        </p:spPr>
        <p:txBody>
          <a:bodyPr/>
          <a:lstStyle/>
          <a:p>
            <a:r>
              <a:rPr lang="en-US"/>
              <a:t>Name Namesen</a:t>
            </a:r>
          </a:p>
          <a:p>
            <a:r>
              <a:rPr lang="en-US"/>
              <a:t>Title</a:t>
            </a:r>
          </a:p>
          <a:p>
            <a:endParaRPr lang="en-US"/>
          </a:p>
          <a:p>
            <a:pPr lvl="1"/>
            <a:r>
              <a:rPr lang="en-US"/>
              <a:t>Lorem ipsum sit amet con incidunct dolore amet</a:t>
            </a:r>
          </a:p>
        </p:txBody>
      </p:sp>
      <p:pic>
        <p:nvPicPr>
          <p:cNvPr id="16" name="Pladsholder til billede 18">
            <a:extLst>
              <a:ext uri="{FF2B5EF4-FFF2-40B4-BE49-F238E27FC236}">
                <a16:creationId xmlns:a16="http://schemas.microsoft.com/office/drawing/2014/main" id="{8B96B221-BB8B-8151-AE02-390A19F21ACA}"/>
              </a:ext>
            </a:extLst>
          </p:cNvPr>
          <p:cNvPicPr>
            <a:picLocks noGrp="1" noChangeAspect="1"/>
          </p:cNvPicPr>
          <p:nvPr>
            <p:ph type="pic" sz="quarter" idx="56"/>
          </p:nvPr>
        </p:nvPicPr>
        <p:blipFill>
          <a:blip r:embed="rId9">
            <a:extLst>
              <a:ext uri="{28A0092B-C50C-407E-A947-70E740481C1C}">
                <a14:useLocalDpi xmlns:a14="http://schemas.microsoft.com/office/drawing/2010/main" val="0"/>
              </a:ext>
            </a:extLst>
          </a:blip>
          <a:srcRect l="2630" r="2630"/>
          <a:stretch/>
        </p:blipFill>
        <p:spPr>
          <a:xfrm>
            <a:off x="7392832" y="2968373"/>
            <a:ext cx="1037026" cy="1458464"/>
          </a:xfrm>
        </p:spPr>
      </p:pic>
      <p:sp>
        <p:nvSpPr>
          <p:cNvPr id="138" name="Pladsholder til tekst 137">
            <a:extLst>
              <a:ext uri="{FF2B5EF4-FFF2-40B4-BE49-F238E27FC236}">
                <a16:creationId xmlns:a16="http://schemas.microsoft.com/office/drawing/2014/main" id="{94BBC672-D198-436C-D6E6-80ECE3276B44}"/>
              </a:ext>
            </a:extLst>
          </p:cNvPr>
          <p:cNvSpPr>
            <a:spLocks noGrp="1"/>
          </p:cNvSpPr>
          <p:nvPr>
            <p:ph type="body" sz="quarter" idx="57"/>
          </p:nvPr>
        </p:nvSpPr>
        <p:spPr>
          <a:xfrm>
            <a:off x="8527882" y="2968373"/>
            <a:ext cx="910680" cy="1458464"/>
          </a:xfrm>
        </p:spPr>
        <p:txBody>
          <a:bodyPr/>
          <a:lstStyle/>
          <a:p>
            <a:r>
              <a:rPr lang="en-US"/>
              <a:t>Name Namesen</a:t>
            </a:r>
          </a:p>
          <a:p>
            <a:r>
              <a:rPr lang="en-US"/>
              <a:t>Title</a:t>
            </a:r>
          </a:p>
          <a:p>
            <a:endParaRPr lang="en-US"/>
          </a:p>
          <a:p>
            <a:pPr lvl="1"/>
            <a:r>
              <a:rPr lang="en-US"/>
              <a:t>Lorem ipsum sit amet con incidunct dolore amet</a:t>
            </a:r>
          </a:p>
        </p:txBody>
      </p:sp>
      <p:pic>
        <p:nvPicPr>
          <p:cNvPr id="5" name="Pladsholder til billede 12">
            <a:extLst>
              <a:ext uri="{FF2B5EF4-FFF2-40B4-BE49-F238E27FC236}">
                <a16:creationId xmlns:a16="http://schemas.microsoft.com/office/drawing/2014/main" id="{1C9B243A-DC61-649A-9B69-E486D9E8D76C}"/>
              </a:ext>
            </a:extLst>
          </p:cNvPr>
          <p:cNvPicPr>
            <a:picLocks noGrp="1" noChangeAspect="1"/>
          </p:cNvPicPr>
          <p:nvPr>
            <p:ph type="pic" sz="quarter" idx="58"/>
          </p:nvPr>
        </p:nvPicPr>
        <p:blipFill>
          <a:blip r:embed="rId10">
            <a:extLst>
              <a:ext uri="{28A0092B-C50C-407E-A947-70E740481C1C}">
                <a14:useLocalDpi xmlns:a14="http://schemas.microsoft.com/office/drawing/2010/main" val="0"/>
              </a:ext>
            </a:extLst>
          </a:blip>
          <a:srcRect l="2630" r="2630"/>
          <a:stretch/>
        </p:blipFill>
        <p:spPr>
          <a:xfrm>
            <a:off x="7392832" y="4760597"/>
            <a:ext cx="1037026" cy="1458464"/>
          </a:xfrm>
        </p:spPr>
      </p:pic>
      <p:sp>
        <p:nvSpPr>
          <p:cNvPr id="140" name="Pladsholder til tekst 139">
            <a:extLst>
              <a:ext uri="{FF2B5EF4-FFF2-40B4-BE49-F238E27FC236}">
                <a16:creationId xmlns:a16="http://schemas.microsoft.com/office/drawing/2014/main" id="{B7399195-2C7F-6949-ED84-C46CA207BDAC}"/>
              </a:ext>
            </a:extLst>
          </p:cNvPr>
          <p:cNvSpPr>
            <a:spLocks noGrp="1"/>
          </p:cNvSpPr>
          <p:nvPr>
            <p:ph type="body" sz="quarter" idx="59"/>
          </p:nvPr>
        </p:nvSpPr>
        <p:spPr>
          <a:xfrm>
            <a:off x="8527882" y="4760597"/>
            <a:ext cx="910680" cy="1458464"/>
          </a:xfrm>
        </p:spPr>
        <p:txBody>
          <a:bodyPr/>
          <a:lstStyle/>
          <a:p>
            <a:r>
              <a:rPr lang="en-US"/>
              <a:t>Name Namesen</a:t>
            </a:r>
          </a:p>
          <a:p>
            <a:r>
              <a:rPr lang="en-US"/>
              <a:t>Title</a:t>
            </a:r>
          </a:p>
          <a:p>
            <a:endParaRPr lang="en-US"/>
          </a:p>
          <a:p>
            <a:pPr lvl="1"/>
            <a:r>
              <a:rPr lang="en-US"/>
              <a:t>Lorem ipsum sit amet con incidunct dolore amet</a:t>
            </a:r>
          </a:p>
        </p:txBody>
      </p:sp>
      <p:pic>
        <p:nvPicPr>
          <p:cNvPr id="7" name="Pladsholder til billede 14">
            <a:extLst>
              <a:ext uri="{FF2B5EF4-FFF2-40B4-BE49-F238E27FC236}">
                <a16:creationId xmlns:a16="http://schemas.microsoft.com/office/drawing/2014/main" id="{044DEDE3-313A-8B7D-E2FB-9B6F488C2C41}"/>
              </a:ext>
            </a:extLst>
          </p:cNvPr>
          <p:cNvPicPr>
            <a:picLocks noGrp="1" noChangeAspect="1"/>
          </p:cNvPicPr>
          <p:nvPr>
            <p:ph type="pic" sz="quarter" idx="60"/>
          </p:nvPr>
        </p:nvPicPr>
        <p:blipFill>
          <a:blip r:embed="rId11">
            <a:extLst>
              <a:ext uri="{28A0092B-C50C-407E-A947-70E740481C1C}">
                <a14:useLocalDpi xmlns:a14="http://schemas.microsoft.com/office/drawing/2010/main" val="0"/>
              </a:ext>
            </a:extLst>
          </a:blip>
          <a:srcRect l="2596" r="2596"/>
          <a:stretch/>
        </p:blipFill>
        <p:spPr>
          <a:xfrm>
            <a:off x="9817800" y="1194437"/>
            <a:ext cx="1037026" cy="1458464"/>
          </a:xfrm>
        </p:spPr>
      </p:pic>
      <p:sp>
        <p:nvSpPr>
          <p:cNvPr id="142" name="Pladsholder til tekst 141">
            <a:extLst>
              <a:ext uri="{FF2B5EF4-FFF2-40B4-BE49-F238E27FC236}">
                <a16:creationId xmlns:a16="http://schemas.microsoft.com/office/drawing/2014/main" id="{A80C52A7-E6FC-EE80-AD82-12359B5168FB}"/>
              </a:ext>
            </a:extLst>
          </p:cNvPr>
          <p:cNvSpPr>
            <a:spLocks noGrp="1"/>
          </p:cNvSpPr>
          <p:nvPr>
            <p:ph type="body" sz="quarter" idx="61"/>
          </p:nvPr>
        </p:nvSpPr>
        <p:spPr>
          <a:xfrm>
            <a:off x="10952850" y="1194437"/>
            <a:ext cx="910680" cy="1458464"/>
          </a:xfrm>
        </p:spPr>
        <p:txBody>
          <a:bodyPr/>
          <a:lstStyle/>
          <a:p>
            <a:r>
              <a:rPr lang="en-US"/>
              <a:t>Name Namesen</a:t>
            </a:r>
          </a:p>
          <a:p>
            <a:r>
              <a:rPr lang="en-US"/>
              <a:t>Title</a:t>
            </a:r>
          </a:p>
          <a:p>
            <a:endParaRPr lang="en-US"/>
          </a:p>
          <a:p>
            <a:pPr lvl="1"/>
            <a:r>
              <a:rPr lang="en-US"/>
              <a:t>Lorem ipsum sit amet con incidunct dolore amet</a:t>
            </a:r>
          </a:p>
        </p:txBody>
      </p:sp>
      <p:pic>
        <p:nvPicPr>
          <p:cNvPr id="14" name="Pladsholder til billede 16">
            <a:extLst>
              <a:ext uri="{FF2B5EF4-FFF2-40B4-BE49-F238E27FC236}">
                <a16:creationId xmlns:a16="http://schemas.microsoft.com/office/drawing/2014/main" id="{F6068736-53A9-83DF-4728-6238D03263FF}"/>
              </a:ext>
            </a:extLst>
          </p:cNvPr>
          <p:cNvPicPr>
            <a:picLocks noGrp="1" noChangeAspect="1"/>
          </p:cNvPicPr>
          <p:nvPr>
            <p:ph type="pic" sz="quarter" idx="62"/>
          </p:nvPr>
        </p:nvPicPr>
        <p:blipFill>
          <a:blip r:embed="rId12">
            <a:extLst>
              <a:ext uri="{28A0092B-C50C-407E-A947-70E740481C1C}">
                <a14:useLocalDpi xmlns:a14="http://schemas.microsoft.com/office/drawing/2010/main" val="0"/>
              </a:ext>
            </a:extLst>
          </a:blip>
          <a:srcRect l="2557" r="2557"/>
          <a:stretch/>
        </p:blipFill>
        <p:spPr>
          <a:xfrm>
            <a:off x="9817800" y="2968373"/>
            <a:ext cx="1037026" cy="1458464"/>
          </a:xfrm>
        </p:spPr>
      </p:pic>
      <p:sp>
        <p:nvSpPr>
          <p:cNvPr id="144" name="Pladsholder til tekst 143">
            <a:extLst>
              <a:ext uri="{FF2B5EF4-FFF2-40B4-BE49-F238E27FC236}">
                <a16:creationId xmlns:a16="http://schemas.microsoft.com/office/drawing/2014/main" id="{41DEE1EE-C9E1-85B2-C1E9-BDAF3AE495EE}"/>
              </a:ext>
            </a:extLst>
          </p:cNvPr>
          <p:cNvSpPr>
            <a:spLocks noGrp="1"/>
          </p:cNvSpPr>
          <p:nvPr>
            <p:ph type="body" sz="quarter" idx="63"/>
          </p:nvPr>
        </p:nvSpPr>
        <p:spPr>
          <a:xfrm>
            <a:off x="10952850" y="2968373"/>
            <a:ext cx="910680" cy="1458464"/>
          </a:xfrm>
        </p:spPr>
        <p:txBody>
          <a:bodyPr/>
          <a:lstStyle/>
          <a:p>
            <a:r>
              <a:rPr lang="en-US"/>
              <a:t>Name Namesen</a:t>
            </a:r>
          </a:p>
          <a:p>
            <a:r>
              <a:rPr lang="en-US"/>
              <a:t>Title</a:t>
            </a:r>
          </a:p>
          <a:p>
            <a:endParaRPr lang="en-US"/>
          </a:p>
          <a:p>
            <a:pPr lvl="1"/>
            <a:r>
              <a:rPr lang="en-US"/>
              <a:t>Lorem ipsum sit amet con incidunct dolore amet</a:t>
            </a:r>
          </a:p>
          <a:p>
            <a:endParaRPr lang="en-US"/>
          </a:p>
        </p:txBody>
      </p:sp>
      <p:pic>
        <p:nvPicPr>
          <p:cNvPr id="18" name="Pladsholder til billede 18">
            <a:extLst>
              <a:ext uri="{FF2B5EF4-FFF2-40B4-BE49-F238E27FC236}">
                <a16:creationId xmlns:a16="http://schemas.microsoft.com/office/drawing/2014/main" id="{FAEC49EA-5AD2-3377-D91C-59926C6137ED}"/>
              </a:ext>
            </a:extLst>
          </p:cNvPr>
          <p:cNvPicPr>
            <a:picLocks noGrp="1" noChangeAspect="1"/>
          </p:cNvPicPr>
          <p:nvPr>
            <p:ph type="pic" sz="quarter" idx="64"/>
          </p:nvPr>
        </p:nvPicPr>
        <p:blipFill>
          <a:blip r:embed="rId13">
            <a:extLst>
              <a:ext uri="{28A0092B-C50C-407E-A947-70E740481C1C}">
                <a14:useLocalDpi xmlns:a14="http://schemas.microsoft.com/office/drawing/2010/main" val="0"/>
              </a:ext>
            </a:extLst>
          </a:blip>
          <a:srcRect l="2557" r="2557"/>
          <a:stretch/>
        </p:blipFill>
        <p:spPr>
          <a:xfrm>
            <a:off x="9817800" y="4760597"/>
            <a:ext cx="1037026" cy="1458464"/>
          </a:xfrm>
        </p:spPr>
      </p:pic>
      <p:sp>
        <p:nvSpPr>
          <p:cNvPr id="146" name="Pladsholder til tekst 145">
            <a:extLst>
              <a:ext uri="{FF2B5EF4-FFF2-40B4-BE49-F238E27FC236}">
                <a16:creationId xmlns:a16="http://schemas.microsoft.com/office/drawing/2014/main" id="{ED6D227F-9133-5B1F-95A8-49484DC9F1F3}"/>
              </a:ext>
            </a:extLst>
          </p:cNvPr>
          <p:cNvSpPr>
            <a:spLocks noGrp="1"/>
          </p:cNvSpPr>
          <p:nvPr>
            <p:ph type="body" sz="quarter" idx="65"/>
          </p:nvPr>
        </p:nvSpPr>
        <p:spPr>
          <a:xfrm>
            <a:off x="10952850" y="4760597"/>
            <a:ext cx="910680" cy="1458464"/>
          </a:xfrm>
        </p:spPr>
        <p:txBody>
          <a:bodyPr/>
          <a:lstStyle/>
          <a:p>
            <a:r>
              <a:rPr lang="en-US"/>
              <a:t>Name Namesen</a:t>
            </a:r>
          </a:p>
          <a:p>
            <a:r>
              <a:rPr lang="en-US"/>
              <a:t>Title</a:t>
            </a:r>
          </a:p>
          <a:p>
            <a:endParaRPr lang="en-US"/>
          </a:p>
          <a:p>
            <a:pPr lvl="1"/>
            <a:r>
              <a:rPr lang="en-US"/>
              <a:t>Lorem ipsum sit amet con incidunct dolore amet</a:t>
            </a:r>
          </a:p>
          <a:p>
            <a:endParaRPr lang="en-US"/>
          </a:p>
        </p:txBody>
      </p:sp>
      <p:sp>
        <p:nvSpPr>
          <p:cNvPr id="54" name="Titel 53">
            <a:extLst>
              <a:ext uri="{FF2B5EF4-FFF2-40B4-BE49-F238E27FC236}">
                <a16:creationId xmlns:a16="http://schemas.microsoft.com/office/drawing/2014/main" id="{3A1EC05A-9864-F71D-AE72-127B5A65D6B0}"/>
              </a:ext>
            </a:extLst>
          </p:cNvPr>
          <p:cNvSpPr>
            <a:spLocks noGrp="1"/>
          </p:cNvSpPr>
          <p:nvPr>
            <p:ph type="title"/>
          </p:nvPr>
        </p:nvSpPr>
        <p:spPr>
          <a:xfrm>
            <a:off x="288000" y="252000"/>
            <a:ext cx="11614049" cy="532651"/>
          </a:xfrm>
        </p:spPr>
        <p:txBody>
          <a:bodyPr/>
          <a:lstStyle/>
          <a:p>
            <a:r>
              <a:rPr lang="en-US"/>
              <a:t>Lorem ipsum</a:t>
            </a:r>
          </a:p>
        </p:txBody>
      </p:sp>
    </p:spTree>
    <p:extLst>
      <p:ext uri="{BB962C8B-B14F-4D97-AF65-F5344CB8AC3E}">
        <p14:creationId xmlns:p14="http://schemas.microsoft.com/office/powerpoint/2010/main" val="3526934756"/>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ladsholder til billede 10">
            <a:extLst>
              <a:ext uri="{FF2B5EF4-FFF2-40B4-BE49-F238E27FC236}">
                <a16:creationId xmlns:a16="http://schemas.microsoft.com/office/drawing/2014/main" id="{655EAA4A-2921-41C0-65C0-78D4685C176E}"/>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t="10759" b="10759"/>
          <a:stretch/>
        </p:blipFill>
        <p:spPr>
          <a:xfrm>
            <a:off x="6156326" y="252000"/>
            <a:ext cx="5780499" cy="6049409"/>
          </a:xfrm>
        </p:spPr>
      </p:pic>
      <p:sp>
        <p:nvSpPr>
          <p:cNvPr id="5" name="Titel 4">
            <a:extLst>
              <a:ext uri="{FF2B5EF4-FFF2-40B4-BE49-F238E27FC236}">
                <a16:creationId xmlns:a16="http://schemas.microsoft.com/office/drawing/2014/main" id="{C9FA1D9C-2100-D41C-36CD-1F6CC91D281D}"/>
              </a:ext>
            </a:extLst>
          </p:cNvPr>
          <p:cNvSpPr>
            <a:spLocks noGrp="1"/>
          </p:cNvSpPr>
          <p:nvPr>
            <p:ph type="title"/>
          </p:nvPr>
        </p:nvSpPr>
        <p:spPr>
          <a:xfrm>
            <a:off x="324000" y="252000"/>
            <a:ext cx="2686050" cy="546908"/>
          </a:xfrm>
        </p:spPr>
        <p:txBody>
          <a:bodyPr/>
          <a:lstStyle/>
          <a:p>
            <a:r>
              <a:rPr lang="en-US"/>
              <a:t>Name Namesen</a:t>
            </a:r>
            <a:br>
              <a:rPr lang="en-US"/>
            </a:br>
            <a:r>
              <a:rPr lang="en-US"/>
              <a:t>Title</a:t>
            </a:r>
          </a:p>
        </p:txBody>
      </p:sp>
      <p:sp>
        <p:nvSpPr>
          <p:cNvPr id="6" name="Pladsholder til tekst 5">
            <a:extLst>
              <a:ext uri="{FF2B5EF4-FFF2-40B4-BE49-F238E27FC236}">
                <a16:creationId xmlns:a16="http://schemas.microsoft.com/office/drawing/2014/main" id="{31CF6B6F-0D12-9118-9AF7-21C7C85BDF46}"/>
              </a:ext>
            </a:extLst>
          </p:cNvPr>
          <p:cNvSpPr>
            <a:spLocks noGrp="1"/>
          </p:cNvSpPr>
          <p:nvPr>
            <p:ph type="body" sz="quarter" idx="21"/>
          </p:nvPr>
        </p:nvSpPr>
        <p:spPr>
          <a:xfrm>
            <a:off x="324000" y="858005"/>
            <a:ext cx="2686050" cy="729049"/>
          </a:xfrm>
        </p:spPr>
        <p:txBody>
          <a:bodyPr/>
          <a:lstStyle/>
          <a:p>
            <a:r>
              <a:rPr lang="da-DK"/>
              <a:t>Caborepe porum exerume nobitio nsequos dellat ut as duntese.</a:t>
            </a:r>
            <a:endParaRPr lang="en-US"/>
          </a:p>
        </p:txBody>
      </p:sp>
      <p:sp>
        <p:nvSpPr>
          <p:cNvPr id="7" name="Pladsholder til tekst 6">
            <a:extLst>
              <a:ext uri="{FF2B5EF4-FFF2-40B4-BE49-F238E27FC236}">
                <a16:creationId xmlns:a16="http://schemas.microsoft.com/office/drawing/2014/main" id="{93069E42-E279-59AD-6185-38F7CEC0BD65}"/>
              </a:ext>
            </a:extLst>
          </p:cNvPr>
          <p:cNvSpPr>
            <a:spLocks noGrp="1"/>
          </p:cNvSpPr>
          <p:nvPr>
            <p:ph type="body" sz="quarter" idx="22"/>
          </p:nvPr>
        </p:nvSpPr>
        <p:spPr>
          <a:xfrm>
            <a:off x="3240000" y="2415085"/>
            <a:ext cx="2686050" cy="3701510"/>
          </a:xfrm>
        </p:spPr>
        <p:txBody>
          <a:bodyPr/>
          <a:lstStyle/>
          <a:p>
            <a:r>
              <a:rPr lang="da-DK"/>
              <a:t>Caborepe porum exerume nobitio nsequos dellat ut as duntese cor aspit poris modignit alibus vollore, sint la venditatur, officia et, sequasped qui re que volorep erspero vidundic tenit quodignim reicatem faccate mpores pa quodista at. Olutestisto quat aut molorerum hil eos auda ducit vendele stinvera verrum resto tempeliquas am dunturent alibusa nihilit, saest unt porem volore ipsae vero quuntia tibusda sit pro quam, vendellit omnim autatis volupta.</a:t>
            </a:r>
          </a:p>
          <a:p>
            <a:endParaRPr lang="en-US"/>
          </a:p>
        </p:txBody>
      </p:sp>
      <p:sp>
        <p:nvSpPr>
          <p:cNvPr id="8" name="Pladsholder til tekst 7">
            <a:extLst>
              <a:ext uri="{FF2B5EF4-FFF2-40B4-BE49-F238E27FC236}">
                <a16:creationId xmlns:a16="http://schemas.microsoft.com/office/drawing/2014/main" id="{88BBF052-255A-ACC6-0A67-A630DEFCB9A5}"/>
              </a:ext>
            </a:extLst>
          </p:cNvPr>
          <p:cNvSpPr>
            <a:spLocks noGrp="1"/>
          </p:cNvSpPr>
          <p:nvPr>
            <p:ph type="body" sz="quarter" idx="23"/>
          </p:nvPr>
        </p:nvSpPr>
        <p:spPr>
          <a:xfrm>
            <a:off x="324000" y="2415085"/>
            <a:ext cx="2686050" cy="3701510"/>
          </a:xfrm>
        </p:spPr>
        <p:txBody>
          <a:bodyPr/>
          <a:lstStyle/>
          <a:p>
            <a:r>
              <a:rPr lang="da-DK"/>
              <a:t>Caborepe porum exerume nobitio nsequos dellat ut as duntese cor aspit poris modignit alibus vollore, sint la venditatur, officia et, sequasped qui re que volorep erspero vidundic tenit quodignim cuptasp icabore hendis dipsam, cullania eicae et moloriam, aut fugit, voluptio im voluptatume nim fugiae niet volorestis evenditati restect incitae.</a:t>
            </a:r>
          </a:p>
          <a:p>
            <a:endParaRPr lang="da-DK"/>
          </a:p>
          <a:p>
            <a:r>
              <a:rPr lang="da-DK"/>
              <a:t>Vollorem re dolum eument facepe premporatem reicatem faccate mpores pa quodist, ereius, simus velignam dolorro ruptat aut as a at. Olutestisto quat aut molorerum hil eos auda ducit vendele stinvera verrum as a at. Olutestisto quat aut molorerum hil eos auda ducit vendele stinvera verrum resto tempeliquas am dunturent alibusa nihilit, saest unt porem volore ipsae vero quuntia tibusda sit pro quam, vendellit omnim autatis volupta.</a:t>
            </a:r>
          </a:p>
        </p:txBody>
      </p:sp>
      <p:sp>
        <p:nvSpPr>
          <p:cNvPr id="12" name="Afrundet rektangel 11">
            <a:extLst>
              <a:ext uri="{FF2B5EF4-FFF2-40B4-BE49-F238E27FC236}">
                <a16:creationId xmlns:a16="http://schemas.microsoft.com/office/drawing/2014/main" id="{5FFA36DB-8AA6-1F73-104F-4FD63DAE5B2F}"/>
              </a:ext>
            </a:extLst>
          </p:cNvPr>
          <p:cNvSpPr/>
          <p:nvPr/>
        </p:nvSpPr>
        <p:spPr>
          <a:xfrm>
            <a:off x="323850" y="1436300"/>
            <a:ext cx="1418121" cy="151200"/>
          </a:xfrm>
          <a:prstGeom prst="roundRect">
            <a:avLst>
              <a:gd name="adj" fmla="val 50000"/>
            </a:avLst>
          </a:prstGeom>
          <a:noFill/>
          <a:ln w="9525">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180000" tIns="180000" rIns="180000" bIns="180000" rtlCol="0" anchor="ctr">
            <a:noAutofit/>
          </a:bodyPr>
          <a:lstStyle/>
          <a:p>
            <a:pPr algn="ctr">
              <a:lnSpc>
                <a:spcPct val="100000"/>
              </a:lnSpc>
            </a:pPr>
            <a:r>
              <a:rPr lang="en-US" sz="800" baseline="0" dirty="0" err="1">
                <a:solidFill>
                  <a:schemeClr val="tx2"/>
                </a:solidFill>
                <a:cs typeface="Arial"/>
              </a:rPr>
              <a:t>name.namesen@adviceas.dk</a:t>
            </a:r>
          </a:p>
        </p:txBody>
      </p:sp>
    </p:spTree>
    <p:extLst>
      <p:ext uri="{BB962C8B-B14F-4D97-AF65-F5344CB8AC3E}">
        <p14:creationId xmlns:p14="http://schemas.microsoft.com/office/powerpoint/2010/main" val="848496720"/>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51EAAB5D-E59D-B06B-C1E3-B6AC74B11A82}"/>
              </a:ext>
            </a:extLst>
          </p:cNvPr>
          <p:cNvSpPr txBox="1">
            <a:spLocks/>
          </p:cNvSpPr>
          <p:nvPr/>
        </p:nvSpPr>
        <p:spPr>
          <a:xfrm>
            <a:off x="324000" y="252000"/>
            <a:ext cx="5692311" cy="1090032"/>
          </a:xfrm>
          <a:prstGeom prst="rect">
            <a:avLst/>
          </a:prstGeom>
        </p:spPr>
        <p:txBody>
          <a:bodyPr lIns="0" tIns="0" rIns="0" bIns="0"/>
          <a:lstStyle>
            <a:lvl1pPr marL="0" indent="0" algn="l" rtl="0" eaLnBrk="1" fontAlgn="base" hangingPunct="1">
              <a:lnSpc>
                <a:spcPct val="83000"/>
              </a:lnSpc>
              <a:spcBef>
                <a:spcPct val="0"/>
              </a:spcBef>
              <a:spcAft>
                <a:spcPct val="0"/>
              </a:spcAft>
              <a:defRPr sz="5300" b="0" i="0" kern="0" cap="none" spc="0" baseline="0">
                <a:solidFill>
                  <a:schemeClr val="tx2"/>
                </a:solidFill>
                <a:latin typeface="+mn-lt"/>
                <a:ea typeface="Arial" pitchFamily="34" charset="0"/>
                <a:cs typeface="Arial"/>
              </a:defRPr>
            </a:lvl1pPr>
            <a:lvl2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2pPr>
            <a:lvl3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3pPr>
            <a:lvl4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4pPr>
            <a:lvl5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5pPr>
            <a:lvl6pPr marL="637968" algn="l" rtl="0" eaLnBrk="1" fontAlgn="base" hangingPunct="1">
              <a:spcBef>
                <a:spcPct val="0"/>
              </a:spcBef>
              <a:spcAft>
                <a:spcPct val="0"/>
              </a:spcAft>
              <a:defRPr sz="2133">
                <a:solidFill>
                  <a:schemeClr val="tx2"/>
                </a:solidFill>
                <a:latin typeface="Arial" pitchFamily="34" charset="0"/>
              </a:defRPr>
            </a:lvl6pPr>
            <a:lvl7pPr marL="1275934" algn="l" rtl="0" eaLnBrk="1" fontAlgn="base" hangingPunct="1">
              <a:spcBef>
                <a:spcPct val="0"/>
              </a:spcBef>
              <a:spcAft>
                <a:spcPct val="0"/>
              </a:spcAft>
              <a:defRPr sz="2133">
                <a:solidFill>
                  <a:schemeClr val="tx2"/>
                </a:solidFill>
                <a:latin typeface="Arial" pitchFamily="34" charset="0"/>
              </a:defRPr>
            </a:lvl7pPr>
            <a:lvl8pPr marL="1913900" algn="l" rtl="0" eaLnBrk="1" fontAlgn="base" hangingPunct="1">
              <a:spcBef>
                <a:spcPct val="0"/>
              </a:spcBef>
              <a:spcAft>
                <a:spcPct val="0"/>
              </a:spcAft>
              <a:defRPr sz="2133">
                <a:solidFill>
                  <a:schemeClr val="tx2"/>
                </a:solidFill>
                <a:latin typeface="Arial" pitchFamily="34" charset="0"/>
              </a:defRPr>
            </a:lvl8pPr>
            <a:lvl9pPr marL="2551867" algn="l" rtl="0" eaLnBrk="1" fontAlgn="base" hangingPunct="1">
              <a:spcBef>
                <a:spcPct val="0"/>
              </a:spcBef>
              <a:spcAft>
                <a:spcPct val="0"/>
              </a:spcAft>
              <a:defRPr sz="2133">
                <a:solidFill>
                  <a:schemeClr val="tx2"/>
                </a:solidFill>
                <a:latin typeface="Arial" pitchFamily="34" charset="0"/>
              </a:defRPr>
            </a:lvl9pPr>
          </a:lstStyle>
          <a:p>
            <a:r>
              <a:rPr lang="en-US" sz="2800">
                <a:solidFill>
                  <a:schemeClr val="bg2"/>
                </a:solidFill>
              </a:rPr>
              <a:t>Lorem ipsum sit amet </a:t>
            </a:r>
            <a:br>
              <a:rPr lang="en-US" sz="2800">
                <a:solidFill>
                  <a:schemeClr val="bg2"/>
                </a:solidFill>
              </a:rPr>
            </a:br>
            <a:r>
              <a:rPr lang="en-US" sz="2800">
                <a:solidFill>
                  <a:schemeClr val="bg2"/>
                </a:solidFill>
              </a:rPr>
              <a:t>con incidunct</a:t>
            </a:r>
          </a:p>
        </p:txBody>
      </p:sp>
      <p:grpSp>
        <p:nvGrpSpPr>
          <p:cNvPr id="8" name="Gruppe 7">
            <a:extLst>
              <a:ext uri="{FF2B5EF4-FFF2-40B4-BE49-F238E27FC236}">
                <a16:creationId xmlns:a16="http://schemas.microsoft.com/office/drawing/2014/main" id="{5287A164-12E9-CEA3-F1B6-C5AD03511E39}"/>
              </a:ext>
            </a:extLst>
          </p:cNvPr>
          <p:cNvGrpSpPr/>
          <p:nvPr/>
        </p:nvGrpSpPr>
        <p:grpSpPr>
          <a:xfrm>
            <a:off x="6078097" y="367411"/>
            <a:ext cx="5813951" cy="3824876"/>
            <a:chOff x="6122873" y="281570"/>
            <a:chExt cx="5939951" cy="3824876"/>
          </a:xfrm>
        </p:grpSpPr>
        <p:cxnSp>
          <p:nvCxnSpPr>
            <p:cNvPr id="9" name="Lige forbindelse 8">
              <a:extLst>
                <a:ext uri="{FF2B5EF4-FFF2-40B4-BE49-F238E27FC236}">
                  <a16:creationId xmlns:a16="http://schemas.microsoft.com/office/drawing/2014/main" id="{EEB1A144-353D-FD34-80C1-13122DDB8BFC}"/>
                </a:ext>
              </a:extLst>
            </p:cNvPr>
            <p:cNvCxnSpPr/>
            <p:nvPr/>
          </p:nvCxnSpPr>
          <p:spPr>
            <a:xfrm>
              <a:off x="6122873" y="281570"/>
              <a:ext cx="5939951" cy="0"/>
            </a:xfrm>
            <a:prstGeom prst="line">
              <a:avLst/>
            </a:prstGeom>
            <a:ln w="9525" cap="flat" cmpd="sng" algn="ctr">
              <a:solidFill>
                <a:schemeClr val="bg2"/>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cxnSp>
          <p:nvCxnSpPr>
            <p:cNvPr id="10" name="Lige forbindelse 9">
              <a:extLst>
                <a:ext uri="{FF2B5EF4-FFF2-40B4-BE49-F238E27FC236}">
                  <a16:creationId xmlns:a16="http://schemas.microsoft.com/office/drawing/2014/main" id="{3D8584B5-7C21-D845-C4FF-C9E824D4821F}"/>
                </a:ext>
              </a:extLst>
            </p:cNvPr>
            <p:cNvCxnSpPr/>
            <p:nvPr/>
          </p:nvCxnSpPr>
          <p:spPr>
            <a:xfrm>
              <a:off x="6122873" y="1556528"/>
              <a:ext cx="5939951" cy="0"/>
            </a:xfrm>
            <a:prstGeom prst="line">
              <a:avLst/>
            </a:prstGeom>
            <a:ln w="9525" cap="flat" cmpd="sng" algn="ctr">
              <a:solidFill>
                <a:schemeClr val="bg2"/>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cxnSp>
          <p:nvCxnSpPr>
            <p:cNvPr id="11" name="Lige forbindelse 10">
              <a:extLst>
                <a:ext uri="{FF2B5EF4-FFF2-40B4-BE49-F238E27FC236}">
                  <a16:creationId xmlns:a16="http://schemas.microsoft.com/office/drawing/2014/main" id="{F6CEA8AE-6994-C1A6-72BE-8A022C823477}"/>
                </a:ext>
              </a:extLst>
            </p:cNvPr>
            <p:cNvCxnSpPr/>
            <p:nvPr/>
          </p:nvCxnSpPr>
          <p:spPr>
            <a:xfrm>
              <a:off x="6122873" y="2831486"/>
              <a:ext cx="5939951" cy="0"/>
            </a:xfrm>
            <a:prstGeom prst="line">
              <a:avLst/>
            </a:prstGeom>
            <a:ln w="9525" cap="flat" cmpd="sng" algn="ctr">
              <a:solidFill>
                <a:schemeClr val="bg2"/>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cxnSp>
          <p:nvCxnSpPr>
            <p:cNvPr id="12" name="Lige forbindelse 11">
              <a:extLst>
                <a:ext uri="{FF2B5EF4-FFF2-40B4-BE49-F238E27FC236}">
                  <a16:creationId xmlns:a16="http://schemas.microsoft.com/office/drawing/2014/main" id="{9E26C14F-8802-1D21-926F-4B3EDE382FE1}"/>
                </a:ext>
              </a:extLst>
            </p:cNvPr>
            <p:cNvCxnSpPr/>
            <p:nvPr/>
          </p:nvCxnSpPr>
          <p:spPr>
            <a:xfrm>
              <a:off x="6122873" y="4106446"/>
              <a:ext cx="5939951" cy="0"/>
            </a:xfrm>
            <a:prstGeom prst="line">
              <a:avLst/>
            </a:prstGeom>
            <a:ln w="9525" cap="flat" cmpd="sng" algn="ctr">
              <a:solidFill>
                <a:schemeClr val="bg2"/>
              </a:solidFill>
              <a:prstDash val="solid"/>
              <a:round/>
              <a:headEnd type="none" w="med" len="med"/>
              <a:tailEnd type="none" w="lg" len="lg"/>
            </a:ln>
            <a:effectLst/>
          </p:spPr>
          <p:style>
            <a:lnRef idx="2">
              <a:schemeClr val="accent1"/>
            </a:lnRef>
            <a:fillRef idx="0">
              <a:schemeClr val="accent1"/>
            </a:fillRef>
            <a:effectRef idx="1">
              <a:schemeClr val="accent1"/>
            </a:effectRef>
            <a:fontRef idx="minor">
              <a:schemeClr val="tx1"/>
            </a:fontRef>
          </p:style>
        </p:cxnSp>
      </p:grpSp>
      <p:sp>
        <p:nvSpPr>
          <p:cNvPr id="7" name="Titel 1">
            <a:extLst>
              <a:ext uri="{FF2B5EF4-FFF2-40B4-BE49-F238E27FC236}">
                <a16:creationId xmlns:a16="http://schemas.microsoft.com/office/drawing/2014/main" id="{06165DCD-556D-8111-5557-4D823E0FD431}"/>
              </a:ext>
            </a:extLst>
          </p:cNvPr>
          <p:cNvSpPr txBox="1">
            <a:spLocks/>
          </p:cNvSpPr>
          <p:nvPr/>
        </p:nvSpPr>
        <p:spPr>
          <a:xfrm>
            <a:off x="6078096" y="406021"/>
            <a:ext cx="4604600" cy="1197738"/>
          </a:xfrm>
          <a:prstGeom prst="rect">
            <a:avLst/>
          </a:prstGeom>
        </p:spPr>
        <p:txBody>
          <a:bodyPr lIns="0" tIns="0" rIns="0" bIns="0"/>
          <a:lstStyle>
            <a:lvl1pPr marL="0" indent="0" algn="l" rtl="0" eaLnBrk="1" fontAlgn="base" hangingPunct="1">
              <a:lnSpc>
                <a:spcPct val="83000"/>
              </a:lnSpc>
              <a:spcBef>
                <a:spcPct val="0"/>
              </a:spcBef>
              <a:spcAft>
                <a:spcPct val="0"/>
              </a:spcAft>
              <a:defRPr sz="5300" b="0" i="0" kern="0" cap="none" spc="0" baseline="0">
                <a:solidFill>
                  <a:schemeClr val="tx2"/>
                </a:solidFill>
                <a:latin typeface="+mn-lt"/>
                <a:ea typeface="Arial" pitchFamily="34" charset="0"/>
                <a:cs typeface="Arial"/>
              </a:defRPr>
            </a:lvl1pPr>
            <a:lvl2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2pPr>
            <a:lvl3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3pPr>
            <a:lvl4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4pPr>
            <a:lvl5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5pPr>
            <a:lvl6pPr marL="637968" algn="l" rtl="0" eaLnBrk="1" fontAlgn="base" hangingPunct="1">
              <a:spcBef>
                <a:spcPct val="0"/>
              </a:spcBef>
              <a:spcAft>
                <a:spcPct val="0"/>
              </a:spcAft>
              <a:defRPr sz="2133">
                <a:solidFill>
                  <a:schemeClr val="tx2"/>
                </a:solidFill>
                <a:latin typeface="Arial" pitchFamily="34" charset="0"/>
              </a:defRPr>
            </a:lvl6pPr>
            <a:lvl7pPr marL="1275934" algn="l" rtl="0" eaLnBrk="1" fontAlgn="base" hangingPunct="1">
              <a:spcBef>
                <a:spcPct val="0"/>
              </a:spcBef>
              <a:spcAft>
                <a:spcPct val="0"/>
              </a:spcAft>
              <a:defRPr sz="2133">
                <a:solidFill>
                  <a:schemeClr val="tx2"/>
                </a:solidFill>
                <a:latin typeface="Arial" pitchFamily="34" charset="0"/>
              </a:defRPr>
            </a:lvl7pPr>
            <a:lvl8pPr marL="1913900" algn="l" rtl="0" eaLnBrk="1" fontAlgn="base" hangingPunct="1">
              <a:spcBef>
                <a:spcPct val="0"/>
              </a:spcBef>
              <a:spcAft>
                <a:spcPct val="0"/>
              </a:spcAft>
              <a:defRPr sz="2133">
                <a:solidFill>
                  <a:schemeClr val="tx2"/>
                </a:solidFill>
                <a:latin typeface="Arial" pitchFamily="34" charset="0"/>
              </a:defRPr>
            </a:lvl8pPr>
            <a:lvl9pPr marL="2551867" algn="l" rtl="0" eaLnBrk="1" fontAlgn="base" hangingPunct="1">
              <a:spcBef>
                <a:spcPct val="0"/>
              </a:spcBef>
              <a:spcAft>
                <a:spcPct val="0"/>
              </a:spcAft>
              <a:defRPr sz="2133">
                <a:solidFill>
                  <a:schemeClr val="tx2"/>
                </a:solidFill>
                <a:latin typeface="Arial" pitchFamily="34" charset="0"/>
              </a:defRPr>
            </a:lvl9pPr>
          </a:lstStyle>
          <a:p>
            <a:r>
              <a:rPr lang="en-US" sz="10500">
                <a:solidFill>
                  <a:schemeClr val="bg2"/>
                </a:solidFill>
              </a:rPr>
              <a:t>45%</a:t>
            </a:r>
          </a:p>
        </p:txBody>
      </p:sp>
      <p:sp>
        <p:nvSpPr>
          <p:cNvPr id="13" name="Titel 1">
            <a:extLst>
              <a:ext uri="{FF2B5EF4-FFF2-40B4-BE49-F238E27FC236}">
                <a16:creationId xmlns:a16="http://schemas.microsoft.com/office/drawing/2014/main" id="{43B5D947-DF38-6F62-3C4C-7EBA3A30B15D}"/>
              </a:ext>
            </a:extLst>
          </p:cNvPr>
          <p:cNvSpPr txBox="1">
            <a:spLocks/>
          </p:cNvSpPr>
          <p:nvPr/>
        </p:nvSpPr>
        <p:spPr>
          <a:xfrm>
            <a:off x="10156613" y="562137"/>
            <a:ext cx="1838787" cy="587449"/>
          </a:xfrm>
          <a:prstGeom prst="rect">
            <a:avLst/>
          </a:prstGeom>
        </p:spPr>
        <p:txBody>
          <a:bodyPr lIns="0" tIns="0" rIns="0" bIns="0"/>
          <a:lstStyle>
            <a:lvl1pPr marL="0" indent="0" algn="l" rtl="0" eaLnBrk="1" fontAlgn="base" hangingPunct="1">
              <a:lnSpc>
                <a:spcPct val="83000"/>
              </a:lnSpc>
              <a:spcBef>
                <a:spcPct val="0"/>
              </a:spcBef>
              <a:spcAft>
                <a:spcPct val="0"/>
              </a:spcAft>
              <a:defRPr sz="5300" b="0" i="0" kern="0" cap="none" spc="0" baseline="0">
                <a:solidFill>
                  <a:schemeClr val="tx2"/>
                </a:solidFill>
                <a:latin typeface="+mn-lt"/>
                <a:ea typeface="Arial" pitchFamily="34" charset="0"/>
                <a:cs typeface="Arial"/>
              </a:defRPr>
            </a:lvl1pPr>
            <a:lvl2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2pPr>
            <a:lvl3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3pPr>
            <a:lvl4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4pPr>
            <a:lvl5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5pPr>
            <a:lvl6pPr marL="637968" algn="l" rtl="0" eaLnBrk="1" fontAlgn="base" hangingPunct="1">
              <a:spcBef>
                <a:spcPct val="0"/>
              </a:spcBef>
              <a:spcAft>
                <a:spcPct val="0"/>
              </a:spcAft>
              <a:defRPr sz="2133">
                <a:solidFill>
                  <a:schemeClr val="tx2"/>
                </a:solidFill>
                <a:latin typeface="Arial" pitchFamily="34" charset="0"/>
              </a:defRPr>
            </a:lvl6pPr>
            <a:lvl7pPr marL="1275934" algn="l" rtl="0" eaLnBrk="1" fontAlgn="base" hangingPunct="1">
              <a:spcBef>
                <a:spcPct val="0"/>
              </a:spcBef>
              <a:spcAft>
                <a:spcPct val="0"/>
              </a:spcAft>
              <a:defRPr sz="2133">
                <a:solidFill>
                  <a:schemeClr val="tx2"/>
                </a:solidFill>
                <a:latin typeface="Arial" pitchFamily="34" charset="0"/>
              </a:defRPr>
            </a:lvl7pPr>
            <a:lvl8pPr marL="1913900" algn="l" rtl="0" eaLnBrk="1" fontAlgn="base" hangingPunct="1">
              <a:spcBef>
                <a:spcPct val="0"/>
              </a:spcBef>
              <a:spcAft>
                <a:spcPct val="0"/>
              </a:spcAft>
              <a:defRPr sz="2133">
                <a:solidFill>
                  <a:schemeClr val="tx2"/>
                </a:solidFill>
                <a:latin typeface="Arial" pitchFamily="34" charset="0"/>
              </a:defRPr>
            </a:lvl8pPr>
            <a:lvl9pPr marL="2551867" algn="l" rtl="0" eaLnBrk="1" fontAlgn="base" hangingPunct="1">
              <a:spcBef>
                <a:spcPct val="0"/>
              </a:spcBef>
              <a:spcAft>
                <a:spcPct val="0"/>
              </a:spcAft>
              <a:defRPr sz="2133">
                <a:solidFill>
                  <a:schemeClr val="tx2"/>
                </a:solidFill>
                <a:latin typeface="Arial" pitchFamily="34" charset="0"/>
              </a:defRPr>
            </a:lvl9pPr>
          </a:lstStyle>
          <a:p>
            <a:r>
              <a:rPr lang="en-US" sz="1200">
                <a:solidFill>
                  <a:schemeClr val="bg2"/>
                </a:solidFill>
              </a:rPr>
              <a:t>Caborepe porum exerume nobitio nsequos dellat</a:t>
            </a:r>
          </a:p>
        </p:txBody>
      </p:sp>
      <p:sp>
        <p:nvSpPr>
          <p:cNvPr id="14" name="Titel 1">
            <a:extLst>
              <a:ext uri="{FF2B5EF4-FFF2-40B4-BE49-F238E27FC236}">
                <a16:creationId xmlns:a16="http://schemas.microsoft.com/office/drawing/2014/main" id="{2925F1D6-6F4A-95CE-B822-BB8DE6908E23}"/>
              </a:ext>
            </a:extLst>
          </p:cNvPr>
          <p:cNvSpPr txBox="1">
            <a:spLocks/>
          </p:cNvSpPr>
          <p:nvPr/>
        </p:nvSpPr>
        <p:spPr>
          <a:xfrm>
            <a:off x="6078096" y="1680979"/>
            <a:ext cx="4604600" cy="1197738"/>
          </a:xfrm>
          <a:prstGeom prst="rect">
            <a:avLst/>
          </a:prstGeom>
        </p:spPr>
        <p:txBody>
          <a:bodyPr lIns="0" tIns="0" rIns="0" bIns="0"/>
          <a:lstStyle>
            <a:lvl1pPr marL="0" indent="0" algn="l" rtl="0" eaLnBrk="1" fontAlgn="base" hangingPunct="1">
              <a:lnSpc>
                <a:spcPct val="83000"/>
              </a:lnSpc>
              <a:spcBef>
                <a:spcPct val="0"/>
              </a:spcBef>
              <a:spcAft>
                <a:spcPct val="0"/>
              </a:spcAft>
              <a:defRPr sz="5300" b="0" i="0" kern="0" cap="none" spc="0" baseline="0">
                <a:solidFill>
                  <a:schemeClr val="tx2"/>
                </a:solidFill>
                <a:latin typeface="+mn-lt"/>
                <a:ea typeface="Arial" pitchFamily="34" charset="0"/>
                <a:cs typeface="Arial"/>
              </a:defRPr>
            </a:lvl1pPr>
            <a:lvl2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2pPr>
            <a:lvl3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3pPr>
            <a:lvl4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4pPr>
            <a:lvl5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5pPr>
            <a:lvl6pPr marL="637968" algn="l" rtl="0" eaLnBrk="1" fontAlgn="base" hangingPunct="1">
              <a:spcBef>
                <a:spcPct val="0"/>
              </a:spcBef>
              <a:spcAft>
                <a:spcPct val="0"/>
              </a:spcAft>
              <a:defRPr sz="2133">
                <a:solidFill>
                  <a:schemeClr val="tx2"/>
                </a:solidFill>
                <a:latin typeface="Arial" pitchFamily="34" charset="0"/>
              </a:defRPr>
            </a:lvl6pPr>
            <a:lvl7pPr marL="1275934" algn="l" rtl="0" eaLnBrk="1" fontAlgn="base" hangingPunct="1">
              <a:spcBef>
                <a:spcPct val="0"/>
              </a:spcBef>
              <a:spcAft>
                <a:spcPct val="0"/>
              </a:spcAft>
              <a:defRPr sz="2133">
                <a:solidFill>
                  <a:schemeClr val="tx2"/>
                </a:solidFill>
                <a:latin typeface="Arial" pitchFamily="34" charset="0"/>
              </a:defRPr>
            </a:lvl7pPr>
            <a:lvl8pPr marL="1913900" algn="l" rtl="0" eaLnBrk="1" fontAlgn="base" hangingPunct="1">
              <a:spcBef>
                <a:spcPct val="0"/>
              </a:spcBef>
              <a:spcAft>
                <a:spcPct val="0"/>
              </a:spcAft>
              <a:defRPr sz="2133">
                <a:solidFill>
                  <a:schemeClr val="tx2"/>
                </a:solidFill>
                <a:latin typeface="Arial" pitchFamily="34" charset="0"/>
              </a:defRPr>
            </a:lvl8pPr>
            <a:lvl9pPr marL="2551867" algn="l" rtl="0" eaLnBrk="1" fontAlgn="base" hangingPunct="1">
              <a:spcBef>
                <a:spcPct val="0"/>
              </a:spcBef>
              <a:spcAft>
                <a:spcPct val="0"/>
              </a:spcAft>
              <a:defRPr sz="2133">
                <a:solidFill>
                  <a:schemeClr val="tx2"/>
                </a:solidFill>
                <a:latin typeface="Arial" pitchFamily="34" charset="0"/>
              </a:defRPr>
            </a:lvl9pPr>
          </a:lstStyle>
          <a:p>
            <a:r>
              <a:rPr lang="en-US" sz="10500">
                <a:solidFill>
                  <a:schemeClr val="bg2"/>
                </a:solidFill>
              </a:rPr>
              <a:t>2 mio.</a:t>
            </a:r>
          </a:p>
        </p:txBody>
      </p:sp>
      <p:sp>
        <p:nvSpPr>
          <p:cNvPr id="15" name="Titel 1">
            <a:extLst>
              <a:ext uri="{FF2B5EF4-FFF2-40B4-BE49-F238E27FC236}">
                <a16:creationId xmlns:a16="http://schemas.microsoft.com/office/drawing/2014/main" id="{7D96F99D-1EC8-5780-E981-F9C687BC6EE3}"/>
              </a:ext>
            </a:extLst>
          </p:cNvPr>
          <p:cNvSpPr txBox="1">
            <a:spLocks/>
          </p:cNvSpPr>
          <p:nvPr/>
        </p:nvSpPr>
        <p:spPr>
          <a:xfrm>
            <a:off x="10156613" y="1837095"/>
            <a:ext cx="1838787" cy="587449"/>
          </a:xfrm>
          <a:prstGeom prst="rect">
            <a:avLst/>
          </a:prstGeom>
        </p:spPr>
        <p:txBody>
          <a:bodyPr lIns="0" tIns="0" rIns="0" bIns="0"/>
          <a:lstStyle>
            <a:lvl1pPr marL="0" indent="0" algn="l" rtl="0" eaLnBrk="1" fontAlgn="base" hangingPunct="1">
              <a:lnSpc>
                <a:spcPct val="83000"/>
              </a:lnSpc>
              <a:spcBef>
                <a:spcPct val="0"/>
              </a:spcBef>
              <a:spcAft>
                <a:spcPct val="0"/>
              </a:spcAft>
              <a:defRPr sz="5300" b="0" i="0" kern="0" cap="none" spc="0" baseline="0">
                <a:solidFill>
                  <a:schemeClr val="tx2"/>
                </a:solidFill>
                <a:latin typeface="+mn-lt"/>
                <a:ea typeface="Arial" pitchFamily="34" charset="0"/>
                <a:cs typeface="Arial"/>
              </a:defRPr>
            </a:lvl1pPr>
            <a:lvl2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2pPr>
            <a:lvl3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3pPr>
            <a:lvl4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4pPr>
            <a:lvl5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5pPr>
            <a:lvl6pPr marL="637968" algn="l" rtl="0" eaLnBrk="1" fontAlgn="base" hangingPunct="1">
              <a:spcBef>
                <a:spcPct val="0"/>
              </a:spcBef>
              <a:spcAft>
                <a:spcPct val="0"/>
              </a:spcAft>
              <a:defRPr sz="2133">
                <a:solidFill>
                  <a:schemeClr val="tx2"/>
                </a:solidFill>
                <a:latin typeface="Arial" pitchFamily="34" charset="0"/>
              </a:defRPr>
            </a:lvl6pPr>
            <a:lvl7pPr marL="1275934" algn="l" rtl="0" eaLnBrk="1" fontAlgn="base" hangingPunct="1">
              <a:spcBef>
                <a:spcPct val="0"/>
              </a:spcBef>
              <a:spcAft>
                <a:spcPct val="0"/>
              </a:spcAft>
              <a:defRPr sz="2133">
                <a:solidFill>
                  <a:schemeClr val="tx2"/>
                </a:solidFill>
                <a:latin typeface="Arial" pitchFamily="34" charset="0"/>
              </a:defRPr>
            </a:lvl7pPr>
            <a:lvl8pPr marL="1913900" algn="l" rtl="0" eaLnBrk="1" fontAlgn="base" hangingPunct="1">
              <a:spcBef>
                <a:spcPct val="0"/>
              </a:spcBef>
              <a:spcAft>
                <a:spcPct val="0"/>
              </a:spcAft>
              <a:defRPr sz="2133">
                <a:solidFill>
                  <a:schemeClr val="tx2"/>
                </a:solidFill>
                <a:latin typeface="Arial" pitchFamily="34" charset="0"/>
              </a:defRPr>
            </a:lvl8pPr>
            <a:lvl9pPr marL="2551867" algn="l" rtl="0" eaLnBrk="1" fontAlgn="base" hangingPunct="1">
              <a:spcBef>
                <a:spcPct val="0"/>
              </a:spcBef>
              <a:spcAft>
                <a:spcPct val="0"/>
              </a:spcAft>
              <a:defRPr sz="2133">
                <a:solidFill>
                  <a:schemeClr val="tx2"/>
                </a:solidFill>
                <a:latin typeface="Arial" pitchFamily="34" charset="0"/>
              </a:defRPr>
            </a:lvl9pPr>
          </a:lstStyle>
          <a:p>
            <a:r>
              <a:rPr lang="en-US" sz="1200">
                <a:solidFill>
                  <a:schemeClr val="bg2"/>
                </a:solidFill>
              </a:rPr>
              <a:t>Caborepe porum exerume nobitio nsequos dellat</a:t>
            </a:r>
          </a:p>
        </p:txBody>
      </p:sp>
      <p:sp>
        <p:nvSpPr>
          <p:cNvPr id="16" name="Titel 1">
            <a:extLst>
              <a:ext uri="{FF2B5EF4-FFF2-40B4-BE49-F238E27FC236}">
                <a16:creationId xmlns:a16="http://schemas.microsoft.com/office/drawing/2014/main" id="{B5EC11DC-E972-BA87-4C36-337C8335AF1A}"/>
              </a:ext>
            </a:extLst>
          </p:cNvPr>
          <p:cNvSpPr txBox="1">
            <a:spLocks/>
          </p:cNvSpPr>
          <p:nvPr/>
        </p:nvSpPr>
        <p:spPr>
          <a:xfrm>
            <a:off x="6078096" y="2955937"/>
            <a:ext cx="4604600" cy="1197738"/>
          </a:xfrm>
          <a:prstGeom prst="rect">
            <a:avLst/>
          </a:prstGeom>
        </p:spPr>
        <p:txBody>
          <a:bodyPr lIns="0" tIns="0" rIns="0" bIns="0"/>
          <a:lstStyle>
            <a:lvl1pPr marL="0" indent="0" algn="l" rtl="0" eaLnBrk="1" fontAlgn="base" hangingPunct="1">
              <a:lnSpc>
                <a:spcPct val="83000"/>
              </a:lnSpc>
              <a:spcBef>
                <a:spcPct val="0"/>
              </a:spcBef>
              <a:spcAft>
                <a:spcPct val="0"/>
              </a:spcAft>
              <a:defRPr sz="5300" b="0" i="0" kern="0" cap="none" spc="0" baseline="0">
                <a:solidFill>
                  <a:schemeClr val="tx2"/>
                </a:solidFill>
                <a:latin typeface="+mn-lt"/>
                <a:ea typeface="Arial" pitchFamily="34" charset="0"/>
                <a:cs typeface="Arial"/>
              </a:defRPr>
            </a:lvl1pPr>
            <a:lvl2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2pPr>
            <a:lvl3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3pPr>
            <a:lvl4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4pPr>
            <a:lvl5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5pPr>
            <a:lvl6pPr marL="637968" algn="l" rtl="0" eaLnBrk="1" fontAlgn="base" hangingPunct="1">
              <a:spcBef>
                <a:spcPct val="0"/>
              </a:spcBef>
              <a:spcAft>
                <a:spcPct val="0"/>
              </a:spcAft>
              <a:defRPr sz="2133">
                <a:solidFill>
                  <a:schemeClr val="tx2"/>
                </a:solidFill>
                <a:latin typeface="Arial" pitchFamily="34" charset="0"/>
              </a:defRPr>
            </a:lvl6pPr>
            <a:lvl7pPr marL="1275934" algn="l" rtl="0" eaLnBrk="1" fontAlgn="base" hangingPunct="1">
              <a:spcBef>
                <a:spcPct val="0"/>
              </a:spcBef>
              <a:spcAft>
                <a:spcPct val="0"/>
              </a:spcAft>
              <a:defRPr sz="2133">
                <a:solidFill>
                  <a:schemeClr val="tx2"/>
                </a:solidFill>
                <a:latin typeface="Arial" pitchFamily="34" charset="0"/>
              </a:defRPr>
            </a:lvl7pPr>
            <a:lvl8pPr marL="1913900" algn="l" rtl="0" eaLnBrk="1" fontAlgn="base" hangingPunct="1">
              <a:spcBef>
                <a:spcPct val="0"/>
              </a:spcBef>
              <a:spcAft>
                <a:spcPct val="0"/>
              </a:spcAft>
              <a:defRPr sz="2133">
                <a:solidFill>
                  <a:schemeClr val="tx2"/>
                </a:solidFill>
                <a:latin typeface="Arial" pitchFamily="34" charset="0"/>
              </a:defRPr>
            </a:lvl8pPr>
            <a:lvl9pPr marL="2551867" algn="l" rtl="0" eaLnBrk="1" fontAlgn="base" hangingPunct="1">
              <a:spcBef>
                <a:spcPct val="0"/>
              </a:spcBef>
              <a:spcAft>
                <a:spcPct val="0"/>
              </a:spcAft>
              <a:defRPr sz="2133">
                <a:solidFill>
                  <a:schemeClr val="tx2"/>
                </a:solidFill>
                <a:latin typeface="Arial" pitchFamily="34" charset="0"/>
              </a:defRPr>
            </a:lvl9pPr>
          </a:lstStyle>
          <a:p>
            <a:r>
              <a:rPr lang="en-US" sz="10500">
                <a:solidFill>
                  <a:schemeClr val="bg2"/>
                </a:solidFill>
              </a:rPr>
              <a:t>15000</a:t>
            </a:r>
          </a:p>
        </p:txBody>
      </p:sp>
      <p:sp>
        <p:nvSpPr>
          <p:cNvPr id="17" name="Titel 1">
            <a:extLst>
              <a:ext uri="{FF2B5EF4-FFF2-40B4-BE49-F238E27FC236}">
                <a16:creationId xmlns:a16="http://schemas.microsoft.com/office/drawing/2014/main" id="{43FED8EF-153F-0497-E118-F0291A281EA7}"/>
              </a:ext>
            </a:extLst>
          </p:cNvPr>
          <p:cNvSpPr txBox="1">
            <a:spLocks/>
          </p:cNvSpPr>
          <p:nvPr/>
        </p:nvSpPr>
        <p:spPr>
          <a:xfrm>
            <a:off x="10156613" y="3112053"/>
            <a:ext cx="1838787" cy="587449"/>
          </a:xfrm>
          <a:prstGeom prst="rect">
            <a:avLst/>
          </a:prstGeom>
        </p:spPr>
        <p:txBody>
          <a:bodyPr lIns="0" tIns="0" rIns="0" bIns="0"/>
          <a:lstStyle>
            <a:lvl1pPr marL="0" indent="0" algn="l" rtl="0" eaLnBrk="1" fontAlgn="base" hangingPunct="1">
              <a:lnSpc>
                <a:spcPct val="83000"/>
              </a:lnSpc>
              <a:spcBef>
                <a:spcPct val="0"/>
              </a:spcBef>
              <a:spcAft>
                <a:spcPct val="0"/>
              </a:spcAft>
              <a:defRPr sz="5300" b="0" i="0" kern="0" cap="none" spc="0" baseline="0">
                <a:solidFill>
                  <a:schemeClr val="tx2"/>
                </a:solidFill>
                <a:latin typeface="+mn-lt"/>
                <a:ea typeface="Arial" pitchFamily="34" charset="0"/>
                <a:cs typeface="Arial"/>
              </a:defRPr>
            </a:lvl1pPr>
            <a:lvl2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2pPr>
            <a:lvl3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3pPr>
            <a:lvl4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4pPr>
            <a:lvl5pPr algn="l" rtl="0" eaLnBrk="1" fontAlgn="base" hangingPunct="1">
              <a:spcBef>
                <a:spcPct val="0"/>
              </a:spcBef>
              <a:spcAft>
                <a:spcPct val="0"/>
              </a:spcAft>
              <a:defRPr sz="3333">
                <a:solidFill>
                  <a:schemeClr val="tx2"/>
                </a:solidFill>
                <a:latin typeface="Arial" charset="0"/>
                <a:ea typeface="Arial" pitchFamily="34" charset="0"/>
                <a:cs typeface="Arial" pitchFamily="34" charset="0"/>
              </a:defRPr>
            </a:lvl5pPr>
            <a:lvl6pPr marL="637968" algn="l" rtl="0" eaLnBrk="1" fontAlgn="base" hangingPunct="1">
              <a:spcBef>
                <a:spcPct val="0"/>
              </a:spcBef>
              <a:spcAft>
                <a:spcPct val="0"/>
              </a:spcAft>
              <a:defRPr sz="2133">
                <a:solidFill>
                  <a:schemeClr val="tx2"/>
                </a:solidFill>
                <a:latin typeface="Arial" pitchFamily="34" charset="0"/>
              </a:defRPr>
            </a:lvl6pPr>
            <a:lvl7pPr marL="1275934" algn="l" rtl="0" eaLnBrk="1" fontAlgn="base" hangingPunct="1">
              <a:spcBef>
                <a:spcPct val="0"/>
              </a:spcBef>
              <a:spcAft>
                <a:spcPct val="0"/>
              </a:spcAft>
              <a:defRPr sz="2133">
                <a:solidFill>
                  <a:schemeClr val="tx2"/>
                </a:solidFill>
                <a:latin typeface="Arial" pitchFamily="34" charset="0"/>
              </a:defRPr>
            </a:lvl7pPr>
            <a:lvl8pPr marL="1913900" algn="l" rtl="0" eaLnBrk="1" fontAlgn="base" hangingPunct="1">
              <a:spcBef>
                <a:spcPct val="0"/>
              </a:spcBef>
              <a:spcAft>
                <a:spcPct val="0"/>
              </a:spcAft>
              <a:defRPr sz="2133">
                <a:solidFill>
                  <a:schemeClr val="tx2"/>
                </a:solidFill>
                <a:latin typeface="Arial" pitchFamily="34" charset="0"/>
              </a:defRPr>
            </a:lvl8pPr>
            <a:lvl9pPr marL="2551867" algn="l" rtl="0" eaLnBrk="1" fontAlgn="base" hangingPunct="1">
              <a:spcBef>
                <a:spcPct val="0"/>
              </a:spcBef>
              <a:spcAft>
                <a:spcPct val="0"/>
              </a:spcAft>
              <a:defRPr sz="2133">
                <a:solidFill>
                  <a:schemeClr val="tx2"/>
                </a:solidFill>
                <a:latin typeface="Arial" pitchFamily="34" charset="0"/>
              </a:defRPr>
            </a:lvl9pPr>
          </a:lstStyle>
          <a:p>
            <a:r>
              <a:rPr lang="en-US" sz="1200">
                <a:solidFill>
                  <a:schemeClr val="bg2"/>
                </a:solidFill>
              </a:rPr>
              <a:t>Dolorsitamet</a:t>
            </a:r>
          </a:p>
        </p:txBody>
      </p:sp>
    </p:spTree>
    <p:extLst>
      <p:ext uri="{BB962C8B-B14F-4D97-AF65-F5344CB8AC3E}">
        <p14:creationId xmlns:p14="http://schemas.microsoft.com/office/powerpoint/2010/main" val="448630639"/>
      </p:ext>
    </p:extLst>
  </p:cSld>
  <p:clrMapOvr>
    <a:masterClrMapping/>
  </p:clrMapOvr>
  <p:transition>
    <p:fade thruBlk="1"/>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0D3B43-049E-FBC6-59C7-74BC5BE57145}"/>
              </a:ext>
            </a:extLst>
          </p:cNvPr>
          <p:cNvSpPr>
            <a:spLocks noGrp="1"/>
          </p:cNvSpPr>
          <p:nvPr>
            <p:ph type="title"/>
          </p:nvPr>
        </p:nvSpPr>
        <p:spPr>
          <a:xfrm>
            <a:off x="6156326" y="288000"/>
            <a:ext cx="5744499" cy="5876606"/>
          </a:xfrm>
        </p:spPr>
        <p:txBody>
          <a:bodyPr/>
          <a:lstStyle/>
          <a:p>
            <a:r>
              <a:rPr lang="en-US"/>
              <a:t>Tak for </a:t>
            </a:r>
            <a:br>
              <a:rPr lang="en-US"/>
            </a:br>
            <a:r>
              <a:rPr lang="en-US"/>
              <a:t>i dag!</a:t>
            </a:r>
          </a:p>
        </p:txBody>
      </p:sp>
    </p:spTree>
    <p:extLst>
      <p:ext uri="{BB962C8B-B14F-4D97-AF65-F5344CB8AC3E}">
        <p14:creationId xmlns:p14="http://schemas.microsoft.com/office/powerpoint/2010/main" val="4265926456"/>
      </p:ext>
    </p:extLst>
  </p:cSld>
  <p:clrMapOvr>
    <a:masterClrMapping/>
  </p:clrMapOvr>
  <p:transition/>
</p:sld>
</file>

<file path=ppt/theme/theme1.xml><?xml version="1.0" encoding="utf-8"?>
<a:theme xmlns:a="http://schemas.openxmlformats.org/drawingml/2006/main" name="advice PowerPoint skabelon 16:9">
  <a:themeElements>
    <a:clrScheme name="Brugerdefineret 12">
      <a:dk1>
        <a:srgbClr val="000000"/>
      </a:dk1>
      <a:lt1>
        <a:srgbClr val="FFFFFF"/>
      </a:lt1>
      <a:dk2>
        <a:srgbClr val="38344B"/>
      </a:dk2>
      <a:lt2>
        <a:srgbClr val="D6DDDC"/>
      </a:lt2>
      <a:accent1>
        <a:srgbClr val="FF693C"/>
      </a:accent1>
      <a:accent2>
        <a:srgbClr val="EDE6C3"/>
      </a:accent2>
      <a:accent3>
        <a:srgbClr val="511E28"/>
      </a:accent3>
      <a:accent4>
        <a:srgbClr val="F2F0E7"/>
      </a:accent4>
      <a:accent5>
        <a:srgbClr val="751B2F"/>
      </a:accent5>
      <a:accent6>
        <a:srgbClr val="BBC6C5"/>
      </a:accent6>
      <a:hlink>
        <a:srgbClr val="000000"/>
      </a:hlink>
      <a:folHlink>
        <a:srgbClr val="0000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w="12700">
          <a:solidFill>
            <a:schemeClr val="tx1"/>
          </a:solidFill>
          <a:miter lim="800000"/>
        </a:ln>
      </a:spPr>
      <a:bodyPr lIns="180000" tIns="180000" rIns="180000" bIns="180000" rtlCol="0" anchor="ctr">
        <a:noAutofit/>
      </a:bodyPr>
      <a:lstStyle>
        <a:defPPr algn="ctr">
          <a:lnSpc>
            <a:spcPct val="100000"/>
          </a:lnSpc>
          <a:defRPr sz="1100" spc="-60" baseline="0" dirty="0" err="1" smtClean="0">
            <a:solidFill>
              <a:schemeClr val="bg2"/>
            </a:solidFill>
            <a:cs typeface="Aria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ap="flat" cmpd="sng" algn="ctr">
          <a:solidFill>
            <a:schemeClr val="tx1"/>
          </a:solidFill>
          <a:prstDash val="solid"/>
          <a:round/>
          <a:headEnd type="none" w="med" len="med"/>
          <a:tailEnd type="none" w="lg" len="lg"/>
        </a:ln>
        <a:effectLst/>
      </a:spPr>
      <a:bodyPr/>
      <a:lstStyle/>
      <a:style>
        <a:lnRef idx="2">
          <a:schemeClr val="accent1"/>
        </a:lnRef>
        <a:fillRef idx="0">
          <a:schemeClr val="accent1"/>
        </a:fillRef>
        <a:effectRef idx="1">
          <a:schemeClr val="accent1"/>
        </a:effectRef>
        <a:fontRef idx="minor">
          <a:schemeClr val="tx1"/>
        </a:fontRef>
      </a:style>
    </a:lnDef>
    <a:txDef>
      <a:spPr bwMode="auto">
        <a:noFill/>
        <a:ln w="9525">
          <a:noFill/>
          <a:miter lim="800000"/>
          <a:headEnd/>
          <a:tailEnd/>
        </a:ln>
      </a:spPr>
      <a:bodyPr wrap="square" lIns="0" tIns="0" rIns="0" bIns="0" rtlCol="0">
        <a:prstTxWarp prst="textNoShape">
          <a:avLst/>
        </a:prstTxWarp>
        <a:spAutoFit/>
      </a:bodyPr>
      <a:lstStyle>
        <a:defPPr>
          <a:defRPr sz="1100" kern="0" dirty="0" err="1" smtClean="0">
            <a:latin typeface="+mn-lt"/>
            <a:cs typeface="Arial"/>
          </a:defRPr>
        </a:defPPr>
      </a:lstStyle>
    </a:txDef>
  </a:objectDefaults>
  <a:extraClrSchemeLst/>
  <a:extLst>
    <a:ext uri="{05A4C25C-085E-4340-85A3-A5531E510DB2}">
      <thm15:themeFamily xmlns:thm15="http://schemas.microsoft.com/office/thememl/2012/main" name="31851_PPT_skabelon_ver27 (Forte-Advice)" id="{B5C2FE41-16F7-3342-987E-FDCE2C2DE74E}" vid="{7DD43DAC-C78D-534B-A90F-E498669A8EEF}"/>
    </a:ext>
  </a:extLst>
</a:theme>
</file>

<file path=ppt/theme/theme2.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Arial"/>
        <a:ea typeface=""/>
        <a:cs typeface=""/>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majorFont>
      <a:minorFont>
        <a:latin typeface="Arial"/>
        <a:ea typeface=""/>
        <a:cs typeface=""/>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Arial"/>
        <a:ea typeface=""/>
        <a:cs typeface=""/>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majorFont>
      <a:minorFont>
        <a:latin typeface="Arial"/>
        <a:ea typeface=""/>
        <a:cs typeface=""/>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970aa56-1ba5-40cb-819c-b2378e436e27">
      <Terms xmlns="http://schemas.microsoft.com/office/infopath/2007/PartnerControls"/>
    </lcf76f155ced4ddcb4097134ff3c332f>
    <TaxCatchAll xmlns="9a9eecdc-43c3-47ad-b568-0ba08adb0bb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94A431481788F4B8C6F6608A7F2C32C" ma:contentTypeVersion="12" ma:contentTypeDescription="Create a new document." ma:contentTypeScope="" ma:versionID="5b1e9335d2723e484c253e1014a2ca4a">
  <xsd:schema xmlns:xsd="http://www.w3.org/2001/XMLSchema" xmlns:xs="http://www.w3.org/2001/XMLSchema" xmlns:p="http://schemas.microsoft.com/office/2006/metadata/properties" xmlns:ns2="3970aa56-1ba5-40cb-819c-b2378e436e27" xmlns:ns3="9a9eecdc-43c3-47ad-b568-0ba08adb0bba" targetNamespace="http://schemas.microsoft.com/office/2006/metadata/properties" ma:root="true" ma:fieldsID="fca6540dc1aaaea8c7a740cef9d3e1ce" ns2:_="" ns3:_="">
    <xsd:import namespace="3970aa56-1ba5-40cb-819c-b2378e436e27"/>
    <xsd:import namespace="9a9eecdc-43c3-47ad-b568-0ba08adb0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70aa56-1ba5-40cb-819c-b2378e436e2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8aabdc8-e83e-4bd2-90bf-39fcdb6681af" ma:termSetId="09814cd3-568e-fe90-9814-8d621ff8fb84" ma:anchorId="fba54fb3-c3e1-fe81-a776-ca4b69148c4d" ma:open="true" ma:isKeyword="false">
      <xsd:complexType>
        <xsd:sequence>
          <xsd:element ref="pc:Terms" minOccurs="0" maxOccurs="1"/>
        </xsd:sequence>
      </xsd:complexType>
    </xsd:element>
    <xsd:element name="MediaServiceLocation" ma:index="18" nillable="true" ma:displayName="Location" ma:indexed="true"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a9eecdc-43c3-47ad-b568-0ba08adb0bb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84b3d4d5-7d8f-484e-b1d7-a52227495e50}" ma:internalName="TaxCatchAll" ma:showField="CatchAllData" ma:web="9a9eecdc-43c3-47ad-b568-0ba08adb0bb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E555AF8-9249-4150-9775-A3DDF3CECCF4}">
  <ds:schemaRefs>
    <ds:schemaRef ds:uri="http://schemas.openxmlformats.org/package/2006/metadata/core-properties"/>
    <ds:schemaRef ds:uri="http://purl.org/dc/terms/"/>
    <ds:schemaRef ds:uri="http://schemas.microsoft.com/office/2006/metadata/properties"/>
    <ds:schemaRef ds:uri="http://schemas.microsoft.com/office/2006/documentManagement/types"/>
    <ds:schemaRef ds:uri="974e995a-91a3-46dd-97f4-559c380ab441"/>
    <ds:schemaRef ds:uri="http://purl.org/dc/elements/1.1/"/>
    <ds:schemaRef ds:uri="http://schemas.microsoft.com/office/infopath/2007/PartnerControls"/>
    <ds:schemaRef ds:uri="http://purl.org/dc/dcmitype/"/>
    <ds:schemaRef ds:uri="b6decd88-5c47-409f-bdb4-d21fe804235f"/>
    <ds:schemaRef ds:uri="http://www.w3.org/XML/1998/namespace"/>
    <ds:schemaRef ds:uri="3970aa56-1ba5-40cb-819c-b2378e436e27"/>
    <ds:schemaRef ds:uri="9a9eecdc-43c3-47ad-b568-0ba08adb0bba"/>
  </ds:schemaRefs>
</ds:datastoreItem>
</file>

<file path=customXml/itemProps2.xml><?xml version="1.0" encoding="utf-8"?>
<ds:datastoreItem xmlns:ds="http://schemas.openxmlformats.org/officeDocument/2006/customXml" ds:itemID="{D91EC039-67F8-4188-899D-E340573FC8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70aa56-1ba5-40cb-819c-b2378e436e27"/>
    <ds:schemaRef ds:uri="9a9eecdc-43c3-47ad-b568-0ba08adb0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B9036D8-DB9E-4626-912C-4225AD7EF65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advice PowerPoint skabelon 16:9</Template>
  <TotalTime>0</TotalTime>
  <Words>4118</Words>
  <Application>Microsoft Macintosh PowerPoint</Application>
  <PresentationFormat>Brugerdefineret</PresentationFormat>
  <Paragraphs>507</Paragraphs>
  <Slides>74</Slides>
  <Notes>1</Notes>
  <HiddenSlides>0</HiddenSlides>
  <MMClips>0</MMClips>
  <ScaleCrop>false</ScaleCrop>
  <HeadingPairs>
    <vt:vector size="6" baseType="variant">
      <vt:variant>
        <vt:lpstr>Benyttede skrifttyper</vt:lpstr>
      </vt:variant>
      <vt:variant>
        <vt:i4>2</vt:i4>
      </vt:variant>
      <vt:variant>
        <vt:lpstr>Tema</vt:lpstr>
      </vt:variant>
      <vt:variant>
        <vt:i4>1</vt:i4>
      </vt:variant>
      <vt:variant>
        <vt:lpstr>Slidetitler</vt:lpstr>
      </vt:variant>
      <vt:variant>
        <vt:i4>74</vt:i4>
      </vt:variant>
    </vt:vector>
  </HeadingPairs>
  <TitlesOfParts>
    <vt:vector size="77" baseType="lpstr">
      <vt:lpstr>Aptos</vt:lpstr>
      <vt:lpstr>Arial</vt:lpstr>
      <vt:lpstr>advice PowerPoint skabelon 16:9</vt:lpstr>
      <vt:lpstr>Lorem amet ipsum sit</vt:lpstr>
      <vt:lpstr>Lorem amet ipsum sit</vt:lpstr>
      <vt:lpstr>Lorem amet ipsum sit</vt:lpstr>
      <vt:lpstr>Lorem amet ipsum sit</vt:lpstr>
      <vt:lpstr>Lorem amet ipsum sit</vt:lpstr>
      <vt:lpstr>Lorem ipsum sit</vt:lpstr>
      <vt:lpstr>Lorem ipsum sit</vt:lpstr>
      <vt:lpstr>Lorem ipsum sit</vt:lpstr>
      <vt:lpstr>Lorem ipsum sit  amet con incidunct</vt:lpstr>
      <vt:lpstr>Lorem ipsum sit  amet con incidunct</vt:lpstr>
      <vt:lpstr>Lorem ipsum sit  amet con incidunct</vt:lpstr>
      <vt:lpstr>Lorem ipsum sit  amet con incidunct</vt:lpstr>
      <vt:lpstr>Lorem ipsum sit  amet con incidunct</vt:lpstr>
      <vt:lpstr>Lorem ipsum sit amet Con incidunct</vt:lpstr>
      <vt:lpstr>Lorem ipsum sit amet</vt:lpstr>
      <vt:lpstr>Lorem ipsum sit  amet con incidunct</vt:lpstr>
      <vt:lpstr>Lorem incidunct</vt:lpstr>
      <vt:lpstr>Lorem incidunct</vt:lpstr>
      <vt:lpstr>Lorem incidunct</vt:lpstr>
      <vt:lpstr>Agenda:</vt:lpstr>
      <vt:lpstr>Lorem ipsum  sit amet</vt:lpstr>
      <vt:lpstr>Lorem ipsum  sit amet</vt:lpstr>
      <vt:lpstr>Caborepe porum exerume nobitio nsequos dellat ut as duntese cor aspit poris modignit    Alibus vollore con</vt:lpstr>
      <vt:lpstr>Caborepe porum exerume nobitio nsequos dellat ut as duntese cor aspit poris modignit    Alibus vollore con</vt:lpstr>
      <vt:lpstr>Caborepe porum exerume nobitio nsequos dellat ut as duntese cor aspit poris modignit    Alibus vollore con</vt:lpstr>
      <vt:lpstr>Caborepe porum exerume nobitio nsequos dellat ut as duntese cor aspit poris modignit    Alibus vollore con</vt:lpstr>
      <vt:lpstr>Lorem ipsum sit amet con incidunct</vt:lpstr>
      <vt:lpstr>Lorem ipsum sit amet con incidunct</vt:lpstr>
      <vt:lpstr>Lorem ipsum sit amet con incidunct</vt:lpstr>
      <vt:lpstr>Lorem ipsum sit amet con incidunct</vt:lpstr>
      <vt:lpstr>Lorem ipsum sit amet con incidunct</vt:lpstr>
      <vt:lpstr>Lorem ipsum sit amet con incidunct</vt:lpstr>
      <vt:lpstr>Budget I DKK</vt:lpstr>
      <vt:lpstr>Budget I DKK</vt:lpstr>
      <vt:lpstr>Lorem ipsum sit amet con incidunct</vt:lpstr>
      <vt:lpstr>Lorem ipsum sit amet con incidunct</vt:lpstr>
      <vt:lpstr>Lorem ipsum sit amet con incidunct</vt:lpstr>
      <vt:lpstr>Lorem ipsum  sit amet</vt:lpstr>
      <vt:lpstr>Lorem ipsum  sit amet</vt:lpstr>
      <vt:lpstr>Lorem ipsum sit</vt:lpstr>
      <vt:lpstr>Lorem ipsum sit</vt:lpstr>
      <vt:lpstr>Lorem ipsum sit</vt:lpstr>
      <vt:lpstr>PowerPoint-præsentation</vt:lpstr>
      <vt:lpstr>Lorem Ipsum  Lorem ipsum sit amet con incidunct dolore.</vt:lpstr>
      <vt:lpstr>Lorem ipsum sit amet con incidunct</vt:lpstr>
      <vt:lpstr>Lorem ipsum sit amet con incidunct</vt:lpstr>
      <vt:lpstr>“Direct quotation or data value from an expert source. With or without quotation marks”</vt:lpstr>
      <vt:lpstr>Insert short one liner or  an interesting quote here</vt:lpstr>
      <vt:lpstr>“Direct quotation or data value from an expert source. With or without quotation marks”</vt:lpstr>
      <vt:lpstr>Insert short one liner or  an interesting quote here</vt:lpstr>
      <vt:lpstr>Insert short one liner or  an interesting quote here</vt:lpstr>
      <vt:lpstr>PowerPoint-præsentation</vt:lpstr>
      <vt:lpstr>PowerPoint-præsentation</vt:lpstr>
      <vt:lpstr>PowerPoint-præsentation</vt:lpstr>
      <vt:lpstr>PowerPoint-præsentation</vt:lpstr>
      <vt:lpstr>PowerPoint-præsentation</vt:lpstr>
      <vt:lpstr>Lorem ipsum sit amet con incidunct</vt:lpstr>
      <vt:lpstr>Lorem ipsum sit amet con incidunct</vt:lpstr>
      <vt:lpstr>Lorem ipsum sit amet con incidunct</vt:lpstr>
      <vt:lpstr>PowerPoint-præsentation</vt:lpstr>
      <vt:lpstr>Lorem ipsum sit amet con incidunct</vt:lpstr>
      <vt:lpstr>Lorem ipsum sit amet con incidunct</vt:lpstr>
      <vt:lpstr>PowerPoint-præsentation</vt:lpstr>
      <vt:lpstr>Lorem ipsum sit amet</vt:lpstr>
      <vt:lpstr>PowerPoint-præsentation</vt:lpstr>
      <vt:lpstr>PowerPoint-præsentation</vt:lpstr>
      <vt:lpstr>Lorem ipsum sit amet</vt:lpstr>
      <vt:lpstr>PowerPoint-præsentation</vt:lpstr>
      <vt:lpstr>PowerPoint-præsentation</vt:lpstr>
      <vt:lpstr>PowerPoint-præsentation</vt:lpstr>
      <vt:lpstr>Lorem ipsum</vt:lpstr>
      <vt:lpstr>Name Namesen Title</vt:lpstr>
      <vt:lpstr>PowerPoint-præsentation</vt:lpstr>
      <vt:lpstr>Tak for  i dag!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Jarl Lyng</dc:creator>
  <cp:keywords/>
  <dc:description/>
  <cp:lastModifiedBy>Jarl Lyng</cp:lastModifiedBy>
  <cp:revision>1</cp:revision>
  <dcterms:created xsi:type="dcterms:W3CDTF">2026-05-05T12:13:33Z</dcterms:created>
  <dcterms:modified xsi:type="dcterms:W3CDTF">2026-05-05T12:13:58Z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0x010100E94A431481788F4B8C6F6608A7F2C32C</vt:lpwstr>
  </property>
  <property fmtid="{D5CDD505-2E9C-101B-9397-08002B2CF9AE}" pid="3" name="MediaServiceImageTags">
    <vt:lpwstr/>
  </property>
</Properties>
</file>