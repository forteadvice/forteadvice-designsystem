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4"/>
  </p:sldMasterIdLst>
  <p:notesMasterIdLst>
    <p:notesMasterId r:id="rId79"/>
  </p:notesMasterIdLst>
  <p:handoutMasterIdLst>
    <p:handoutMasterId r:id="rId80"/>
  </p:handoutMasterIdLst>
  <p:sldIdLst>
    <p:sldId id="485" r:id="rId5"/>
    <p:sldId id="561" r:id="rId6"/>
    <p:sldId id="559" r:id="rId7"/>
    <p:sldId id="486" r:id="rId8"/>
    <p:sldId id="560" r:id="rId9"/>
    <p:sldId id="497" r:id="rId10"/>
    <p:sldId id="562" r:id="rId11"/>
    <p:sldId id="496" r:id="rId12"/>
    <p:sldId id="491" r:id="rId13"/>
    <p:sldId id="487" r:id="rId14"/>
    <p:sldId id="488" r:id="rId15"/>
    <p:sldId id="509" r:id="rId16"/>
    <p:sldId id="510" r:id="rId17"/>
    <p:sldId id="563" r:id="rId18"/>
    <p:sldId id="564" r:id="rId19"/>
    <p:sldId id="507" r:id="rId20"/>
    <p:sldId id="508" r:id="rId21"/>
    <p:sldId id="511" r:id="rId22"/>
    <p:sldId id="512" r:id="rId23"/>
    <p:sldId id="500" r:id="rId24"/>
    <p:sldId id="519" r:id="rId25"/>
    <p:sldId id="539" r:id="rId26"/>
    <p:sldId id="501" r:id="rId27"/>
    <p:sldId id="503" r:id="rId28"/>
    <p:sldId id="504" r:id="rId29"/>
    <p:sldId id="513" r:id="rId30"/>
    <p:sldId id="490" r:id="rId31"/>
    <p:sldId id="549" r:id="rId32"/>
    <p:sldId id="554" r:id="rId33"/>
    <p:sldId id="555" r:id="rId34"/>
    <p:sldId id="556" r:id="rId35"/>
    <p:sldId id="557" r:id="rId36"/>
    <p:sldId id="552" r:id="rId37"/>
    <p:sldId id="551" r:id="rId38"/>
    <p:sldId id="548" r:id="rId39"/>
    <p:sldId id="493" r:id="rId40"/>
    <p:sldId id="538" r:id="rId41"/>
    <p:sldId id="527" r:id="rId42"/>
    <p:sldId id="558" r:id="rId43"/>
    <p:sldId id="494" r:id="rId44"/>
    <p:sldId id="536" r:id="rId45"/>
    <p:sldId id="537" r:id="rId46"/>
    <p:sldId id="495" r:id="rId47"/>
    <p:sldId id="518" r:id="rId48"/>
    <p:sldId id="506" r:id="rId49"/>
    <p:sldId id="525" r:id="rId50"/>
    <p:sldId id="523" r:id="rId51"/>
    <p:sldId id="520" r:id="rId52"/>
    <p:sldId id="540" r:id="rId53"/>
    <p:sldId id="541" r:id="rId54"/>
    <p:sldId id="524" r:id="rId55"/>
    <p:sldId id="515" r:id="rId56"/>
    <p:sldId id="530" r:id="rId57"/>
    <p:sldId id="516" r:id="rId58"/>
    <p:sldId id="532" r:id="rId59"/>
    <p:sldId id="526" r:id="rId60"/>
    <p:sldId id="543" r:id="rId61"/>
    <p:sldId id="499" r:id="rId62"/>
    <p:sldId id="542" r:id="rId63"/>
    <p:sldId id="535" r:id="rId64"/>
    <p:sldId id="544" r:id="rId65"/>
    <p:sldId id="545" r:id="rId66"/>
    <p:sldId id="517" r:id="rId67"/>
    <p:sldId id="546" r:id="rId68"/>
    <p:sldId id="505" r:id="rId69"/>
    <p:sldId id="514" r:id="rId70"/>
    <p:sldId id="547" r:id="rId71"/>
    <p:sldId id="534" r:id="rId72"/>
    <p:sldId id="533" r:id="rId73"/>
    <p:sldId id="529" r:id="rId74"/>
    <p:sldId id="553" r:id="rId75"/>
    <p:sldId id="528" r:id="rId76"/>
    <p:sldId id="531" r:id="rId77"/>
    <p:sldId id="550" r:id="rId78"/>
  </p:sldIdLst>
  <p:sldSz cx="12188825" cy="6858000"/>
  <p:notesSz cx="6858000" cy="9144000"/>
  <p:defaultTextStyle>
    <a:defPPr>
      <a:defRPr lang="da-DK"/>
    </a:defPPr>
    <a:lvl1pPr algn="l" rtl="0" fontAlgn="base">
      <a:spcBef>
        <a:spcPct val="0"/>
      </a:spcBef>
      <a:spcAft>
        <a:spcPct val="0"/>
      </a:spcAft>
      <a:defRPr kern="1200">
        <a:solidFill>
          <a:schemeClr val="tx1"/>
        </a:solidFill>
        <a:latin typeface="Arial" charset="0"/>
        <a:ea typeface="ＭＳ Ｐゴシック" charset="-128"/>
        <a:cs typeface="ＭＳ Ｐゴシック" charset="-128"/>
      </a:defRPr>
    </a:lvl1pPr>
    <a:lvl2pPr marL="478596" algn="l" rtl="0" fontAlgn="base">
      <a:spcBef>
        <a:spcPct val="0"/>
      </a:spcBef>
      <a:spcAft>
        <a:spcPct val="0"/>
      </a:spcAft>
      <a:defRPr kern="1200">
        <a:solidFill>
          <a:schemeClr val="tx1"/>
        </a:solidFill>
        <a:latin typeface="Arial" charset="0"/>
        <a:ea typeface="ＭＳ Ｐゴシック" charset="-128"/>
        <a:cs typeface="ＭＳ Ｐゴシック" charset="-128"/>
      </a:defRPr>
    </a:lvl2pPr>
    <a:lvl3pPr marL="957190" algn="l" rtl="0" fontAlgn="base">
      <a:spcBef>
        <a:spcPct val="0"/>
      </a:spcBef>
      <a:spcAft>
        <a:spcPct val="0"/>
      </a:spcAft>
      <a:defRPr kern="1200">
        <a:solidFill>
          <a:schemeClr val="tx1"/>
        </a:solidFill>
        <a:latin typeface="Arial" charset="0"/>
        <a:ea typeface="ＭＳ Ｐゴシック" charset="-128"/>
        <a:cs typeface="ＭＳ Ｐゴシック" charset="-128"/>
      </a:defRPr>
    </a:lvl3pPr>
    <a:lvl4pPr marL="1435784" algn="l" rtl="0" fontAlgn="base">
      <a:spcBef>
        <a:spcPct val="0"/>
      </a:spcBef>
      <a:spcAft>
        <a:spcPct val="0"/>
      </a:spcAft>
      <a:defRPr kern="1200">
        <a:solidFill>
          <a:schemeClr val="tx1"/>
        </a:solidFill>
        <a:latin typeface="Arial" charset="0"/>
        <a:ea typeface="ＭＳ Ｐゴシック" charset="-128"/>
        <a:cs typeface="ＭＳ Ｐゴシック" charset="-128"/>
      </a:defRPr>
    </a:lvl4pPr>
    <a:lvl5pPr marL="1914379" algn="l" rtl="0" fontAlgn="base">
      <a:spcBef>
        <a:spcPct val="0"/>
      </a:spcBef>
      <a:spcAft>
        <a:spcPct val="0"/>
      </a:spcAft>
      <a:defRPr kern="1200">
        <a:solidFill>
          <a:schemeClr val="tx1"/>
        </a:solidFill>
        <a:latin typeface="Arial" charset="0"/>
        <a:ea typeface="ＭＳ Ｐゴシック" charset="-128"/>
        <a:cs typeface="ＭＳ Ｐゴシック" charset="-128"/>
      </a:defRPr>
    </a:lvl5pPr>
    <a:lvl6pPr marL="2392971" algn="l" defTabSz="478596" rtl="0" eaLnBrk="1" latinLnBrk="0" hangingPunct="1">
      <a:defRPr kern="1200">
        <a:solidFill>
          <a:schemeClr val="tx1"/>
        </a:solidFill>
        <a:latin typeface="Arial" charset="0"/>
        <a:ea typeface="ＭＳ Ｐゴシック" charset="-128"/>
        <a:cs typeface="ＭＳ Ｐゴシック" charset="-128"/>
      </a:defRPr>
    </a:lvl6pPr>
    <a:lvl7pPr marL="2871566" algn="l" defTabSz="478596" rtl="0" eaLnBrk="1" latinLnBrk="0" hangingPunct="1">
      <a:defRPr kern="1200">
        <a:solidFill>
          <a:schemeClr val="tx1"/>
        </a:solidFill>
        <a:latin typeface="Arial" charset="0"/>
        <a:ea typeface="ＭＳ Ｐゴシック" charset="-128"/>
        <a:cs typeface="ＭＳ Ｐゴシック" charset="-128"/>
      </a:defRPr>
    </a:lvl7pPr>
    <a:lvl8pPr marL="3350160" algn="l" defTabSz="478596" rtl="0" eaLnBrk="1" latinLnBrk="0" hangingPunct="1">
      <a:defRPr kern="1200">
        <a:solidFill>
          <a:schemeClr val="tx1"/>
        </a:solidFill>
        <a:latin typeface="Arial" charset="0"/>
        <a:ea typeface="ＭＳ Ｐゴシック" charset="-128"/>
        <a:cs typeface="ＭＳ Ｐゴシック" charset="-128"/>
      </a:defRPr>
    </a:lvl8pPr>
    <a:lvl9pPr marL="3828755" algn="l" defTabSz="478596" rtl="0" eaLnBrk="1" latinLnBrk="0" hangingPunct="1">
      <a:defRPr kern="1200">
        <a:solidFill>
          <a:schemeClr val="tx1"/>
        </a:solidFill>
        <a:latin typeface="Arial" charset="0"/>
        <a:ea typeface="ＭＳ Ｐゴシック" charset="-128"/>
        <a:cs typeface="ＭＳ Ｐゴシック" charset="-128"/>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221C38"/>
    <a:srgbClr val="636363"/>
    <a:srgbClr val="000000"/>
    <a:srgbClr val="7F7F7F"/>
    <a:srgbClr val="FFE163"/>
    <a:srgbClr val="3B3B3B"/>
    <a:srgbClr val="0F0F0F"/>
    <a:srgbClr val="FFF100"/>
    <a:srgbClr val="87878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llemlayou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Mørkt layou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Mørkt layou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Mørkt layout 1 - markeringsfarve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Mørkt layout 1 - markeringsfarve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06799F8-075E-4A3A-A7F6-7FBC6576F1A4}" styleName="Tema til typografi 2 - markeringsfarve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ema til typografi 2 - markeringsfarve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ema til typografi 2 - markeringsfarve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D5ABB26-0587-4C30-8999-92F81FD0307C}" styleName="Ingen typografi, intet git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llemlayout 1 - markeringsfarv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llemlayout 1 - markeringsfarve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93D81CF-94F2-401A-BA57-92F5A7B2D0C5}" styleName="Mellemlayout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Lyst layout 2 - markeringsfarv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yst layout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35"/>
    <p:restoredTop sz="96301"/>
  </p:normalViewPr>
  <p:slideViewPr>
    <p:cSldViewPr snapToGrid="0">
      <p:cViewPr varScale="1">
        <p:scale>
          <a:sx n="123" d="100"/>
          <a:sy n="123" d="100"/>
        </p:scale>
        <p:origin x="488"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tableStyles" Target="tableStyle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notesMaster" Target="notesMasters/notesMaster1.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regneark.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regneark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a-DK"/>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'Ark1'!$B$1</c:f>
              <c:strCache>
                <c:ptCount val="1"/>
                <c:pt idx="0">
                  <c:v>Serie 1</c:v>
                </c:pt>
              </c:strCache>
            </c:strRef>
          </c:tx>
          <c:spPr>
            <a:solidFill>
              <a:schemeClr val="accent1"/>
            </a:solidFill>
            <a:ln>
              <a:noFill/>
            </a:ln>
            <a:effectLst/>
          </c:spPr>
          <c:invertIfNegative val="0"/>
          <c:cat>
            <c:strRef>
              <c:f>'Ark1'!$A$2:$A$5</c:f>
              <c:strCache>
                <c:ptCount val="4"/>
                <c:pt idx="0">
                  <c:v>Kategori 1</c:v>
                </c:pt>
                <c:pt idx="1">
                  <c:v>Kategori 2</c:v>
                </c:pt>
                <c:pt idx="2">
                  <c:v>Kategori 3</c:v>
                </c:pt>
                <c:pt idx="3">
                  <c:v>Kategori 4</c:v>
                </c:pt>
              </c:strCache>
            </c:strRef>
          </c:cat>
          <c:val>
            <c:numRef>
              <c:f>'Ark1'!$B$2:$B$5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715C-B949-AA5D-169480C441BD}"/>
            </c:ext>
          </c:extLst>
        </c:ser>
        <c:ser>
          <c:idx val="1"/>
          <c:order val="1"/>
          <c:tx>
            <c:strRef>
              <c:f>'Ark1'!$C$1</c:f>
              <c:strCache>
                <c:ptCount val="1"/>
                <c:pt idx="0">
                  <c:v>Serie 2</c:v>
                </c:pt>
              </c:strCache>
            </c:strRef>
          </c:tx>
          <c:spPr>
            <a:solidFill>
              <a:schemeClr val="accent5"/>
            </a:solidFill>
            <a:ln>
              <a:noFill/>
            </a:ln>
            <a:effectLst/>
          </c:spPr>
          <c:invertIfNegative val="0"/>
          <c:cat>
            <c:strRef>
              <c:f>'Ark1'!$A$2:$A$5</c:f>
              <c:strCache>
                <c:ptCount val="4"/>
                <c:pt idx="0">
                  <c:v>Kategori 1</c:v>
                </c:pt>
                <c:pt idx="1">
                  <c:v>Kategori 2</c:v>
                </c:pt>
                <c:pt idx="2">
                  <c:v>Kategori 3</c:v>
                </c:pt>
                <c:pt idx="3">
                  <c:v>Kategori 4</c:v>
                </c:pt>
              </c:strCache>
            </c:strRef>
          </c:cat>
          <c:val>
            <c:numRef>
              <c:f>'Ark1'!$C$2:$C$5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715C-B949-AA5D-169480C441BD}"/>
            </c:ext>
          </c:extLst>
        </c:ser>
        <c:ser>
          <c:idx val="2"/>
          <c:order val="2"/>
          <c:tx>
            <c:strRef>
              <c:f>'Ark1'!$D$1</c:f>
              <c:strCache>
                <c:ptCount val="1"/>
                <c:pt idx="0">
                  <c:v>Serie 3</c:v>
                </c:pt>
              </c:strCache>
            </c:strRef>
          </c:tx>
          <c:spPr>
            <a:solidFill>
              <a:schemeClr val="accent4"/>
            </a:solidFill>
            <a:ln>
              <a:noFill/>
            </a:ln>
            <a:effectLst/>
          </c:spPr>
          <c:invertIfNegative val="0"/>
          <c:cat>
            <c:strRef>
              <c:f>'Ark1'!$A$2:$A$5</c:f>
              <c:strCache>
                <c:ptCount val="4"/>
                <c:pt idx="0">
                  <c:v>Kategori 1</c:v>
                </c:pt>
                <c:pt idx="1">
                  <c:v>Kategori 2</c:v>
                </c:pt>
                <c:pt idx="2">
                  <c:v>Kategori 3</c:v>
                </c:pt>
                <c:pt idx="3">
                  <c:v>Kategori 4</c:v>
                </c:pt>
              </c:strCache>
            </c:strRef>
          </c:cat>
          <c:val>
            <c:numRef>
              <c:f>'Ark1'!$D$2:$D$5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715C-B949-AA5D-169480C441BD}"/>
            </c:ext>
          </c:extLst>
        </c:ser>
        <c:dLbls>
          <c:showLegendKey val="0"/>
          <c:showVal val="0"/>
          <c:showCatName val="0"/>
          <c:showSerName val="0"/>
          <c:showPercent val="0"/>
          <c:showBubbleSize val="0"/>
        </c:dLbls>
        <c:gapWidth val="219"/>
        <c:overlap val="-27"/>
        <c:axId val="1708080815"/>
        <c:axId val="382355952"/>
      </c:barChart>
      <c:catAx>
        <c:axId val="1708080815"/>
        <c:scaling>
          <c:orientation val="minMax"/>
        </c:scaling>
        <c:delete val="0"/>
        <c:axPos val="b"/>
        <c:numFmt formatCode="General" sourceLinked="1"/>
        <c:majorTickMark val="none"/>
        <c:minorTickMark val="none"/>
        <c:tickLblPos val="nextTo"/>
        <c:spPr>
          <a:noFill/>
          <a:ln w="19050" cap="flat" cmpd="sng" algn="ctr">
            <a:solidFill>
              <a:schemeClr val="bg1"/>
            </a:solidFill>
            <a:round/>
          </a:ln>
          <a:effectLst/>
        </c:spPr>
        <c:txPr>
          <a:bodyPr rot="-60000000" spcFirstLastPara="1" vertOverflow="ellipsis" vert="horz" wrap="square" anchor="ctr" anchorCtr="1"/>
          <a:lstStyle/>
          <a:p>
            <a:pPr>
              <a:defRPr sz="1197" b="1" i="0" u="none" strike="noStrike" kern="1200" baseline="0">
                <a:solidFill>
                  <a:schemeClr val="tx2"/>
                </a:solidFill>
                <a:latin typeface="+mn-lt"/>
                <a:ea typeface="+mn-ea"/>
                <a:cs typeface="+mn-cs"/>
              </a:defRPr>
            </a:pPr>
            <a:endParaRPr lang="da-DK"/>
          </a:p>
        </c:txPr>
        <c:crossAx val="382355952"/>
        <c:crosses val="autoZero"/>
        <c:auto val="1"/>
        <c:lblAlgn val="ctr"/>
        <c:lblOffset val="100"/>
        <c:noMultiLvlLbl val="0"/>
      </c:catAx>
      <c:valAx>
        <c:axId val="382355952"/>
        <c:scaling>
          <c:orientation val="minMax"/>
          <c:max val="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da-DK"/>
          </a:p>
        </c:txPr>
        <c:crossAx val="1708080815"/>
        <c:crosses val="autoZero"/>
        <c:crossBetween val="between"/>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a-DK"/>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a-DK"/>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'Ark1'!$B$1</c:f>
              <c:strCache>
                <c:ptCount val="1"/>
                <c:pt idx="0">
                  <c:v>Serie 1</c:v>
                </c:pt>
              </c:strCache>
            </c:strRef>
          </c:tx>
          <c:dPt>
            <c:idx val="0"/>
            <c:bubble3D val="0"/>
            <c:spPr>
              <a:solidFill>
                <a:schemeClr val="accent1"/>
              </a:solidFill>
              <a:ln>
                <a:noFill/>
              </a:ln>
              <a:effectLst/>
            </c:spPr>
            <c:extLst>
              <c:ext xmlns:c16="http://schemas.microsoft.com/office/drawing/2014/chart" uri="{C3380CC4-5D6E-409C-BE32-E72D297353CC}">
                <c16:uniqueId val="{00000001-9D6A-4C44-A66A-7DB4B13D4B45}"/>
              </c:ext>
            </c:extLst>
          </c:dPt>
          <c:dPt>
            <c:idx val="1"/>
            <c:bubble3D val="0"/>
            <c:spPr>
              <a:solidFill>
                <a:schemeClr val="accent2"/>
              </a:solidFill>
              <a:ln>
                <a:noFill/>
              </a:ln>
              <a:effectLst/>
            </c:spPr>
            <c:extLst>
              <c:ext xmlns:c16="http://schemas.microsoft.com/office/drawing/2014/chart" uri="{C3380CC4-5D6E-409C-BE32-E72D297353CC}">
                <c16:uniqueId val="{00000003-9D6A-4C44-A66A-7DB4B13D4B45}"/>
              </c:ext>
            </c:extLst>
          </c:dPt>
          <c:dPt>
            <c:idx val="2"/>
            <c:bubble3D val="0"/>
            <c:spPr>
              <a:solidFill>
                <a:schemeClr val="accent3"/>
              </a:solidFill>
              <a:ln>
                <a:noFill/>
              </a:ln>
              <a:effectLst/>
            </c:spPr>
            <c:extLst>
              <c:ext xmlns:c16="http://schemas.microsoft.com/office/drawing/2014/chart" uri="{C3380CC4-5D6E-409C-BE32-E72D297353CC}">
                <c16:uniqueId val="{00000005-9D6A-4C44-A66A-7DB4B13D4B45}"/>
              </c:ext>
            </c:extLst>
          </c:dPt>
          <c:dPt>
            <c:idx val="3"/>
            <c:bubble3D val="0"/>
            <c:spPr>
              <a:solidFill>
                <a:schemeClr val="accent4"/>
              </a:solidFill>
              <a:ln>
                <a:noFill/>
              </a:ln>
              <a:effectLst/>
            </c:spPr>
            <c:extLst>
              <c:ext xmlns:c16="http://schemas.microsoft.com/office/drawing/2014/chart" uri="{C3380CC4-5D6E-409C-BE32-E72D297353CC}">
                <c16:uniqueId val="{00000007-9D6A-4C44-A66A-7DB4B13D4B45}"/>
              </c:ext>
            </c:extLst>
          </c:dPt>
          <c:cat>
            <c:strRef>
              <c:f>'Ark1'!$A$2:$A$5</c:f>
              <c:strCache>
                <c:ptCount val="4"/>
                <c:pt idx="0">
                  <c:v>Kategori 1</c:v>
                </c:pt>
                <c:pt idx="1">
                  <c:v>Kategori 2</c:v>
                </c:pt>
                <c:pt idx="2">
                  <c:v>Kategori 3</c:v>
                </c:pt>
                <c:pt idx="3">
                  <c:v>Kategori 4</c:v>
                </c:pt>
              </c:strCache>
            </c:strRef>
          </c:cat>
          <c:val>
            <c:numRef>
              <c:f>'Ark1'!$B$2:$B$5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715C-B949-AA5D-169480C441BD}"/>
            </c:ext>
          </c:extLst>
        </c:ser>
        <c:ser>
          <c:idx val="1"/>
          <c:order val="1"/>
          <c:tx>
            <c:strRef>
              <c:f>'Ark1'!$C$1</c:f>
              <c:strCache>
                <c:ptCount val="1"/>
                <c:pt idx="0">
                  <c:v>Serie 2</c:v>
                </c:pt>
              </c:strCache>
            </c:strRef>
          </c:tx>
          <c:spPr>
            <a:solidFill>
              <a:schemeClr val="accent5"/>
            </a:solidFill>
          </c:spPr>
          <c:dPt>
            <c:idx val="0"/>
            <c:bubble3D val="0"/>
            <c:spPr>
              <a:solidFill>
                <a:schemeClr val="accent5"/>
              </a:solidFill>
              <a:ln>
                <a:noFill/>
              </a:ln>
              <a:effectLst/>
            </c:spPr>
            <c:extLst>
              <c:ext xmlns:c16="http://schemas.microsoft.com/office/drawing/2014/chart" uri="{C3380CC4-5D6E-409C-BE32-E72D297353CC}">
                <c16:uniqueId val="{00000009-9D6A-4C44-A66A-7DB4B13D4B45}"/>
              </c:ext>
            </c:extLst>
          </c:dPt>
          <c:dPt>
            <c:idx val="1"/>
            <c:bubble3D val="0"/>
            <c:spPr>
              <a:solidFill>
                <a:schemeClr val="accent5"/>
              </a:solidFill>
              <a:ln>
                <a:noFill/>
              </a:ln>
              <a:effectLst/>
            </c:spPr>
            <c:extLst>
              <c:ext xmlns:c16="http://schemas.microsoft.com/office/drawing/2014/chart" uri="{C3380CC4-5D6E-409C-BE32-E72D297353CC}">
                <c16:uniqueId val="{0000000B-9D6A-4C44-A66A-7DB4B13D4B45}"/>
              </c:ext>
            </c:extLst>
          </c:dPt>
          <c:dPt>
            <c:idx val="2"/>
            <c:bubble3D val="0"/>
            <c:spPr>
              <a:solidFill>
                <a:schemeClr val="accent5"/>
              </a:solidFill>
              <a:ln>
                <a:noFill/>
              </a:ln>
              <a:effectLst/>
            </c:spPr>
            <c:extLst>
              <c:ext xmlns:c16="http://schemas.microsoft.com/office/drawing/2014/chart" uri="{C3380CC4-5D6E-409C-BE32-E72D297353CC}">
                <c16:uniqueId val="{0000000D-9D6A-4C44-A66A-7DB4B13D4B45}"/>
              </c:ext>
            </c:extLst>
          </c:dPt>
          <c:dPt>
            <c:idx val="3"/>
            <c:bubble3D val="0"/>
            <c:spPr>
              <a:solidFill>
                <a:schemeClr val="accent5"/>
              </a:solidFill>
              <a:ln>
                <a:noFill/>
              </a:ln>
              <a:effectLst/>
            </c:spPr>
            <c:extLst>
              <c:ext xmlns:c16="http://schemas.microsoft.com/office/drawing/2014/chart" uri="{C3380CC4-5D6E-409C-BE32-E72D297353CC}">
                <c16:uniqueId val="{0000000F-9D6A-4C44-A66A-7DB4B13D4B45}"/>
              </c:ext>
            </c:extLst>
          </c:dPt>
          <c:cat>
            <c:strRef>
              <c:f>'Ark1'!$A$2:$A$5</c:f>
              <c:strCache>
                <c:ptCount val="4"/>
                <c:pt idx="0">
                  <c:v>Kategori 1</c:v>
                </c:pt>
                <c:pt idx="1">
                  <c:v>Kategori 2</c:v>
                </c:pt>
                <c:pt idx="2">
                  <c:v>Kategori 3</c:v>
                </c:pt>
                <c:pt idx="3">
                  <c:v>Kategori 4</c:v>
                </c:pt>
              </c:strCache>
            </c:strRef>
          </c:cat>
          <c:val>
            <c:numRef>
              <c:f>'Ark1'!$C$2:$C$5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715C-B949-AA5D-169480C441BD}"/>
            </c:ext>
          </c:extLst>
        </c:ser>
        <c:ser>
          <c:idx val="2"/>
          <c:order val="2"/>
          <c:tx>
            <c:strRef>
              <c:f>'Ark1'!$D$1</c:f>
              <c:strCache>
                <c:ptCount val="1"/>
                <c:pt idx="0">
                  <c:v>Serie 3</c:v>
                </c:pt>
              </c:strCache>
            </c:strRef>
          </c:tx>
          <c:spPr>
            <a:solidFill>
              <a:schemeClr val="accent4"/>
            </a:solidFill>
          </c:spPr>
          <c:dPt>
            <c:idx val="0"/>
            <c:bubble3D val="0"/>
            <c:spPr>
              <a:solidFill>
                <a:schemeClr val="accent4"/>
              </a:solidFill>
              <a:ln>
                <a:noFill/>
              </a:ln>
              <a:effectLst/>
            </c:spPr>
            <c:extLst>
              <c:ext xmlns:c16="http://schemas.microsoft.com/office/drawing/2014/chart" uri="{C3380CC4-5D6E-409C-BE32-E72D297353CC}">
                <c16:uniqueId val="{00000011-9D6A-4C44-A66A-7DB4B13D4B45}"/>
              </c:ext>
            </c:extLst>
          </c:dPt>
          <c:dPt>
            <c:idx val="1"/>
            <c:bubble3D val="0"/>
            <c:spPr>
              <a:solidFill>
                <a:schemeClr val="accent4"/>
              </a:solidFill>
              <a:ln>
                <a:noFill/>
              </a:ln>
              <a:effectLst/>
            </c:spPr>
            <c:extLst>
              <c:ext xmlns:c16="http://schemas.microsoft.com/office/drawing/2014/chart" uri="{C3380CC4-5D6E-409C-BE32-E72D297353CC}">
                <c16:uniqueId val="{00000013-9D6A-4C44-A66A-7DB4B13D4B45}"/>
              </c:ext>
            </c:extLst>
          </c:dPt>
          <c:dPt>
            <c:idx val="2"/>
            <c:bubble3D val="0"/>
            <c:spPr>
              <a:solidFill>
                <a:schemeClr val="accent4"/>
              </a:solidFill>
              <a:ln>
                <a:noFill/>
              </a:ln>
              <a:effectLst/>
            </c:spPr>
            <c:extLst>
              <c:ext xmlns:c16="http://schemas.microsoft.com/office/drawing/2014/chart" uri="{C3380CC4-5D6E-409C-BE32-E72D297353CC}">
                <c16:uniqueId val="{00000015-9D6A-4C44-A66A-7DB4B13D4B45}"/>
              </c:ext>
            </c:extLst>
          </c:dPt>
          <c:dPt>
            <c:idx val="3"/>
            <c:bubble3D val="0"/>
            <c:spPr>
              <a:solidFill>
                <a:schemeClr val="accent4"/>
              </a:solidFill>
              <a:ln>
                <a:noFill/>
              </a:ln>
              <a:effectLst/>
            </c:spPr>
            <c:extLst>
              <c:ext xmlns:c16="http://schemas.microsoft.com/office/drawing/2014/chart" uri="{C3380CC4-5D6E-409C-BE32-E72D297353CC}">
                <c16:uniqueId val="{00000017-9D6A-4C44-A66A-7DB4B13D4B45}"/>
              </c:ext>
            </c:extLst>
          </c:dPt>
          <c:cat>
            <c:strRef>
              <c:f>'Ark1'!$A$2:$A$5</c:f>
              <c:strCache>
                <c:ptCount val="4"/>
                <c:pt idx="0">
                  <c:v>Kategori 1</c:v>
                </c:pt>
                <c:pt idx="1">
                  <c:v>Kategori 2</c:v>
                </c:pt>
                <c:pt idx="2">
                  <c:v>Kategori 3</c:v>
                </c:pt>
                <c:pt idx="3">
                  <c:v>Kategori 4</c:v>
                </c:pt>
              </c:strCache>
            </c:strRef>
          </c:cat>
          <c:val>
            <c:numRef>
              <c:f>'Ark1'!$D$2:$D$5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715C-B949-AA5D-169480C441BD}"/>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a-DK"/>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atin typeface="Arial" charset="0"/>
              </a:defRPr>
            </a:lvl1pPr>
          </a:lstStyle>
          <a:p>
            <a:pPr>
              <a:defRPr/>
            </a:pPr>
            <a:endParaRPr lang="da-DK"/>
          </a:p>
        </p:txBody>
      </p:sp>
      <p:sp>
        <p:nvSpPr>
          <p:cNvPr id="3" name="Pladsholder til dato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Arial" charset="0"/>
              </a:defRPr>
            </a:lvl1pPr>
          </a:lstStyle>
          <a:p>
            <a:pPr>
              <a:defRPr/>
            </a:pPr>
            <a:fld id="{D89A4001-4DA2-DE45-8683-84D652A763E1}" type="datetime5">
              <a:t>maj 2026</a:t>
            </a:fld>
            <a:endParaRPr lang="da-DK"/>
          </a:p>
        </p:txBody>
      </p:sp>
      <p:sp>
        <p:nvSpPr>
          <p:cNvPr id="4" name="Pladsholder til sidefod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a:latin typeface="Arial" charset="0"/>
              </a:defRPr>
            </a:lvl1pPr>
          </a:lstStyle>
          <a:p>
            <a:pPr>
              <a:defRPr/>
            </a:pPr>
            <a:r>
              <a:rPr lang="da-DK"/>
              <a:t>Projektnavn</a:t>
            </a:r>
          </a:p>
        </p:txBody>
      </p:sp>
      <p:sp>
        <p:nvSpPr>
          <p:cNvPr id="5" name="Pladsholder til diasnumm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Arial" charset="0"/>
              </a:defRPr>
            </a:lvl1pPr>
          </a:lstStyle>
          <a:p>
            <a:pPr>
              <a:defRPr/>
            </a:pPr>
            <a:fld id="{523E87F8-4FEA-3441-A4A0-56ACFEA11099}" type="slidenum">
              <a:rPr lang="da-DK"/>
              <a:pPr>
                <a:defRPr/>
              </a:pPr>
              <a:t>‹nr.›</a:t>
            </a:fld>
            <a:endParaRPr lang="da-DK"/>
          </a:p>
        </p:txBody>
      </p:sp>
    </p:spTree>
    <p:extLst>
      <p:ext uri="{BB962C8B-B14F-4D97-AF65-F5344CB8AC3E}">
        <p14:creationId xmlns:p14="http://schemas.microsoft.com/office/powerpoint/2010/main" val="58035093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vl1pPr>
          </a:lstStyle>
          <a:p>
            <a:pPr>
              <a:defRPr/>
            </a:pPr>
            <a:endParaRPr lang="da-DK"/>
          </a:p>
        </p:txBody>
      </p:sp>
      <p:sp>
        <p:nvSpPr>
          <p:cNvPr id="3" name="Pladsholder til dato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pPr>
              <a:defRPr/>
            </a:pPr>
            <a:fld id="{E0243E54-18E7-9948-B039-7799D99594CE}" type="datetime5">
              <a:t>maj 2026</a:t>
            </a:fld>
            <a:endParaRPr lang="da-DK"/>
          </a:p>
        </p:txBody>
      </p:sp>
      <p:sp>
        <p:nvSpPr>
          <p:cNvPr id="4" name="Pladsholder til diasbillede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wrap="square" lIns="91440" tIns="45720" rIns="91440" bIns="45720" numCol="1" anchor="ctr" anchorCtr="0" compatLnSpc="1">
            <a:prstTxWarp prst="textNoShape">
              <a:avLst/>
            </a:prstTxWarp>
          </a:bodyPr>
          <a:lstStyle/>
          <a:p>
            <a:pPr lvl="0"/>
            <a:endParaRPr lang="da-DK" noProof="0"/>
          </a:p>
        </p:txBody>
      </p:sp>
      <p:sp>
        <p:nvSpPr>
          <p:cNvPr id="5" name="Pladsholder til not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da-DK" noProof="0"/>
              <a:t>Klik for at redigere typografi i masteren</a:t>
            </a:r>
          </a:p>
          <a:p>
            <a:pPr lvl="1"/>
            <a:r>
              <a:rPr lang="da-DK" noProof="0"/>
              <a:t>Andet niveau</a:t>
            </a:r>
          </a:p>
          <a:p>
            <a:pPr lvl="2"/>
            <a:r>
              <a:rPr lang="da-DK" noProof="0"/>
              <a:t>Tredje niveau</a:t>
            </a:r>
          </a:p>
          <a:p>
            <a:pPr lvl="3"/>
            <a:r>
              <a:rPr lang="da-DK" noProof="0"/>
              <a:t>Fjerde niveau</a:t>
            </a:r>
          </a:p>
          <a:p>
            <a:pPr lvl="4"/>
            <a:r>
              <a:rPr lang="da-DK" noProof="0"/>
              <a:t>Femte niveau</a:t>
            </a:r>
          </a:p>
        </p:txBody>
      </p:sp>
      <p:sp>
        <p:nvSpPr>
          <p:cNvPr id="6" name="Pladsholder til sidefod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dirty="0">
                <a:latin typeface="Arial"/>
                <a:cs typeface="Arial"/>
              </a:defRPr>
            </a:lvl1pPr>
          </a:lstStyle>
          <a:p>
            <a:pPr>
              <a:defRPr/>
            </a:pPr>
            <a:r>
              <a:rPr lang="da-DK"/>
              <a:t>Projektnavn</a:t>
            </a:r>
          </a:p>
        </p:txBody>
      </p:sp>
      <p:sp>
        <p:nvSpPr>
          <p:cNvPr id="7" name="Pladsholder til diasnumm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Arial" charset="0"/>
                <a:ea typeface="Arial" charset="0"/>
                <a:cs typeface="Arial" charset="0"/>
              </a:defRPr>
            </a:lvl1pPr>
          </a:lstStyle>
          <a:p>
            <a:fld id="{50EBFF8D-63AC-9949-AABB-8E6FA0FBCE31}" type="slidenum">
              <a:rPr lang="da-DK"/>
              <a:pPr/>
              <a:t>‹nr.›</a:t>
            </a:fld>
            <a:endParaRPr lang="da-DK"/>
          </a:p>
        </p:txBody>
      </p:sp>
    </p:spTree>
    <p:extLst>
      <p:ext uri="{BB962C8B-B14F-4D97-AF65-F5344CB8AC3E}">
        <p14:creationId xmlns:p14="http://schemas.microsoft.com/office/powerpoint/2010/main" val="4267637908"/>
      </p:ext>
    </p:extLst>
  </p:cSld>
  <p:clrMap bg1="lt1" tx1="dk1" bg2="lt2" tx2="dk2" accent1="accent1" accent2="accent2" accent3="accent3" accent4="accent4" accent5="accent5" accent6="accent6" hlink="hlink" folHlink="folHlink"/>
  <p:hf hdr="0"/>
  <p:notesStyle>
    <a:lvl1pPr algn="l" rtl="0" eaLnBrk="0" fontAlgn="base" hangingPunct="0">
      <a:spcBef>
        <a:spcPct val="30000"/>
      </a:spcBef>
      <a:spcAft>
        <a:spcPct val="0"/>
      </a:spcAft>
      <a:defRPr sz="1300" kern="1200">
        <a:solidFill>
          <a:schemeClr val="tx1"/>
        </a:solidFill>
        <a:latin typeface="Arial"/>
        <a:ea typeface="Arial" pitchFamily="34" charset="0"/>
        <a:cs typeface="Arial"/>
      </a:defRPr>
    </a:lvl1pPr>
    <a:lvl2pPr marL="478596" algn="l" rtl="0" eaLnBrk="0" fontAlgn="base" hangingPunct="0">
      <a:spcBef>
        <a:spcPct val="30000"/>
      </a:spcBef>
      <a:spcAft>
        <a:spcPct val="0"/>
      </a:spcAft>
      <a:defRPr sz="1300" kern="1200">
        <a:solidFill>
          <a:schemeClr val="tx1"/>
        </a:solidFill>
        <a:latin typeface="Arial"/>
        <a:ea typeface="Arial" pitchFamily="34" charset="0"/>
        <a:cs typeface="Arial"/>
      </a:defRPr>
    </a:lvl2pPr>
    <a:lvl3pPr marL="957190" algn="l" rtl="0" eaLnBrk="0" fontAlgn="base" hangingPunct="0">
      <a:spcBef>
        <a:spcPct val="30000"/>
      </a:spcBef>
      <a:spcAft>
        <a:spcPct val="0"/>
      </a:spcAft>
      <a:defRPr sz="1300" kern="1200">
        <a:solidFill>
          <a:schemeClr val="tx1"/>
        </a:solidFill>
        <a:latin typeface="Arial"/>
        <a:ea typeface="Arial" pitchFamily="34" charset="0"/>
        <a:cs typeface="Arial"/>
      </a:defRPr>
    </a:lvl3pPr>
    <a:lvl4pPr marL="1435784" algn="l" rtl="0" eaLnBrk="0" fontAlgn="base" hangingPunct="0">
      <a:spcBef>
        <a:spcPct val="30000"/>
      </a:spcBef>
      <a:spcAft>
        <a:spcPct val="0"/>
      </a:spcAft>
      <a:defRPr sz="1300" kern="1200">
        <a:solidFill>
          <a:schemeClr val="tx1"/>
        </a:solidFill>
        <a:latin typeface="Arial"/>
        <a:ea typeface="Arial" pitchFamily="34" charset="0"/>
        <a:cs typeface="Arial"/>
      </a:defRPr>
    </a:lvl4pPr>
    <a:lvl5pPr marL="1914379" algn="l" rtl="0" eaLnBrk="0" fontAlgn="base" hangingPunct="0">
      <a:spcBef>
        <a:spcPct val="30000"/>
      </a:spcBef>
      <a:spcAft>
        <a:spcPct val="0"/>
      </a:spcAft>
      <a:defRPr sz="1300" kern="1200">
        <a:solidFill>
          <a:schemeClr val="tx1"/>
        </a:solidFill>
        <a:latin typeface="Arial"/>
        <a:ea typeface="Arial" pitchFamily="34" charset="0"/>
        <a:cs typeface="Arial"/>
      </a:defRPr>
    </a:lvl5pPr>
    <a:lvl6pPr marL="2392971" algn="l" defTabSz="957190" rtl="0" eaLnBrk="1" latinLnBrk="0" hangingPunct="1">
      <a:defRPr sz="1300" kern="1200">
        <a:solidFill>
          <a:schemeClr val="tx1"/>
        </a:solidFill>
        <a:latin typeface="+mn-lt"/>
        <a:ea typeface="+mn-ea"/>
        <a:cs typeface="+mn-cs"/>
      </a:defRPr>
    </a:lvl6pPr>
    <a:lvl7pPr marL="2871566" algn="l" defTabSz="957190" rtl="0" eaLnBrk="1" latinLnBrk="0" hangingPunct="1">
      <a:defRPr sz="1300" kern="1200">
        <a:solidFill>
          <a:schemeClr val="tx1"/>
        </a:solidFill>
        <a:latin typeface="+mn-lt"/>
        <a:ea typeface="+mn-ea"/>
        <a:cs typeface="+mn-cs"/>
      </a:defRPr>
    </a:lvl7pPr>
    <a:lvl8pPr marL="3350160" algn="l" defTabSz="957190" rtl="0" eaLnBrk="1" latinLnBrk="0" hangingPunct="1">
      <a:defRPr sz="1300" kern="1200">
        <a:solidFill>
          <a:schemeClr val="tx1"/>
        </a:solidFill>
        <a:latin typeface="+mn-lt"/>
        <a:ea typeface="+mn-ea"/>
        <a:cs typeface="+mn-cs"/>
      </a:defRPr>
    </a:lvl8pPr>
    <a:lvl9pPr marL="3828755" algn="l" defTabSz="957190"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US"/>
          </a:p>
        </p:txBody>
      </p:sp>
      <p:sp>
        <p:nvSpPr>
          <p:cNvPr id="4" name="Pladsholder til dato 3"/>
          <p:cNvSpPr>
            <a:spLocks noGrp="1"/>
          </p:cNvSpPr>
          <p:nvPr>
            <p:ph type="dt" idx="1"/>
          </p:nvPr>
        </p:nvSpPr>
        <p:spPr/>
        <p:txBody>
          <a:bodyPr/>
          <a:lstStyle/>
          <a:p>
            <a:pPr>
              <a:defRPr/>
            </a:pPr>
            <a:fld id="{49B4F2D7-AAA9-EA44-80E3-0756306300AD}" type="datetime5">
              <a:t>maj 2026</a:t>
            </a:fld>
            <a:endParaRPr lang="da-DK"/>
          </a:p>
        </p:txBody>
      </p:sp>
      <p:sp>
        <p:nvSpPr>
          <p:cNvPr id="5" name="Pladsholder til sidefod 4"/>
          <p:cNvSpPr>
            <a:spLocks noGrp="1"/>
          </p:cNvSpPr>
          <p:nvPr>
            <p:ph type="ftr" sz="quarter" idx="4"/>
          </p:nvPr>
        </p:nvSpPr>
        <p:spPr/>
        <p:txBody>
          <a:bodyPr/>
          <a:lstStyle/>
          <a:p>
            <a:pPr>
              <a:defRPr/>
            </a:pPr>
            <a:r>
              <a:rPr lang="da-DK"/>
              <a:t>Projektnavn</a:t>
            </a:r>
          </a:p>
        </p:txBody>
      </p:sp>
      <p:sp>
        <p:nvSpPr>
          <p:cNvPr id="6" name="Pladsholder til slidenummer 5"/>
          <p:cNvSpPr>
            <a:spLocks noGrp="1"/>
          </p:cNvSpPr>
          <p:nvPr>
            <p:ph type="sldNum" sz="quarter" idx="5"/>
          </p:nvPr>
        </p:nvSpPr>
        <p:spPr/>
        <p:txBody>
          <a:bodyPr/>
          <a:lstStyle/>
          <a:p>
            <a:fld id="{50EBFF8D-63AC-9949-AABB-8E6FA0FBCE31}" type="slidenum">
              <a:rPr lang="da-DK"/>
              <a:pPr/>
              <a:t>60</a:t>
            </a:fld>
            <a:endParaRPr lang="da-DK"/>
          </a:p>
        </p:txBody>
      </p:sp>
    </p:spTree>
    <p:extLst>
      <p:ext uri="{BB962C8B-B14F-4D97-AF65-F5344CB8AC3E}">
        <p14:creationId xmlns:p14="http://schemas.microsoft.com/office/powerpoint/2010/main" val="322978802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4.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4.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5.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7.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9.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Light image">
    <p:bg>
      <p:bgPr>
        <a:solidFill>
          <a:schemeClr val="bg1"/>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1" y="0"/>
            <a:ext cx="12188825" cy="6858000"/>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1" y="288000"/>
            <a:ext cx="11621502" cy="2181706"/>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36213" cy="384465"/>
          </a:xfrm>
        </p:spPr>
        <p:txBody>
          <a:bodyPr/>
          <a:lstStyle>
            <a:lvl1pPr>
              <a:defRPr sz="2100">
                <a:solidFill>
                  <a:schemeClr val="tx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4" name="Pladsholder til billede 6">
            <a:extLst>
              <a:ext uri="{FF2B5EF4-FFF2-40B4-BE49-F238E27FC236}">
                <a16:creationId xmlns:a16="http://schemas.microsoft.com/office/drawing/2014/main" id="{05C655AD-1715-6B97-857A-37331017D0D6}"/>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3" name="Pladsholder til billede 6">
            <a:extLst>
              <a:ext uri="{FF2B5EF4-FFF2-40B4-BE49-F238E27FC236}">
                <a16:creationId xmlns:a16="http://schemas.microsoft.com/office/drawing/2014/main" id="{2E20E540-4428-0061-9333-F6FC8A83C8F0}"/>
              </a:ext>
            </a:extLst>
          </p:cNvPr>
          <p:cNvSpPr>
            <a:spLocks noGrp="1"/>
          </p:cNvSpPr>
          <p:nvPr>
            <p:ph type="pic" sz="quarter" idx="16"/>
          </p:nvPr>
        </p:nvSpPr>
        <p:spPr>
          <a:xfrm>
            <a:off x="288000" y="6476852"/>
            <a:ext cx="4716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30343529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Dark image">
    <p:bg>
      <p:bgPr>
        <a:solidFill>
          <a:schemeClr val="bg1"/>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2172609"/>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accent4"/>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4"/>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5" name="Pladsholder til billede 6">
            <a:extLst>
              <a:ext uri="{FF2B5EF4-FFF2-40B4-BE49-F238E27FC236}">
                <a16:creationId xmlns:a16="http://schemas.microsoft.com/office/drawing/2014/main" id="{AE9CFF07-037C-D3CA-8B7F-A7578C7B7935}"/>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3" name="Pladsholder til billede 6">
            <a:extLst>
              <a:ext uri="{FF2B5EF4-FFF2-40B4-BE49-F238E27FC236}">
                <a16:creationId xmlns:a16="http://schemas.microsoft.com/office/drawing/2014/main" id="{DFB45A18-B842-EAFC-1A3B-9B9C53D11045}"/>
              </a:ext>
            </a:extLst>
          </p:cNvPr>
          <p:cNvSpPr>
            <a:spLocks noGrp="1"/>
          </p:cNvSpPr>
          <p:nvPr>
            <p:ph type="pic" sz="quarter" idx="16"/>
          </p:nvPr>
        </p:nvSpPr>
        <p:spPr>
          <a:xfrm>
            <a:off x="288000" y="6444000"/>
            <a:ext cx="4716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977584163"/>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Burgundy + image">
    <p:bg>
      <p:bgPr>
        <a:solidFill>
          <a:schemeClr val="accent3"/>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6094412" y="0"/>
            <a:ext cx="6094412" cy="6858000"/>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373143" cy="2039259"/>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headline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5373143"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3" name="Grafik 2">
            <a:extLst>
              <a:ext uri="{FF2B5EF4-FFF2-40B4-BE49-F238E27FC236}">
                <a16:creationId xmlns:a16="http://schemas.microsoft.com/office/drawing/2014/main" id="{640C5525-FBC2-3387-DD54-CEDEBA9928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sp>
        <p:nvSpPr>
          <p:cNvPr id="4" name="Pladsholder til billede 6">
            <a:extLst>
              <a:ext uri="{FF2B5EF4-FFF2-40B4-BE49-F238E27FC236}">
                <a16:creationId xmlns:a16="http://schemas.microsoft.com/office/drawing/2014/main" id="{CF1FD002-A6D8-FE7C-A626-99326E0DBD2B}"/>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262079148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Harbour Mist + image">
    <p:bg>
      <p:bgPr>
        <a:solidFill>
          <a:schemeClr val="accent6"/>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0" y="3284538"/>
            <a:ext cx="12188824" cy="3573462"/>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373143" cy="2172609"/>
          </a:xfrm>
          <a:noFill/>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accent5"/>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headline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5373143" cy="384465"/>
          </a:xfrm>
        </p:spPr>
        <p:txBody>
          <a:bodyPr/>
          <a:lstStyle>
            <a:lvl1pPr>
              <a:defRPr sz="2100">
                <a:solidFill>
                  <a:schemeClr val="accent5"/>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3" name="Pladsholder til billede 6">
            <a:extLst>
              <a:ext uri="{FF2B5EF4-FFF2-40B4-BE49-F238E27FC236}">
                <a16:creationId xmlns:a16="http://schemas.microsoft.com/office/drawing/2014/main" id="{05D2A454-088D-9ADB-668A-0C02DA146B57}"/>
              </a:ext>
            </a:extLst>
          </p:cNvPr>
          <p:cNvSpPr>
            <a:spLocks noGrp="1"/>
          </p:cNvSpPr>
          <p:nvPr>
            <p:ph type="pic" sz="quarter" idx="15"/>
          </p:nvPr>
        </p:nvSpPr>
        <p:spPr>
          <a:xfrm>
            <a:off x="288000" y="6476852"/>
            <a:ext cx="4716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5" name="Pladsholder til billede 6">
            <a:extLst>
              <a:ext uri="{FF2B5EF4-FFF2-40B4-BE49-F238E27FC236}">
                <a16:creationId xmlns:a16="http://schemas.microsoft.com/office/drawing/2014/main" id="{708F7232-4661-49A2-846E-F1584A7CCF58}"/>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7587459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Highlight">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614049"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pPr algn="l" rtl="0" fontAlgn="base">
              <a:spcBef>
                <a:spcPct val="0"/>
              </a:spcBef>
              <a:spcAft>
                <a:spcPct val="0"/>
              </a:spcAft>
            </a:pPr>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53AA85D1-5521-7BB0-19A3-8E01E96FE74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A50CE8DD-5860-6327-B0B5-D7FEE99254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3304687871"/>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711B0D7C-8A37-95E7-E721-139BAC9DDAB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CEBC8C68-33FA-4C67-D209-B8498FEF83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211045666"/>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1"/>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C0991E85-0A40-2A2A-87E0-B0E5F7EB8D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8D66167C-05B4-F482-4EFA-A1EE5DE827B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636516453"/>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7B7102BC-5F2F-ED62-5E78-0FD68C11D1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77B109B4-CDF7-902F-BDAC-14C0DA19F89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543692337"/>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sh grey">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5"/>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5"/>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5"/>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5"/>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5"/>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6A2675E4-048D-5B4E-B994-A6339D5DF21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62877BF0-2866-9849-6634-26A698D238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12781481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Burgundy + 5th element">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1"/>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13" name="Grafik 12">
            <a:extLst>
              <a:ext uri="{FF2B5EF4-FFF2-40B4-BE49-F238E27FC236}">
                <a16:creationId xmlns:a16="http://schemas.microsoft.com/office/drawing/2014/main" id="{58CFA732-7548-BDA4-2294-BA15EC4273D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4966527"/>
            <a:ext cx="3476424" cy="1188521"/>
          </a:xfrm>
          <a:prstGeom prst="rect">
            <a:avLst/>
          </a:prstGeom>
        </p:spPr>
      </p:pic>
      <p:pic>
        <p:nvPicPr>
          <p:cNvPr id="6" name="Grafik 5">
            <a:extLst>
              <a:ext uri="{FF2B5EF4-FFF2-40B4-BE49-F238E27FC236}">
                <a16:creationId xmlns:a16="http://schemas.microsoft.com/office/drawing/2014/main" id="{6077DBD2-699F-7C0A-E4ED-C836233C238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11549C6B-A576-0970-ED21-B74DEEE5EBA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380446930"/>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Plum + 5th element">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696713"/>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2178"/>
          <a:stretch>
            <a:fillRect/>
          </a:stretch>
        </p:blipFill>
        <p:spPr>
          <a:xfrm rot="5400000">
            <a:off x="9057374" y="3733046"/>
            <a:ext cx="3812533" cy="1319517"/>
          </a:xfrm>
          <a:prstGeom prst="rect">
            <a:avLst/>
          </a:prstGeom>
        </p:spPr>
      </p:pic>
      <p:pic>
        <p:nvPicPr>
          <p:cNvPr id="6" name="Grafik 5">
            <a:extLst>
              <a:ext uri="{FF2B5EF4-FFF2-40B4-BE49-F238E27FC236}">
                <a16:creationId xmlns:a16="http://schemas.microsoft.com/office/drawing/2014/main" id="{887736D1-D24D-2B04-757A-B7BEB5C6243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0D53F98C-C2CC-381F-C2D7-B2B75012023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392359524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Cream + 5th element">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716591"/>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9878"/>
          <a:stretch>
            <a:fillRect/>
          </a:stretch>
        </p:blipFill>
        <p:spPr>
          <a:xfrm>
            <a:off x="9699585" y="3900667"/>
            <a:ext cx="2489240" cy="1319517"/>
          </a:xfrm>
          <a:prstGeom prst="rect">
            <a:avLst/>
          </a:prstGeom>
        </p:spPr>
      </p:pic>
      <p:pic>
        <p:nvPicPr>
          <p:cNvPr id="6" name="Grafik 5">
            <a:extLst>
              <a:ext uri="{FF2B5EF4-FFF2-40B4-BE49-F238E27FC236}">
                <a16:creationId xmlns:a16="http://schemas.microsoft.com/office/drawing/2014/main" id="{E7732CEE-99E9-8A15-9AC5-8BC52FCE949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2928E290-1DF9-1B35-8E31-610A3CB9B9D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14050867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Ash grey + 5th element">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36213" cy="384465"/>
          </a:xfrm>
        </p:spPr>
        <p:txBody>
          <a:bodyPr/>
          <a:lstStyle>
            <a:lvl1pPr>
              <a:defRPr sz="2100">
                <a:solidFill>
                  <a:schemeClr val="tx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776225"/>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9878"/>
          <a:stretch>
            <a:fillRect/>
          </a:stretch>
        </p:blipFill>
        <p:spPr>
          <a:xfrm>
            <a:off x="9699585" y="3900667"/>
            <a:ext cx="2489240" cy="1319517"/>
          </a:xfrm>
          <a:prstGeom prst="rect">
            <a:avLst/>
          </a:prstGeom>
        </p:spPr>
      </p:pic>
      <p:pic>
        <p:nvPicPr>
          <p:cNvPr id="6" name="Grafik 5">
            <a:extLst>
              <a:ext uri="{FF2B5EF4-FFF2-40B4-BE49-F238E27FC236}">
                <a16:creationId xmlns:a16="http://schemas.microsoft.com/office/drawing/2014/main" id="{31FE0C46-3F4C-A7C0-EF32-30BEDC29F7B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064767AC-8F98-EE20-A83E-484A36B8E8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332833518"/>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Overview">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752412" cy="1914096"/>
          </a:xfrm>
        </p:spPr>
        <p:txBody>
          <a:bodyPr/>
          <a:lstStyle>
            <a:lvl1pPr>
              <a:defRPr sz="2800"/>
            </a:lvl1pPr>
          </a:lstStyle>
          <a:p>
            <a:r>
              <a:rPr lang="da-DK"/>
              <a:t>Agenda:</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45883" y="288000"/>
            <a:ext cx="5752412" cy="5871007"/>
          </a:xfrm>
          <a:prstGeom prst="rect">
            <a:avLst/>
          </a:prstGeom>
        </p:spPr>
        <p:txBody>
          <a:bodyPr vert="horz" lIns="0" tIns="0" rIns="0" bIns="0" rtlCol="0">
            <a:noAutofit/>
          </a:bodyPr>
          <a:lstStyle>
            <a:lvl1pPr marL="0" indent="0">
              <a:lnSpc>
                <a:spcPct val="82000"/>
              </a:lnSpc>
              <a:spcAft>
                <a:spcPts val="1000"/>
              </a:spcAft>
              <a:tabLst>
                <a:tab pos="700088" algn="l"/>
              </a:tabLst>
              <a:defRPr sz="2800"/>
            </a:lvl1pPr>
          </a:lstStyle>
          <a:p>
            <a:pPr lvl="0"/>
            <a:r>
              <a:rPr lang="da-DK"/>
              <a:t>01	Insert agenda</a:t>
            </a:r>
          </a:p>
        </p:txBody>
      </p:sp>
    </p:spTree>
    <p:extLst>
      <p:ext uri="{BB962C8B-B14F-4D97-AF65-F5344CB8AC3E}">
        <p14:creationId xmlns:p14="http://schemas.microsoft.com/office/powerpoint/2010/main" val="3288103364"/>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Chapt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752412" cy="729762"/>
          </a:xfrm>
        </p:spPr>
        <p:txBody>
          <a:bodyPr/>
          <a:lstStyle>
            <a:lvl1pPr>
              <a:defRPr sz="1400"/>
            </a:lvl1pPr>
          </a:lstStyle>
          <a:p>
            <a:r>
              <a:rPr lang="da-DK"/>
              <a:t>Lille overskrift</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45882" y="1527349"/>
            <a:ext cx="5752413" cy="4518248"/>
          </a:xfrm>
          <a:prstGeom prst="rect">
            <a:avLst/>
          </a:prstGeom>
        </p:spPr>
        <p:txBody>
          <a:bodyPr vert="horz" lIns="0" tIns="0" rIns="0" bIns="0" rtlCol="0">
            <a:noAutofit/>
          </a:bodyPr>
          <a:lstStyle>
            <a:lvl1pPr marL="0" indent="0">
              <a:lnSpc>
                <a:spcPct val="114000"/>
              </a:lnSpc>
              <a:tabLst>
                <a:tab pos="700088" algn="l"/>
              </a:tabLst>
              <a:defRPr sz="1400"/>
            </a:lvl1pPr>
          </a:lstStyle>
          <a:p>
            <a:pPr lvl="0"/>
            <a:r>
              <a:rPr lang="da-DK"/>
              <a:t>Lorem ipsum dolor</a:t>
            </a:r>
          </a:p>
        </p:txBody>
      </p:sp>
      <p:sp>
        <p:nvSpPr>
          <p:cNvPr id="11" name="Pladsholder til tekst 10">
            <a:extLst>
              <a:ext uri="{FF2B5EF4-FFF2-40B4-BE49-F238E27FC236}">
                <a16:creationId xmlns:a16="http://schemas.microsoft.com/office/drawing/2014/main" id="{EED9D04D-6128-AC4A-0414-C7A4607D566D}"/>
              </a:ext>
            </a:extLst>
          </p:cNvPr>
          <p:cNvSpPr>
            <a:spLocks noGrp="1"/>
          </p:cNvSpPr>
          <p:nvPr>
            <p:ph type="body" sz="quarter" idx="16" hasCustomPrompt="1"/>
          </p:nvPr>
        </p:nvSpPr>
        <p:spPr>
          <a:xfrm>
            <a:off x="288000" y="1366575"/>
            <a:ext cx="5752412" cy="4679021"/>
          </a:xfrm>
        </p:spPr>
        <p:txBody>
          <a:bodyPr/>
          <a:lstStyle>
            <a:lvl1pPr>
              <a:lnSpc>
                <a:spcPct val="85000"/>
              </a:lnSpc>
              <a:defRPr sz="4800"/>
            </a:lvl1pPr>
            <a:lvl2pPr>
              <a:lnSpc>
                <a:spcPct val="85000"/>
              </a:lnSpc>
              <a:defRPr sz="4800">
                <a:solidFill>
                  <a:schemeClr val="tx2">
                    <a:alpha val="30000"/>
                  </a:schemeClr>
                </a:solidFill>
              </a:defRPr>
            </a:lvl2pPr>
          </a:lstStyle>
          <a:p>
            <a:pPr lvl="0"/>
            <a:r>
              <a:rPr lang="da-DK"/>
              <a:t>Active agenda point</a:t>
            </a:r>
          </a:p>
          <a:p>
            <a:pPr lvl="1"/>
            <a:r>
              <a:rPr lang="da-DK"/>
              <a:t>Inactive agenda point</a:t>
            </a:r>
            <a:endParaRPr lang="en-US"/>
          </a:p>
        </p:txBody>
      </p:sp>
    </p:spTree>
    <p:extLst>
      <p:ext uri="{BB962C8B-B14F-4D97-AF65-F5344CB8AC3E}">
        <p14:creationId xmlns:p14="http://schemas.microsoft.com/office/powerpoint/2010/main" val="1000312610"/>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Harbour Mist">
    <p:bg>
      <p:bgPr>
        <a:solidFill>
          <a:schemeClr val="accent6"/>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Tree>
    <p:extLst>
      <p:ext uri="{BB962C8B-B14F-4D97-AF65-F5344CB8AC3E}">
        <p14:creationId xmlns:p14="http://schemas.microsoft.com/office/powerpoint/2010/main" val="417968147"/>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HAPTER: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grpSp>
        <p:nvGrpSpPr>
          <p:cNvPr id="12" name="Gruppe 11">
            <a:extLst>
              <a:ext uri="{FF2B5EF4-FFF2-40B4-BE49-F238E27FC236}">
                <a16:creationId xmlns:a16="http://schemas.microsoft.com/office/drawing/2014/main" id="{47273FC3-7207-5CE4-6495-AE393CB521DE}"/>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7E0AE36E-72DE-C851-4E5D-1B09E158A5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83113775-0A7B-3B6B-0F5E-02CE7634AEE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1873655769"/>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HAPTER: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grpSp>
        <p:nvGrpSpPr>
          <p:cNvPr id="9" name="Gruppe 8">
            <a:extLst>
              <a:ext uri="{FF2B5EF4-FFF2-40B4-BE49-F238E27FC236}">
                <a16:creationId xmlns:a16="http://schemas.microsoft.com/office/drawing/2014/main" id="{66C087D5-DC6A-6B60-0FF3-97396BD91628}"/>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55CF8ACC-7290-04F7-C968-242A23AC2C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BF79A80E-286C-7587-3932-8161BEE657E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514012900"/>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HAPTER: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52413"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pPr algn="l" rtl="0" fontAlgn="base">
              <a:spcBef>
                <a:spcPct val="0"/>
              </a:spcBef>
              <a:spcAft>
                <a:spcPct val="0"/>
              </a:spcAft>
            </a:pPr>
            <a:endParaRPr lang="da-DK"/>
          </a:p>
        </p:txBody>
      </p:sp>
      <p:grpSp>
        <p:nvGrpSpPr>
          <p:cNvPr id="9" name="Gruppe 8">
            <a:extLst>
              <a:ext uri="{FF2B5EF4-FFF2-40B4-BE49-F238E27FC236}">
                <a16:creationId xmlns:a16="http://schemas.microsoft.com/office/drawing/2014/main" id="{BD187628-B1D2-EDFC-EED9-37F94DF81CE0}"/>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4E8356EB-FE57-5F35-0E8D-2CB08305CFD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008099EF-E4BD-8712-7FBA-06133A6AA2E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80498473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HAPTER: White with intro">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1093915"/>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9" name="Pladsholder til tekst 8">
            <a:extLst>
              <a:ext uri="{FF2B5EF4-FFF2-40B4-BE49-F238E27FC236}">
                <a16:creationId xmlns:a16="http://schemas.microsoft.com/office/drawing/2014/main" id="{3914F537-4879-B017-5697-B4DB9558A4FB}"/>
              </a:ext>
            </a:extLst>
          </p:cNvPr>
          <p:cNvSpPr>
            <a:spLocks noGrp="1"/>
          </p:cNvSpPr>
          <p:nvPr>
            <p:ph type="body" sz="quarter" idx="13"/>
          </p:nvPr>
        </p:nvSpPr>
        <p:spPr>
          <a:xfrm>
            <a:off x="288000" y="1425575"/>
            <a:ext cx="5754941" cy="2003425"/>
          </a:xfrm>
        </p:spPr>
        <p:txBody>
          <a:bodyPr/>
          <a:lstStyle>
            <a:lvl1pPr>
              <a:defRPr sz="1600">
                <a:solidFill>
                  <a:schemeClr val="tx2"/>
                </a:solidFill>
              </a:defRPr>
            </a:lvl1pPr>
            <a:lvl2pPr>
              <a:defRPr sz="2400">
                <a:solidFill>
                  <a:schemeClr val="accent1"/>
                </a:solidFill>
              </a:defRPr>
            </a:lvl2pPr>
            <a:lvl3pPr>
              <a:defRPr sz="1600">
                <a:solidFill>
                  <a:schemeClr val="accent1"/>
                </a:solidFill>
              </a:defRPr>
            </a:lvl3pPr>
            <a:lvl4pPr>
              <a:defRPr sz="1600">
                <a:solidFill>
                  <a:schemeClr val="accent1"/>
                </a:solidFill>
              </a:defRPr>
            </a:lvl4pPr>
            <a:lvl5pPr>
              <a:defRPr sz="1600">
                <a:solidFill>
                  <a:schemeClr val="accent1"/>
                </a:solidFill>
              </a:defRPr>
            </a:lvl5pPr>
          </a:lstStyle>
          <a:p>
            <a:pPr lvl="0"/>
            <a:r>
              <a:rPr lang="da-DK"/>
              <a:t>Klik for at redigere teksttypografierne i masteren</a:t>
            </a:r>
          </a:p>
        </p:txBody>
      </p:sp>
    </p:spTree>
    <p:extLst>
      <p:ext uri="{BB962C8B-B14F-4D97-AF65-F5344CB8AC3E}">
        <p14:creationId xmlns:p14="http://schemas.microsoft.com/office/powerpoint/2010/main" val="31733157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HAPTER: Burgundy with intro">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1093915"/>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9" name="Pladsholder til tekst 8">
            <a:extLst>
              <a:ext uri="{FF2B5EF4-FFF2-40B4-BE49-F238E27FC236}">
                <a16:creationId xmlns:a16="http://schemas.microsoft.com/office/drawing/2014/main" id="{3914F537-4879-B017-5697-B4DB9558A4FB}"/>
              </a:ext>
            </a:extLst>
          </p:cNvPr>
          <p:cNvSpPr>
            <a:spLocks noGrp="1"/>
          </p:cNvSpPr>
          <p:nvPr>
            <p:ph type="body" sz="quarter" idx="13"/>
          </p:nvPr>
        </p:nvSpPr>
        <p:spPr>
          <a:xfrm>
            <a:off x="288000" y="1425575"/>
            <a:ext cx="5754941" cy="2003425"/>
          </a:xfrm>
        </p:spPr>
        <p:txBody>
          <a:bodyPr/>
          <a:lstStyle>
            <a:lvl1pPr>
              <a:defRPr sz="1600">
                <a:solidFill>
                  <a:schemeClr val="accent1"/>
                </a:solidFill>
              </a:defRPr>
            </a:lvl1pPr>
            <a:lvl2pPr>
              <a:defRPr sz="2400">
                <a:solidFill>
                  <a:schemeClr val="accent1"/>
                </a:solidFill>
              </a:defRPr>
            </a:lvl2pPr>
            <a:lvl3pPr>
              <a:defRPr sz="1600">
                <a:solidFill>
                  <a:schemeClr val="accent1"/>
                </a:solidFill>
              </a:defRPr>
            </a:lvl3pPr>
            <a:lvl4pPr>
              <a:defRPr sz="1600">
                <a:solidFill>
                  <a:schemeClr val="accent1"/>
                </a:solidFill>
              </a:defRPr>
            </a:lvl4pPr>
            <a:lvl5pPr>
              <a:defRPr sz="1600">
                <a:solidFill>
                  <a:schemeClr val="accent1"/>
                </a:solidFill>
              </a:defRPr>
            </a:lvl5pPr>
          </a:lstStyle>
          <a:p>
            <a:pPr lvl="0"/>
            <a:r>
              <a:rPr lang="da-DK"/>
              <a:t>Klik for at redigere teksttypografierne i masteren</a:t>
            </a:r>
          </a:p>
        </p:txBody>
      </p:sp>
      <p:grpSp>
        <p:nvGrpSpPr>
          <p:cNvPr id="10" name="Gruppe 9">
            <a:extLst>
              <a:ext uri="{FF2B5EF4-FFF2-40B4-BE49-F238E27FC236}">
                <a16:creationId xmlns:a16="http://schemas.microsoft.com/office/drawing/2014/main" id="{C937F0F9-666B-3581-C50A-9C5CE7FAAD16}"/>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6EEF6441-3C8C-67A3-1B7E-A353E5080A2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647EBEBF-D17B-FA2C-8747-C20CA155025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604497086"/>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Bullet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08800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lvl1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2270952661"/>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Bullets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accent3"/>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09880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vl6pPr>
              <a:defRPr>
                <a:solidFill>
                  <a:schemeClr val="accent3"/>
                </a:solidFill>
              </a:defRPr>
            </a:lvl6pPr>
            <a:lvl7pPr>
              <a:defRPr>
                <a:solidFill>
                  <a:schemeClr val="accent3"/>
                </a:solidFill>
              </a:defRPr>
            </a:lvl7pPr>
            <a:lvl8pPr>
              <a:defRPr>
                <a:solidFill>
                  <a:schemeClr val="accent3"/>
                </a:solidFill>
              </a:defRPr>
            </a:lvl8pPr>
            <a:lvl9pPr>
              <a:defRPr>
                <a:solidFill>
                  <a:schemeClr val="accent3"/>
                </a:solidFill>
              </a:defRPr>
            </a:lvl9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pic>
        <p:nvPicPr>
          <p:cNvPr id="8" name="Grafik 7">
            <a:extLst>
              <a:ext uri="{FF2B5EF4-FFF2-40B4-BE49-F238E27FC236}">
                <a16:creationId xmlns:a16="http://schemas.microsoft.com/office/drawing/2014/main" id="{E47BC1D8-7841-587D-D6F2-0F4E94E77789}"/>
              </a:ext>
            </a:extLst>
          </p:cNvPr>
          <p:cNvPicPr>
            <a:picLocks noChangeAspect="1"/>
          </p:cNvPicPr>
          <p:nvPr userDrawn="1"/>
        </p:nvPicPr>
        <p:blipFill>
          <a:blip>
            <a:extLst>
              <a:ext uri="{96DAC541-7B7A-43D3-8B79-37D633B846F1}">
                <asvg:svgBlip xmlns:asvg="http://schemas.microsoft.com/office/drawing/2016/SVG/main" r:embed="rId2"/>
              </a:ext>
            </a:extLst>
          </a:blip>
          <a:srcRect t="12759"/>
          <a:stretch>
            <a:fillRect/>
          </a:stretch>
        </p:blipFill>
        <p:spPr>
          <a:xfrm>
            <a:off x="10381622" y="0"/>
            <a:ext cx="1054836" cy="4250682"/>
          </a:xfrm>
          <a:prstGeom prst="rect">
            <a:avLst/>
          </a:prstGeom>
        </p:spPr>
      </p:pic>
      <p:grpSp>
        <p:nvGrpSpPr>
          <p:cNvPr id="11" name="Gruppe 10">
            <a:extLst>
              <a:ext uri="{FF2B5EF4-FFF2-40B4-BE49-F238E27FC236}">
                <a16:creationId xmlns:a16="http://schemas.microsoft.com/office/drawing/2014/main" id="{FD5A3296-E541-09D6-852A-EB28BF3EB849}"/>
              </a:ext>
            </a:extLst>
          </p:cNvPr>
          <p:cNvGrpSpPr/>
          <p:nvPr userDrawn="1"/>
        </p:nvGrpSpPr>
        <p:grpSpPr>
          <a:xfrm>
            <a:off x="288000" y="6490800"/>
            <a:ext cx="11614351" cy="118982"/>
            <a:chOff x="288000" y="6523200"/>
            <a:chExt cx="11614351" cy="118982"/>
          </a:xfrm>
        </p:grpSpPr>
        <p:pic>
          <p:nvPicPr>
            <p:cNvPr id="6" name="Grafik 5">
              <a:extLst>
                <a:ext uri="{FF2B5EF4-FFF2-40B4-BE49-F238E27FC236}">
                  <a16:creationId xmlns:a16="http://schemas.microsoft.com/office/drawing/2014/main" id="{B18A55F3-43CE-EB26-C8D2-3CE18966E4E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523200"/>
              <a:ext cx="339391" cy="118982"/>
            </a:xfrm>
            <a:prstGeom prst="rect">
              <a:avLst/>
            </a:prstGeom>
          </p:spPr>
        </p:pic>
        <p:pic>
          <p:nvPicPr>
            <p:cNvPr id="10" name="Picture 3">
              <a:extLst>
                <a:ext uri="{FF2B5EF4-FFF2-40B4-BE49-F238E27FC236}">
                  <a16:creationId xmlns:a16="http://schemas.microsoft.com/office/drawing/2014/main" id="{0122DFB9-F8AA-2D84-93F5-696D90AD254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434206141"/>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Bullets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accent1"/>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10042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vl6pPr>
              <a:defRPr>
                <a:solidFill>
                  <a:schemeClr val="accent1"/>
                </a:solidFill>
              </a:defRPr>
            </a:lvl6pPr>
            <a:lvl7pPr>
              <a:defRPr>
                <a:solidFill>
                  <a:schemeClr val="accent1"/>
                </a:solidFill>
              </a:defRPr>
            </a:lvl7pPr>
            <a:lvl8pPr>
              <a:defRPr>
                <a:solidFill>
                  <a:schemeClr val="accent1"/>
                </a:solidFill>
              </a:defRPr>
            </a:lvl8pPr>
            <a:lvl9pPr>
              <a:defRPr>
                <a:solidFill>
                  <a:schemeClr val="accent1"/>
                </a:solidFill>
              </a:defRPr>
            </a:lvl9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pic>
        <p:nvPicPr>
          <p:cNvPr id="13" name="Grafik 12">
            <a:extLst>
              <a:ext uri="{FF2B5EF4-FFF2-40B4-BE49-F238E27FC236}">
                <a16:creationId xmlns:a16="http://schemas.microsoft.com/office/drawing/2014/main" id="{09D37294-9A68-3040-0664-F2FEE5DE5D7C}"/>
              </a:ext>
            </a:extLst>
          </p:cNvPr>
          <p:cNvPicPr>
            <a:picLocks noChangeAspect="1"/>
          </p:cNvPicPr>
          <p:nvPr userDrawn="1"/>
        </p:nvPicPr>
        <p:blipFill>
          <a:blip>
            <a:extLst>
              <a:ext uri="{96DAC541-7B7A-43D3-8B79-37D633B846F1}">
                <asvg:svgBlip xmlns:asvg="http://schemas.microsoft.com/office/drawing/2016/SVG/main" r:embed="rId2"/>
              </a:ext>
            </a:extLst>
          </a:blip>
          <a:srcRect r="3874"/>
          <a:stretch>
            <a:fillRect/>
          </a:stretch>
        </p:blipFill>
        <p:spPr>
          <a:xfrm>
            <a:off x="8422641" y="4374106"/>
            <a:ext cx="3766184" cy="1054836"/>
          </a:xfrm>
          <a:prstGeom prst="rect">
            <a:avLst/>
          </a:prstGeom>
        </p:spPr>
      </p:pic>
      <p:grpSp>
        <p:nvGrpSpPr>
          <p:cNvPr id="10" name="Gruppe 9">
            <a:extLst>
              <a:ext uri="{FF2B5EF4-FFF2-40B4-BE49-F238E27FC236}">
                <a16:creationId xmlns:a16="http://schemas.microsoft.com/office/drawing/2014/main" id="{21BCBC63-B8F9-7D87-7E7A-429AC1C5A1EA}"/>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CADD39CD-4E43-3347-4ED2-61C4B7EA49E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C2CD423B-270E-2159-48F7-5DE7C86E8DA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511085223"/>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ullets Ash Grey">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tx2"/>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10042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pic>
        <p:nvPicPr>
          <p:cNvPr id="9" name="Grafik 8">
            <a:extLst>
              <a:ext uri="{FF2B5EF4-FFF2-40B4-BE49-F238E27FC236}">
                <a16:creationId xmlns:a16="http://schemas.microsoft.com/office/drawing/2014/main" id="{703FFE0B-7E4F-F6A1-8391-1A22CC8CE845}"/>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2846"/>
          <a:stretch>
            <a:fillRect/>
          </a:stretch>
        </p:blipFill>
        <p:spPr>
          <a:xfrm>
            <a:off x="9277708" y="4475055"/>
            <a:ext cx="2911117" cy="1319517"/>
          </a:xfrm>
          <a:prstGeom prst="rect">
            <a:avLst/>
          </a:prstGeom>
        </p:spPr>
      </p:pic>
    </p:spTree>
    <p:extLst>
      <p:ext uri="{BB962C8B-B14F-4D97-AF65-F5344CB8AC3E}">
        <p14:creationId xmlns:p14="http://schemas.microsoft.com/office/powerpoint/2010/main" val="338628600"/>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Two column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26800"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324000" y="2289600"/>
            <a:ext cx="5626800"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65850" y="2289600"/>
            <a:ext cx="5734976"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1502634818"/>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Image righ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026"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2186602"/>
            <a:ext cx="5662026" cy="4081221"/>
          </a:xfrm>
          <a:prstGeom prst="rect">
            <a:avLst/>
          </a:prstGeom>
        </p:spPr>
        <p:txBody>
          <a:bodyPr vert="horz" lIns="0" tIns="0" rIns="0" bIns="0" rtlCol="0">
            <a:noAutofit/>
          </a:bodyPr>
          <a:lstStyle/>
          <a:p>
            <a:pPr lvl="1"/>
            <a:r>
              <a:rPr lang="da-DK"/>
              <a:t>Andet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45882" y="251999"/>
            <a:ext cx="5790943"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4190065237"/>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Image lef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6166800" y="252000"/>
            <a:ext cx="5662026"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6800" y="2186602"/>
            <a:ext cx="5662026" cy="4081221"/>
          </a:xfrm>
          <a:prstGeom prst="rect">
            <a:avLst/>
          </a:prstGeom>
        </p:spPr>
        <p:txBody>
          <a:bodyPr vert="horz" lIns="0" tIns="0" rIns="0" bIns="0" rtlCol="0">
            <a:noAutofit/>
          </a:bodyPr>
          <a:lstStyle/>
          <a:p>
            <a:pPr lvl="1"/>
            <a:r>
              <a:rPr lang="da-DK"/>
              <a:t>Andet niveau</a:t>
            </a:r>
          </a:p>
        </p:txBody>
      </p:sp>
      <p:sp>
        <p:nvSpPr>
          <p:cNvPr id="6" name="Pladsholder til billede 12">
            <a:extLst>
              <a:ext uri="{FF2B5EF4-FFF2-40B4-BE49-F238E27FC236}">
                <a16:creationId xmlns:a16="http://schemas.microsoft.com/office/drawing/2014/main" id="{539ACA65-326F-70B4-778F-F6E890B92F38}"/>
              </a:ext>
            </a:extLst>
          </p:cNvPr>
          <p:cNvSpPr>
            <a:spLocks noGrp="1"/>
          </p:cNvSpPr>
          <p:nvPr>
            <p:ph type="pic" sz="quarter" idx="16"/>
          </p:nvPr>
        </p:nvSpPr>
        <p:spPr>
          <a:xfrm>
            <a:off x="252001" y="251999"/>
            <a:ext cx="5724000"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648391121"/>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Graph">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026" cy="1244943"/>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324000" y="1618736"/>
            <a:ext cx="5626026" cy="4649088"/>
          </a:xfrm>
          <a:prstGeom prst="rect">
            <a:avLst/>
          </a:prstGeom>
        </p:spPr>
        <p:txBody>
          <a:bodyPr vert="horz" lIns="0" tIns="0" rIns="0" bIns="0" rtlCol="0" anchor="ctr" anchorCtr="0">
            <a:noAutofit/>
          </a:bodyPr>
          <a:lstStyle/>
          <a:p>
            <a:pPr lvl="1"/>
            <a:r>
              <a:rPr lang="da-DK"/>
              <a:t>Andet niveau</a:t>
            </a:r>
          </a:p>
        </p:txBody>
      </p:sp>
      <p:sp>
        <p:nvSpPr>
          <p:cNvPr id="7" name="Rektangel 6">
            <a:extLst>
              <a:ext uri="{FF2B5EF4-FFF2-40B4-BE49-F238E27FC236}">
                <a16:creationId xmlns:a16="http://schemas.microsoft.com/office/drawing/2014/main" id="{E1B29BB0-3703-A29C-E127-3D1BAA03F064}"/>
              </a:ext>
            </a:extLst>
          </p:cNvPr>
          <p:cNvSpPr/>
          <p:nvPr userDrawn="1"/>
        </p:nvSpPr>
        <p:spPr>
          <a:xfrm>
            <a:off x="6145882" y="252000"/>
            <a:ext cx="5790943" cy="6120000"/>
          </a:xfrm>
          <a:prstGeom prst="rect">
            <a:avLst/>
          </a:prstGeom>
          <a:solidFill>
            <a:schemeClr val="bg2"/>
          </a:solidFill>
          <a:ln w="1270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00" spc="-60" baseline="0" dirty="0" err="1">
              <a:solidFill>
                <a:schemeClr val="bg2"/>
              </a:solidFill>
              <a:cs typeface="Arial"/>
            </a:endParaRPr>
          </a:p>
        </p:txBody>
      </p:sp>
    </p:spTree>
    <p:extLst>
      <p:ext uri="{BB962C8B-B14F-4D97-AF65-F5344CB8AC3E}">
        <p14:creationId xmlns:p14="http://schemas.microsoft.com/office/powerpoint/2010/main" val="3867348280"/>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Small image lef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5852" y="252000"/>
            <a:ext cx="5734973" cy="3025141"/>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3284538"/>
            <a:ext cx="5754941" cy="3087461"/>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6165852" y="3284539"/>
            <a:ext cx="5734973" cy="3004502"/>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3848820107"/>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Small image righ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5852" y="252000"/>
            <a:ext cx="5734973" cy="3025141"/>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2" y="3284538"/>
            <a:ext cx="5734973" cy="3087461"/>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288000" y="3284539"/>
            <a:ext cx="5760000" cy="3004502"/>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1654054098"/>
      </p:ext>
    </p:extLst>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Small image top">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3458623"/>
            <a:ext cx="5760000" cy="2870546"/>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2" y="252000"/>
            <a:ext cx="5734973" cy="3072202"/>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6166800" y="3458623"/>
            <a:ext cx="5734025" cy="2870546"/>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1050494316"/>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Two boxes + imag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252000"/>
            <a:ext cx="5760551" cy="2980095"/>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0" y="3284538"/>
            <a:ext cx="5734975" cy="3087461"/>
          </a:xfrm>
          <a:solidFill>
            <a:srgbClr val="DDDDDD"/>
          </a:solidFill>
        </p:spPr>
        <p:txBody>
          <a:bodyPr/>
          <a:lstStyle/>
          <a:p>
            <a:r>
              <a:rPr lang="da-DK"/>
              <a:t>Klik på ikonet for at tilføje et billede</a:t>
            </a:r>
            <a:endParaRPr lang="en-US"/>
          </a:p>
        </p:txBody>
      </p:sp>
      <p:sp>
        <p:nvSpPr>
          <p:cNvPr id="2" name="Pladsholder til tekst 2">
            <a:extLst>
              <a:ext uri="{FF2B5EF4-FFF2-40B4-BE49-F238E27FC236}">
                <a16:creationId xmlns:a16="http://schemas.microsoft.com/office/drawing/2014/main" id="{613299D2-F360-0352-E069-75CD7126B9F4}"/>
              </a:ext>
            </a:extLst>
          </p:cNvPr>
          <p:cNvSpPr>
            <a:spLocks noGrp="1"/>
          </p:cNvSpPr>
          <p:nvPr>
            <p:ph idx="17" hasCustomPrompt="1"/>
          </p:nvPr>
        </p:nvSpPr>
        <p:spPr>
          <a:xfrm>
            <a:off x="288000" y="3284539"/>
            <a:ext cx="5760551" cy="2914248"/>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1072116270"/>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Image with detail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5157418"/>
            <a:ext cx="1778306" cy="1214581"/>
          </a:xfrm>
          <a:solidFill>
            <a:srgbClr val="DDDDDD"/>
          </a:solidFill>
        </p:spPr>
        <p:txBody>
          <a:bodyPr/>
          <a:lstStyle/>
          <a:p>
            <a:r>
              <a:rPr lang="da-DK"/>
              <a:t>Klik på ikonet for at tilføje et billede</a:t>
            </a:r>
            <a:endParaRPr lang="en-US"/>
          </a:p>
        </p:txBody>
      </p:sp>
      <p:sp>
        <p:nvSpPr>
          <p:cNvPr id="8" name="Pladsholder til billede 12">
            <a:extLst>
              <a:ext uri="{FF2B5EF4-FFF2-40B4-BE49-F238E27FC236}">
                <a16:creationId xmlns:a16="http://schemas.microsoft.com/office/drawing/2014/main" id="{B992AD73-19E7-2A24-F29F-804F071E35D6}"/>
              </a:ext>
            </a:extLst>
          </p:cNvPr>
          <p:cNvSpPr>
            <a:spLocks noGrp="1"/>
          </p:cNvSpPr>
          <p:nvPr>
            <p:ph type="pic" sz="quarter" idx="18"/>
          </p:nvPr>
        </p:nvSpPr>
        <p:spPr>
          <a:xfrm>
            <a:off x="2183782" y="5157418"/>
            <a:ext cx="891927" cy="1214581"/>
          </a:xfrm>
          <a:solidFill>
            <a:srgbClr val="DDDDDD"/>
          </a:solidFill>
        </p:spPr>
        <p:txBody>
          <a:bodyPr/>
          <a:lstStyle/>
          <a:p>
            <a:r>
              <a:rPr lang="da-DK"/>
              <a:t>Klik på ikonet for at tilføje et billede</a:t>
            </a:r>
            <a:endParaRPr lang="en-US"/>
          </a:p>
        </p:txBody>
      </p:sp>
      <p:sp>
        <p:nvSpPr>
          <p:cNvPr id="9" name="Pladsholder til billede 12">
            <a:extLst>
              <a:ext uri="{FF2B5EF4-FFF2-40B4-BE49-F238E27FC236}">
                <a16:creationId xmlns:a16="http://schemas.microsoft.com/office/drawing/2014/main" id="{2F4965D8-A64F-C5F6-6EB2-E1B0823F0BA1}"/>
              </a:ext>
            </a:extLst>
          </p:cNvPr>
          <p:cNvSpPr>
            <a:spLocks noGrp="1"/>
          </p:cNvSpPr>
          <p:nvPr>
            <p:ph type="pic" sz="quarter" idx="19"/>
          </p:nvPr>
        </p:nvSpPr>
        <p:spPr>
          <a:xfrm>
            <a:off x="3193185" y="5157418"/>
            <a:ext cx="1820385" cy="1214581"/>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F326BAE5-EDE4-6130-BC59-D41D4A98C159}"/>
              </a:ext>
            </a:extLst>
          </p:cNvPr>
          <p:cNvSpPr>
            <a:spLocks noGrp="1"/>
          </p:cNvSpPr>
          <p:nvPr>
            <p:ph type="pic" sz="quarter" idx="20"/>
          </p:nvPr>
        </p:nvSpPr>
        <p:spPr>
          <a:xfrm>
            <a:off x="5156449" y="5157418"/>
            <a:ext cx="866524" cy="1214581"/>
          </a:xfrm>
          <a:solidFill>
            <a:srgbClr val="DDDDDD"/>
          </a:solidFill>
        </p:spPr>
        <p:txBody>
          <a:bodyPr/>
          <a:lstStyle/>
          <a:p>
            <a:r>
              <a:rPr lang="da-DK"/>
              <a:t>Klik på ikonet for at tilføje et billede</a:t>
            </a:r>
            <a:endParaRPr lang="en-US"/>
          </a:p>
        </p:txBody>
      </p:sp>
      <p:sp>
        <p:nvSpPr>
          <p:cNvPr id="12" name="Titel 1">
            <a:extLst>
              <a:ext uri="{FF2B5EF4-FFF2-40B4-BE49-F238E27FC236}">
                <a16:creationId xmlns:a16="http://schemas.microsoft.com/office/drawing/2014/main" id="{1C6219E8-DFF2-9681-BD89-6C76D43A54FF}"/>
              </a:ext>
            </a:extLst>
          </p:cNvPr>
          <p:cNvSpPr>
            <a:spLocks noGrp="1"/>
          </p:cNvSpPr>
          <p:nvPr>
            <p:ph type="title" hasCustomPrompt="1"/>
          </p:nvPr>
        </p:nvSpPr>
        <p:spPr>
          <a:xfrm>
            <a:off x="288000" y="252000"/>
            <a:ext cx="2787883" cy="3025140"/>
          </a:xfrm>
        </p:spPr>
        <p:txBody>
          <a:bodyPr/>
          <a:lstStyle>
            <a:lvl1pPr>
              <a:defRPr sz="1600"/>
            </a:lvl1pPr>
          </a:lstStyle>
          <a:p>
            <a:r>
              <a:rPr lang="da-DK"/>
              <a:t>Column one</a:t>
            </a:r>
            <a:endParaRPr lang="en-US"/>
          </a:p>
        </p:txBody>
      </p:sp>
      <p:sp>
        <p:nvSpPr>
          <p:cNvPr id="20" name="Pladsholder til tekst 19">
            <a:extLst>
              <a:ext uri="{FF2B5EF4-FFF2-40B4-BE49-F238E27FC236}">
                <a16:creationId xmlns:a16="http://schemas.microsoft.com/office/drawing/2014/main" id="{EBA53F43-94CD-FA62-97EB-AABF743ECE7E}"/>
              </a:ext>
            </a:extLst>
          </p:cNvPr>
          <p:cNvSpPr>
            <a:spLocks noGrp="1"/>
          </p:cNvSpPr>
          <p:nvPr>
            <p:ph type="body" sz="quarter" idx="21" hasCustomPrompt="1"/>
          </p:nvPr>
        </p:nvSpPr>
        <p:spPr>
          <a:xfrm>
            <a:off x="3229200" y="252000"/>
            <a:ext cx="2686050" cy="3019425"/>
          </a:xfrm>
        </p:spPr>
        <p:txBody>
          <a:bodyPr/>
          <a:lstStyle>
            <a:lvl1pPr>
              <a:defRPr sz="1600"/>
            </a:lvl1pPr>
          </a:lstStyle>
          <a:p>
            <a:pPr lvl="0"/>
            <a:r>
              <a:rPr lang="da-DK"/>
              <a:t>Column two</a:t>
            </a:r>
            <a:endParaRPr lang="en-US"/>
          </a:p>
        </p:txBody>
      </p:sp>
      <p:sp>
        <p:nvSpPr>
          <p:cNvPr id="2" name="Pladsholder til billede 12">
            <a:extLst>
              <a:ext uri="{FF2B5EF4-FFF2-40B4-BE49-F238E27FC236}">
                <a16:creationId xmlns:a16="http://schemas.microsoft.com/office/drawing/2014/main" id="{39DCCD2F-8975-0CC5-B0C0-791537C470AC}"/>
              </a:ext>
            </a:extLst>
          </p:cNvPr>
          <p:cNvSpPr>
            <a:spLocks noGrp="1"/>
          </p:cNvSpPr>
          <p:nvPr>
            <p:ph type="pic" sz="quarter" idx="22"/>
          </p:nvPr>
        </p:nvSpPr>
        <p:spPr>
          <a:xfrm>
            <a:off x="6145882" y="251999"/>
            <a:ext cx="5754943"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579056972"/>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REAKER: Harbour Mist">
    <p:bg>
      <p:bgPr>
        <a:solidFill>
          <a:schemeClr val="accent6"/>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20" name="Titel 1">
            <a:extLst>
              <a:ext uri="{FF2B5EF4-FFF2-40B4-BE49-F238E27FC236}">
                <a16:creationId xmlns:a16="http://schemas.microsoft.com/office/drawing/2014/main" id="{3FBB7E3D-813F-7B7F-4743-9C749312EFE1}"/>
              </a:ext>
            </a:extLst>
          </p:cNvPr>
          <p:cNvSpPr>
            <a:spLocks noGrp="1"/>
          </p:cNvSpPr>
          <p:nvPr>
            <p:ph type="title" hasCustomPrompt="1"/>
          </p:nvPr>
        </p:nvSpPr>
        <p:spPr>
          <a:xfrm>
            <a:off x="6156326" y="288000"/>
            <a:ext cx="5744499" cy="5876606"/>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tx2"/>
                </a:solidFill>
              </a:defRPr>
            </a:lvl1pPr>
          </a:lstStyle>
          <a:p>
            <a:pPr>
              <a:lnSpc>
                <a:spcPct val="82000"/>
              </a:lnSpc>
            </a:pPr>
            <a:r>
              <a:rPr lang="en-US" sz="8800">
                <a:solidFill>
                  <a:schemeClr val="tx2"/>
                </a:solidFill>
                <a:latin typeface="+mn-lt"/>
              </a:rPr>
              <a:t>Breaker </a:t>
            </a:r>
            <a:br>
              <a:rPr lang="en-US" sz="8800">
                <a:solidFill>
                  <a:schemeClr val="tx2"/>
                </a:solidFill>
                <a:latin typeface="+mn-lt"/>
              </a:rPr>
            </a:br>
            <a:r>
              <a:rPr lang="en-US" sz="8800">
                <a:solidFill>
                  <a:schemeClr val="tx2"/>
                </a:solidFill>
                <a:latin typeface="+mn-lt"/>
              </a:rPr>
              <a:t>or one liner message</a:t>
            </a:r>
            <a:endParaRPr lang="en-US" sz="8800" kern="0" dirty="0" err="1">
              <a:solidFill>
                <a:schemeClr val="tx2"/>
              </a:solidFill>
              <a:latin typeface="+mn-lt"/>
              <a:cs typeface="Arial"/>
            </a:endParaRPr>
          </a:p>
        </p:txBody>
      </p:sp>
      <p:pic>
        <p:nvPicPr>
          <p:cNvPr id="6" name="Grafik 5">
            <a:extLst>
              <a:ext uri="{FF2B5EF4-FFF2-40B4-BE49-F238E27FC236}">
                <a16:creationId xmlns:a16="http://schemas.microsoft.com/office/drawing/2014/main" id="{0D0AFB0E-224B-F3B1-0F92-3F9383F3046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4786589"/>
            <a:ext cx="3170237" cy="1307315"/>
          </a:xfrm>
          <a:prstGeom prst="rect">
            <a:avLst/>
          </a:prstGeom>
        </p:spPr>
      </p:pic>
    </p:spTree>
    <p:extLst>
      <p:ext uri="{BB962C8B-B14F-4D97-AF65-F5344CB8AC3E}">
        <p14:creationId xmlns:p14="http://schemas.microsoft.com/office/powerpoint/2010/main" val="4110611354"/>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REAKER: Image">
    <p:bg>
      <p:bgPr>
        <a:solidFill>
          <a:schemeClr val="accent6"/>
        </a:solidFill>
        <a:effectLst/>
      </p:bgPr>
    </p:bg>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EE8F2A39-E350-22C2-7EB1-04F9CA14BA4E}"/>
              </a:ext>
            </a:extLst>
          </p:cNvPr>
          <p:cNvSpPr>
            <a:spLocks noGrp="1"/>
          </p:cNvSpPr>
          <p:nvPr>
            <p:ph type="pic" sz="quarter" idx="14" hasCustomPrompt="1"/>
          </p:nvPr>
        </p:nvSpPr>
        <p:spPr>
          <a:xfrm>
            <a:off x="-1" y="0"/>
            <a:ext cx="12188825" cy="6858000"/>
          </a:xfrm>
          <a:prstGeom prst="rect">
            <a:avLst/>
          </a:prstGeom>
          <a:solidFill>
            <a:srgbClr val="DDDDDD"/>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endParaRPr lang="da-DK"/>
          </a:p>
        </p:txBody>
      </p:sp>
      <p:sp>
        <p:nvSpPr>
          <p:cNvPr id="20" name="Titel 1">
            <a:extLst>
              <a:ext uri="{FF2B5EF4-FFF2-40B4-BE49-F238E27FC236}">
                <a16:creationId xmlns:a16="http://schemas.microsoft.com/office/drawing/2014/main" id="{3FBB7E3D-813F-7B7F-4743-9C749312EFE1}"/>
              </a:ext>
            </a:extLst>
          </p:cNvPr>
          <p:cNvSpPr>
            <a:spLocks noGrp="1"/>
          </p:cNvSpPr>
          <p:nvPr>
            <p:ph type="title" hasCustomPrompt="1"/>
          </p:nvPr>
        </p:nvSpPr>
        <p:spPr>
          <a:xfrm>
            <a:off x="6310026" y="288000"/>
            <a:ext cx="5590799" cy="5876606"/>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baseline="0">
                <a:solidFill>
                  <a:schemeClr val="tx2"/>
                </a:solidFill>
              </a:defRPr>
            </a:lvl1pPr>
          </a:lstStyle>
          <a:p>
            <a:pPr>
              <a:lnSpc>
                <a:spcPct val="82000"/>
              </a:lnSpc>
            </a:pPr>
            <a:r>
              <a:rPr lang="en-US" sz="8800">
                <a:solidFill>
                  <a:schemeClr val="tx2"/>
                </a:solidFill>
                <a:latin typeface="+mn-lt"/>
              </a:rPr>
              <a:t>Breaker </a:t>
            </a:r>
            <a:br>
              <a:rPr lang="en-US" sz="8800">
                <a:solidFill>
                  <a:schemeClr val="tx2"/>
                </a:solidFill>
                <a:latin typeface="+mn-lt"/>
              </a:rPr>
            </a:br>
            <a:r>
              <a:rPr lang="en-US" sz="8800">
                <a:solidFill>
                  <a:schemeClr val="tx2"/>
                </a:solidFill>
                <a:latin typeface="+mn-lt"/>
              </a:rPr>
              <a:t>or one liner message</a:t>
            </a:r>
            <a:endParaRPr lang="en-US" sz="8800" kern="0" dirty="0" err="1">
              <a:solidFill>
                <a:schemeClr val="tx2"/>
              </a:solidFill>
              <a:latin typeface="+mn-lt"/>
              <a:cs typeface="Arial"/>
            </a:endParaRPr>
          </a:p>
        </p:txBody>
      </p:sp>
      <p:sp>
        <p:nvSpPr>
          <p:cNvPr id="10" name="Pladsholder til billede 8">
            <a:extLst>
              <a:ext uri="{FF2B5EF4-FFF2-40B4-BE49-F238E27FC236}">
                <a16:creationId xmlns:a16="http://schemas.microsoft.com/office/drawing/2014/main" id="{D1767FCF-1F6C-D012-6703-12BB56A75834}"/>
              </a:ext>
            </a:extLst>
          </p:cNvPr>
          <p:cNvSpPr>
            <a:spLocks noGrp="1"/>
          </p:cNvSpPr>
          <p:nvPr>
            <p:ph type="pic" sz="quarter" idx="16"/>
          </p:nvPr>
        </p:nvSpPr>
        <p:spPr>
          <a:xfrm>
            <a:off x="288000" y="4797000"/>
            <a:ext cx="3171600" cy="13068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6" name="Pladsholder til billede 6">
            <a:extLst>
              <a:ext uri="{FF2B5EF4-FFF2-40B4-BE49-F238E27FC236}">
                <a16:creationId xmlns:a16="http://schemas.microsoft.com/office/drawing/2014/main" id="{141A87F5-AB80-40DD-3352-0F60975EBC4F}"/>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954F5F82-0381-201F-7DC3-A65D5907E03C}"/>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1965329505"/>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QUOTE: Harbour Mist">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1F253BF7-DA38-DF1C-C87C-CF0DE9C37FFF}"/>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2B569CC0-97F9-1310-DA49-5EB86DF833C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19C622F4-D310-3846-5E48-592F0DA7659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53167292"/>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QUOTE: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bg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bg2"/>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bg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bg2"/>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bg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p:txBody>
      </p:sp>
      <p:grpSp>
        <p:nvGrpSpPr>
          <p:cNvPr id="6" name="Gruppe 5">
            <a:extLst>
              <a:ext uri="{FF2B5EF4-FFF2-40B4-BE49-F238E27FC236}">
                <a16:creationId xmlns:a16="http://schemas.microsoft.com/office/drawing/2014/main" id="{DBDFE490-3EC3-1EB3-1282-5E30BCEB2D5E}"/>
              </a:ext>
            </a:extLst>
          </p:cNvPr>
          <p:cNvGrpSpPr/>
          <p:nvPr userDrawn="1"/>
        </p:nvGrpSpPr>
        <p:grpSpPr>
          <a:xfrm>
            <a:off x="288000" y="6490800"/>
            <a:ext cx="11614351" cy="118982"/>
            <a:chOff x="288000" y="6523200"/>
            <a:chExt cx="11614351" cy="118982"/>
          </a:xfrm>
          <a:solidFill>
            <a:schemeClr val="bg2"/>
          </a:solidFill>
        </p:grpSpPr>
        <p:pic>
          <p:nvPicPr>
            <p:cNvPr id="8" name="Grafik 7">
              <a:extLst>
                <a:ext uri="{FF2B5EF4-FFF2-40B4-BE49-F238E27FC236}">
                  <a16:creationId xmlns:a16="http://schemas.microsoft.com/office/drawing/2014/main" id="{6C0E0551-08B5-AA16-E8AE-7EDF9552FE9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700EA0A7-8D58-300D-E095-0B08AD83870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481819858"/>
      </p:ext>
    </p:extLst>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QUOTE: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8ED47651-8A35-0400-7C54-563373812249}"/>
              </a:ext>
            </a:extLst>
          </p:cNvPr>
          <p:cNvGrpSpPr/>
          <p:nvPr userDrawn="1"/>
        </p:nvGrpSpPr>
        <p:grpSpPr>
          <a:xfrm>
            <a:off x="288000" y="6490800"/>
            <a:ext cx="11614351" cy="118982"/>
            <a:chOff x="288000" y="6523200"/>
            <a:chExt cx="11614351" cy="118982"/>
          </a:xfrm>
          <a:solidFill>
            <a:schemeClr val="accent1"/>
          </a:solidFill>
        </p:grpSpPr>
        <p:pic>
          <p:nvPicPr>
            <p:cNvPr id="8" name="Grafik 7">
              <a:extLst>
                <a:ext uri="{FF2B5EF4-FFF2-40B4-BE49-F238E27FC236}">
                  <a16:creationId xmlns:a16="http://schemas.microsoft.com/office/drawing/2014/main" id="{2AC648FF-044E-9B16-6D6A-4BFCD8E11E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320BDAB3-5CCF-4365-D8D9-16B0629F840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417132454"/>
      </p:ext>
    </p:extLst>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QUOTE: Highlight">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76DBF916-5E2A-9F99-7AA3-E2C09C63A7C5}"/>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C740D421-58E3-9C3D-0F9D-5E767939870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FC952EFE-38A7-18E9-9575-21D0557536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694252623"/>
      </p:ext>
    </p:extLst>
  </p:cSld>
  <p:clrMapOvr>
    <a:masterClrMapping/>
  </p:clrMapOvr>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 Image">
    <p:bg>
      <p:bgPr>
        <a:solidFill>
          <a:schemeClr val="bg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AD2966F3-B843-9226-FDF5-DFA937C13111}"/>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4"/>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pPr algn="l" rtl="0" fontAlgn="base">
              <a:spcBef>
                <a:spcPct val="0"/>
              </a:spcBef>
              <a:spcAft>
                <a:spcPct val="0"/>
              </a:spcAft>
            </a:pPr>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4"/>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sp>
        <p:nvSpPr>
          <p:cNvPr id="6" name="Pladsholder til billede 6">
            <a:extLst>
              <a:ext uri="{FF2B5EF4-FFF2-40B4-BE49-F238E27FC236}">
                <a16:creationId xmlns:a16="http://schemas.microsoft.com/office/drawing/2014/main" id="{312C7DD5-BA92-CC80-E164-600F4116DFBB}"/>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C76FE581-625E-9921-D5A3-BAA9A8CE8C14}"/>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1993531053"/>
      </p:ext>
    </p:extLst>
  </p:cSld>
  <p:clrMapOvr>
    <a:masterClrMapping/>
  </p:clrMapOvr>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Full">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7999" y="252000"/>
            <a:ext cx="11614049"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248312650"/>
      </p:ext>
    </p:extLst>
  </p:cSld>
  <p:clrMapOvr>
    <a:masterClrMapping/>
  </p:clrMapOvr>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 Two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5760000" cy="6084000"/>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65852" y="252001"/>
            <a:ext cx="5734973"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848373613"/>
      </p:ext>
    </p:extLst>
  </p:cSld>
  <p:clrMapOvr>
    <a:masterClrMapping/>
  </p:clrMapOvr>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MAGE: Four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5734800" cy="6084000"/>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65852" y="252000"/>
            <a:ext cx="5734801" cy="2969538"/>
          </a:xfrm>
          <a:solidFill>
            <a:srgbClr val="DDDDDD"/>
          </a:solidFill>
        </p:spPr>
        <p:txBody>
          <a:bodyPr/>
          <a:lstStyle/>
          <a:p>
            <a:r>
              <a:rPr lang="da-DK"/>
              <a:t>Klik på ikonet for at tilføje et billede</a:t>
            </a:r>
            <a:endParaRPr lang="en-US"/>
          </a:p>
        </p:txBody>
      </p:sp>
      <p:sp>
        <p:nvSpPr>
          <p:cNvPr id="10" name="Pladsholder til billede 12">
            <a:extLst>
              <a:ext uri="{FF2B5EF4-FFF2-40B4-BE49-F238E27FC236}">
                <a16:creationId xmlns:a16="http://schemas.microsoft.com/office/drawing/2014/main" id="{EE9DD861-5021-C5DD-7A73-9E9958A83682}"/>
              </a:ext>
            </a:extLst>
          </p:cNvPr>
          <p:cNvSpPr>
            <a:spLocks noGrp="1"/>
          </p:cNvSpPr>
          <p:nvPr>
            <p:ph type="pic" sz="quarter" idx="18"/>
          </p:nvPr>
        </p:nvSpPr>
        <p:spPr>
          <a:xfrm>
            <a:off x="6165852" y="3347537"/>
            <a:ext cx="3539966" cy="2969539"/>
          </a:xfrm>
          <a:solidFill>
            <a:srgbClr val="DDDDDD"/>
          </a:solidFill>
        </p:spPr>
        <p:txBody>
          <a:bodyPr/>
          <a:lstStyle/>
          <a:p>
            <a:r>
              <a:rPr lang="da-DK"/>
              <a:t>Klik på ikonet for at tilføje et billede</a:t>
            </a:r>
            <a:endParaRPr lang="en-US"/>
          </a:p>
        </p:txBody>
      </p:sp>
      <p:sp>
        <p:nvSpPr>
          <p:cNvPr id="15" name="Pladsholder til billede 12">
            <a:extLst>
              <a:ext uri="{FF2B5EF4-FFF2-40B4-BE49-F238E27FC236}">
                <a16:creationId xmlns:a16="http://schemas.microsoft.com/office/drawing/2014/main" id="{9089F4E9-75DE-E81B-C628-792C9D818F81}"/>
              </a:ext>
            </a:extLst>
          </p:cNvPr>
          <p:cNvSpPr>
            <a:spLocks noGrp="1"/>
          </p:cNvSpPr>
          <p:nvPr>
            <p:ph type="pic" sz="quarter" idx="19"/>
          </p:nvPr>
        </p:nvSpPr>
        <p:spPr>
          <a:xfrm>
            <a:off x="9848696" y="3347539"/>
            <a:ext cx="2052129" cy="2969537"/>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655771143"/>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MAGE: Collag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712027"/>
            <a:ext cx="3204000" cy="3623973"/>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3607808" y="251998"/>
            <a:ext cx="5896973" cy="3386860"/>
          </a:xfrm>
          <a:solidFill>
            <a:srgbClr val="DDDDDD"/>
          </a:solidFill>
        </p:spPr>
        <p:txBody>
          <a:bodyPr/>
          <a:lstStyle/>
          <a:p>
            <a:r>
              <a:rPr lang="da-DK"/>
              <a:t>Klik på ikonet for at tilføje et billede</a:t>
            </a:r>
            <a:endParaRPr lang="en-US"/>
          </a:p>
        </p:txBody>
      </p:sp>
      <p:sp>
        <p:nvSpPr>
          <p:cNvPr id="10" name="Pladsholder til billede 12">
            <a:extLst>
              <a:ext uri="{FF2B5EF4-FFF2-40B4-BE49-F238E27FC236}">
                <a16:creationId xmlns:a16="http://schemas.microsoft.com/office/drawing/2014/main" id="{EE9DD861-5021-C5DD-7A73-9E9958A83682}"/>
              </a:ext>
            </a:extLst>
          </p:cNvPr>
          <p:cNvSpPr>
            <a:spLocks noGrp="1"/>
          </p:cNvSpPr>
          <p:nvPr>
            <p:ph type="pic" sz="quarter" idx="18"/>
          </p:nvPr>
        </p:nvSpPr>
        <p:spPr>
          <a:xfrm>
            <a:off x="3607808" y="3764857"/>
            <a:ext cx="2415167" cy="2571143"/>
          </a:xfrm>
          <a:solidFill>
            <a:srgbClr val="DDDDDD"/>
          </a:solidFill>
        </p:spPr>
        <p:txBody>
          <a:bodyPr/>
          <a:lstStyle/>
          <a:p>
            <a:r>
              <a:rPr lang="da-DK"/>
              <a:t>Klik på ikonet for at tilføje et billede</a:t>
            </a:r>
            <a:endParaRPr lang="en-US"/>
          </a:p>
        </p:txBody>
      </p:sp>
      <p:sp>
        <p:nvSpPr>
          <p:cNvPr id="15" name="Pladsholder til billede 12">
            <a:extLst>
              <a:ext uri="{FF2B5EF4-FFF2-40B4-BE49-F238E27FC236}">
                <a16:creationId xmlns:a16="http://schemas.microsoft.com/office/drawing/2014/main" id="{9089F4E9-75DE-E81B-C628-792C9D818F81}"/>
              </a:ext>
            </a:extLst>
          </p:cNvPr>
          <p:cNvSpPr>
            <a:spLocks noGrp="1"/>
          </p:cNvSpPr>
          <p:nvPr>
            <p:ph type="pic" sz="quarter" idx="19"/>
          </p:nvPr>
        </p:nvSpPr>
        <p:spPr>
          <a:xfrm>
            <a:off x="9647657" y="3763995"/>
            <a:ext cx="2253168" cy="2572006"/>
          </a:xfrm>
          <a:solidFill>
            <a:srgbClr val="DDDDDD"/>
          </a:solidFill>
        </p:spPr>
        <p:txBody>
          <a:bodyPr/>
          <a:lstStyle/>
          <a:p>
            <a:r>
              <a:rPr lang="da-DK"/>
              <a:t>Klik på ikonet for at tilføje et billede</a:t>
            </a:r>
            <a:endParaRPr lang="en-US"/>
          </a:p>
        </p:txBody>
      </p:sp>
      <p:sp>
        <p:nvSpPr>
          <p:cNvPr id="9" name="Pladsholder til billede 12">
            <a:extLst>
              <a:ext uri="{FF2B5EF4-FFF2-40B4-BE49-F238E27FC236}">
                <a16:creationId xmlns:a16="http://schemas.microsoft.com/office/drawing/2014/main" id="{EFE9F6C7-C827-340A-E36F-29B371A2ADB0}"/>
              </a:ext>
            </a:extLst>
          </p:cNvPr>
          <p:cNvSpPr>
            <a:spLocks noGrp="1"/>
          </p:cNvSpPr>
          <p:nvPr>
            <p:ph type="pic" sz="quarter" idx="20"/>
          </p:nvPr>
        </p:nvSpPr>
        <p:spPr>
          <a:xfrm>
            <a:off x="6165851" y="3764858"/>
            <a:ext cx="3338930" cy="2571142"/>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1DBA3042-D5EE-E63F-D366-C3CB08AF48D8}"/>
              </a:ext>
            </a:extLst>
          </p:cNvPr>
          <p:cNvSpPr>
            <a:spLocks noGrp="1"/>
          </p:cNvSpPr>
          <p:nvPr>
            <p:ph type="pic" sz="quarter" idx="21"/>
          </p:nvPr>
        </p:nvSpPr>
        <p:spPr>
          <a:xfrm>
            <a:off x="9647657" y="251998"/>
            <a:ext cx="2253168" cy="3386859"/>
          </a:xfrm>
          <a:solidFill>
            <a:srgbClr val="DDDDDD"/>
          </a:solidFill>
        </p:spPr>
        <p:txBody>
          <a:bodyPr/>
          <a:lstStyle/>
          <a:p>
            <a:r>
              <a:rPr lang="da-DK"/>
              <a:t>Klik på ikonet for at tilføje et billede</a:t>
            </a:r>
            <a:endParaRPr lang="en-US"/>
          </a:p>
        </p:txBody>
      </p:sp>
      <p:sp>
        <p:nvSpPr>
          <p:cNvPr id="12" name="Pladsholder til billede 12">
            <a:extLst>
              <a:ext uri="{FF2B5EF4-FFF2-40B4-BE49-F238E27FC236}">
                <a16:creationId xmlns:a16="http://schemas.microsoft.com/office/drawing/2014/main" id="{4E7D2EB0-7BE7-BA29-DFD2-71A8B144BC33}"/>
              </a:ext>
            </a:extLst>
          </p:cNvPr>
          <p:cNvSpPr>
            <a:spLocks noGrp="1"/>
          </p:cNvSpPr>
          <p:nvPr>
            <p:ph type="pic" sz="quarter" idx="22"/>
          </p:nvPr>
        </p:nvSpPr>
        <p:spPr>
          <a:xfrm>
            <a:off x="288000" y="251999"/>
            <a:ext cx="3204000" cy="2334027"/>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372475225"/>
      </p:ext>
    </p:extLst>
  </p:cSld>
  <p:clrMapOvr>
    <a:masterClrMapping/>
  </p:clrMapOvr>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MAGE: 5th element">
    <p:bg>
      <p:bgPr>
        <a:solidFill>
          <a:schemeClr val="accent6"/>
        </a:solidFill>
        <a:effectLst/>
      </p:bgPr>
    </p:bg>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EE8F2A39-E350-22C2-7EB1-04F9CA14BA4E}"/>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endParaRPr lang="da-DK"/>
          </a:p>
        </p:txBody>
      </p:sp>
      <p:sp>
        <p:nvSpPr>
          <p:cNvPr id="18" name="Pladsholder til tekst 17">
            <a:extLst>
              <a:ext uri="{FF2B5EF4-FFF2-40B4-BE49-F238E27FC236}">
                <a16:creationId xmlns:a16="http://schemas.microsoft.com/office/drawing/2014/main" id="{4D77EA3B-C7C5-992D-3D15-98F166F4EB45}"/>
              </a:ext>
            </a:extLst>
          </p:cNvPr>
          <p:cNvSpPr>
            <a:spLocks noGrp="1"/>
          </p:cNvSpPr>
          <p:nvPr>
            <p:ph type="body" sz="quarter" idx="17" hasCustomPrompt="1"/>
          </p:nvPr>
        </p:nvSpPr>
        <p:spPr>
          <a:xfrm>
            <a:off x="288000" y="252000"/>
            <a:ext cx="2567773" cy="552965"/>
          </a:xfrm>
        </p:spPr>
        <p:txBody>
          <a:bodyPr/>
          <a:lstStyle>
            <a:lvl1pPr>
              <a:defRPr sz="1400">
                <a:solidFill>
                  <a:schemeClr val="accent4"/>
                </a:solidFill>
              </a:defRPr>
            </a:lvl1pPr>
          </a:lstStyle>
          <a:p>
            <a:pPr lvl="0"/>
            <a:r>
              <a:rPr lang="da-DK"/>
              <a:t>Small headline</a:t>
            </a:r>
            <a:endParaRPr lang="en-US"/>
          </a:p>
        </p:txBody>
      </p:sp>
      <p:sp>
        <p:nvSpPr>
          <p:cNvPr id="23" name="Pladsholder til billede 21">
            <a:extLst>
              <a:ext uri="{FF2B5EF4-FFF2-40B4-BE49-F238E27FC236}">
                <a16:creationId xmlns:a16="http://schemas.microsoft.com/office/drawing/2014/main" id="{E1C8C303-9727-CD02-4151-D127B3E961BF}"/>
              </a:ext>
            </a:extLst>
          </p:cNvPr>
          <p:cNvSpPr>
            <a:spLocks noGrp="1"/>
          </p:cNvSpPr>
          <p:nvPr>
            <p:ph type="pic" sz="quarter" idx="18"/>
          </p:nvPr>
        </p:nvSpPr>
        <p:spPr>
          <a:xfrm>
            <a:off x="0" y="2833861"/>
            <a:ext cx="12189600" cy="28908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6" name="Pladsholder til billede 6">
            <a:extLst>
              <a:ext uri="{FF2B5EF4-FFF2-40B4-BE49-F238E27FC236}">
                <a16:creationId xmlns:a16="http://schemas.microsoft.com/office/drawing/2014/main" id="{BF694337-AF7E-3180-7BDE-9550F6C83F65}"/>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9FF605E0-1232-0DF0-4172-75346DBFACF4}"/>
              </a:ext>
            </a:extLst>
          </p:cNvPr>
          <p:cNvSpPr>
            <a:spLocks noGrp="1"/>
          </p:cNvSpPr>
          <p:nvPr>
            <p:ph type="pic" sz="quarter" idx="19"/>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059768615"/>
      </p:ext>
    </p:extLst>
  </p:cSld>
  <p:clrMapOvr>
    <a:masterClrMapping/>
  </p:clrMapOvr>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FOCUS x 2: Image + tex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88000"/>
            <a:ext cx="3581999" cy="6032476"/>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015986" y="5640078"/>
            <a:ext cx="3888000"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015986" y="5340103"/>
            <a:ext cx="3888000" cy="299975"/>
          </a:xfrm>
        </p:spPr>
        <p:txBody>
          <a:bodyPr/>
          <a:lstStyle>
            <a:lvl1pPr>
              <a:defRPr sz="1800"/>
            </a:lvl1pPr>
          </a:lstStyle>
          <a:p>
            <a:pPr lvl="0"/>
            <a:r>
              <a:rPr lang="da-DK"/>
              <a:t>Headline 1</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048825" y="5640078"/>
            <a:ext cx="3852000"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048726" y="5340103"/>
            <a:ext cx="3852000" cy="299975"/>
          </a:xfrm>
        </p:spPr>
        <p:txBody>
          <a:bodyPr/>
          <a:lstStyle>
            <a:lvl1pPr>
              <a:defRPr sz="1800"/>
            </a:lvl1pPr>
          </a:lstStyle>
          <a:p>
            <a:pPr lvl="0"/>
            <a:r>
              <a:rPr lang="da-DK"/>
              <a:t>Headline 2</a:t>
            </a:r>
            <a:endParaRPr lang="en-US"/>
          </a:p>
        </p:txBody>
      </p:sp>
      <p:sp>
        <p:nvSpPr>
          <p:cNvPr id="8" name="Pladsholder til billede 6">
            <a:extLst>
              <a:ext uri="{FF2B5EF4-FFF2-40B4-BE49-F238E27FC236}">
                <a16:creationId xmlns:a16="http://schemas.microsoft.com/office/drawing/2014/main" id="{87DA4EBB-0BD3-3AFB-F70A-88C4DBDDD506}"/>
              </a:ext>
            </a:extLst>
          </p:cNvPr>
          <p:cNvSpPr>
            <a:spLocks noGrp="1"/>
          </p:cNvSpPr>
          <p:nvPr>
            <p:ph type="pic" sz="quarter" idx="19"/>
          </p:nvPr>
        </p:nvSpPr>
        <p:spPr>
          <a:xfrm>
            <a:off x="4015986" y="251999"/>
            <a:ext cx="3887999" cy="4932000"/>
          </a:xfrm>
          <a:solidFill>
            <a:schemeClr val="bg1">
              <a:lumMod val="75000"/>
            </a:schemeClr>
          </a:solidFill>
        </p:spPr>
        <p:txBody>
          <a:bodyPr/>
          <a:lstStyle/>
          <a:p>
            <a:r>
              <a:rPr lang="da-DK"/>
              <a:t>Klik på ikonet for at tilføje et billede</a:t>
            </a:r>
            <a:endParaRPr lang="en-US"/>
          </a:p>
        </p:txBody>
      </p:sp>
      <p:sp>
        <p:nvSpPr>
          <p:cNvPr id="9" name="Pladsholder til billede 6">
            <a:extLst>
              <a:ext uri="{FF2B5EF4-FFF2-40B4-BE49-F238E27FC236}">
                <a16:creationId xmlns:a16="http://schemas.microsoft.com/office/drawing/2014/main" id="{92728F66-8A86-5695-3049-5EB14F08723D}"/>
              </a:ext>
            </a:extLst>
          </p:cNvPr>
          <p:cNvSpPr>
            <a:spLocks noGrp="1"/>
          </p:cNvSpPr>
          <p:nvPr>
            <p:ph type="pic" sz="quarter" idx="20"/>
          </p:nvPr>
        </p:nvSpPr>
        <p:spPr>
          <a:xfrm>
            <a:off x="8040298" y="252000"/>
            <a:ext cx="3860527" cy="4932775"/>
          </a:xfrm>
          <a:solidFill>
            <a:schemeClr val="bg1">
              <a:lumMod val="75000"/>
            </a:schemeClr>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540819226"/>
      </p:ext>
    </p:extLst>
  </p:cSld>
  <p:clrMapOvr>
    <a:masterClrMapping/>
  </p:clrMapOvr>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FOCUS x 3: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xfrm>
            <a:off x="4543200" y="6508644"/>
            <a:ext cx="1498029" cy="129454"/>
          </a:xfrm>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3937000"/>
            <a:ext cx="3606701" cy="381000"/>
          </a:xfrm>
        </p:spPr>
        <p:txBody>
          <a:bodyPr/>
          <a:lstStyle>
            <a:lvl1pPr>
              <a:defRPr sz="1800"/>
            </a:lvl1pPr>
          </a:lstStyle>
          <a:p>
            <a:pPr lvl="0"/>
            <a:r>
              <a:rPr lang="da-DK"/>
              <a:t>Headline</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265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2600" y="3937000"/>
            <a:ext cx="3606701" cy="381000"/>
          </a:xfrm>
        </p:spPr>
        <p:txBody>
          <a:bodyPr/>
          <a:lstStyle>
            <a:lvl1pPr>
              <a:defRPr sz="1800"/>
            </a:lvl1pPr>
          </a:lstStyle>
          <a:p>
            <a:pPr lvl="0"/>
            <a:r>
              <a:rPr lang="da-DK"/>
              <a:t>Headline </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9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98000" y="3937000"/>
            <a:ext cx="3606701" cy="381000"/>
          </a:xfrm>
        </p:spPr>
        <p:txBody>
          <a:bodyPr/>
          <a:lstStyle>
            <a:lvl1pPr>
              <a:defRPr sz="1800"/>
            </a:lvl1pPr>
          </a:lstStyle>
          <a:p>
            <a:pPr lvl="0"/>
            <a:r>
              <a:rPr lang="da-DK"/>
              <a:t>Headline </a:t>
            </a:r>
            <a:endParaRPr lang="en-US"/>
          </a:p>
        </p:txBody>
      </p:sp>
      <p:sp>
        <p:nvSpPr>
          <p:cNvPr id="17" name="Ellipse 16">
            <a:extLst>
              <a:ext uri="{FF2B5EF4-FFF2-40B4-BE49-F238E27FC236}">
                <a16:creationId xmlns:a16="http://schemas.microsoft.com/office/drawing/2014/main" id="{FC8D66FE-F0C5-5FA5-5346-FB148950007F}"/>
              </a:ext>
            </a:extLst>
          </p:cNvPr>
          <p:cNvSpPr/>
          <p:nvPr userDrawn="1"/>
        </p:nvSpPr>
        <p:spPr>
          <a:xfrm>
            <a:off x="28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9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Tree>
    <p:extLst>
      <p:ext uri="{BB962C8B-B14F-4D97-AF65-F5344CB8AC3E}">
        <p14:creationId xmlns:p14="http://schemas.microsoft.com/office/powerpoint/2010/main" val="3848735859"/>
      </p:ext>
    </p:extLst>
  </p:cSld>
  <p:clrMapOvr>
    <a:masterClrMapping/>
  </p:clrMapOvr>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FOCUS x 3: Image + tex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5340103"/>
            <a:ext cx="3712475" cy="299975"/>
          </a:xfrm>
        </p:spPr>
        <p:txBody>
          <a:bodyPr/>
          <a:lstStyle>
            <a:lvl1pPr>
              <a:defRPr sz="1800"/>
            </a:lvl1pPr>
          </a:lstStyle>
          <a:p>
            <a:pPr lvl="0"/>
            <a:r>
              <a:rPr lang="da-DK"/>
              <a:t>Headline 1</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38175"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38175" y="5340103"/>
            <a:ext cx="3712475" cy="299975"/>
          </a:xfrm>
        </p:spPr>
        <p:txBody>
          <a:bodyPr/>
          <a:lstStyle>
            <a:lvl1pPr>
              <a:defRPr sz="1800"/>
            </a:lvl1pPr>
          </a:lstStyle>
          <a:p>
            <a:pPr lvl="0"/>
            <a:r>
              <a:rPr lang="da-DK"/>
              <a:t>Headline 2</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188351"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188351" y="5340103"/>
            <a:ext cx="3712475" cy="299975"/>
          </a:xfrm>
        </p:spPr>
        <p:txBody>
          <a:bodyPr/>
          <a:lstStyle>
            <a:lvl1pPr>
              <a:defRPr sz="1800"/>
            </a:lvl1pPr>
          </a:lstStyle>
          <a:p>
            <a:pPr lvl="0"/>
            <a:r>
              <a:rPr lang="da-DK"/>
              <a:t>Headline 3</a:t>
            </a:r>
            <a:endParaRPr lang="en-US"/>
          </a:p>
        </p:txBody>
      </p:sp>
      <p:sp>
        <p:nvSpPr>
          <p:cNvPr id="7" name="Pladsholder til billede 6">
            <a:extLst>
              <a:ext uri="{FF2B5EF4-FFF2-40B4-BE49-F238E27FC236}">
                <a16:creationId xmlns:a16="http://schemas.microsoft.com/office/drawing/2014/main" id="{7F807AA5-D9A3-76EE-7FEE-899FC98B8EBC}"/>
              </a:ext>
            </a:extLst>
          </p:cNvPr>
          <p:cNvSpPr>
            <a:spLocks noGrp="1"/>
          </p:cNvSpPr>
          <p:nvPr>
            <p:ph type="pic" sz="quarter" idx="18"/>
          </p:nvPr>
        </p:nvSpPr>
        <p:spPr>
          <a:xfrm>
            <a:off x="288000" y="3284538"/>
            <a:ext cx="3712474" cy="1900237"/>
          </a:xfrm>
          <a:solidFill>
            <a:schemeClr val="bg1">
              <a:lumMod val="75000"/>
            </a:schemeClr>
          </a:solid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87DA4EBB-0BD3-3AFB-F70A-88C4DBDDD506}"/>
              </a:ext>
            </a:extLst>
          </p:cNvPr>
          <p:cNvSpPr>
            <a:spLocks noGrp="1"/>
          </p:cNvSpPr>
          <p:nvPr>
            <p:ph type="pic" sz="quarter" idx="19"/>
          </p:nvPr>
        </p:nvSpPr>
        <p:spPr>
          <a:xfrm>
            <a:off x="4238175" y="3284538"/>
            <a:ext cx="3712474" cy="1900237"/>
          </a:xfrm>
          <a:solidFill>
            <a:schemeClr val="bg1">
              <a:lumMod val="75000"/>
            </a:schemeClr>
          </a:solidFill>
        </p:spPr>
        <p:txBody>
          <a:bodyPr/>
          <a:lstStyle/>
          <a:p>
            <a:r>
              <a:rPr lang="da-DK"/>
              <a:t>Klik på ikonet for at tilføje et billede</a:t>
            </a:r>
            <a:endParaRPr lang="en-US"/>
          </a:p>
        </p:txBody>
      </p:sp>
      <p:sp>
        <p:nvSpPr>
          <p:cNvPr id="9" name="Pladsholder til billede 6">
            <a:extLst>
              <a:ext uri="{FF2B5EF4-FFF2-40B4-BE49-F238E27FC236}">
                <a16:creationId xmlns:a16="http://schemas.microsoft.com/office/drawing/2014/main" id="{92728F66-8A86-5695-3049-5EB14F08723D}"/>
              </a:ext>
            </a:extLst>
          </p:cNvPr>
          <p:cNvSpPr>
            <a:spLocks noGrp="1"/>
          </p:cNvSpPr>
          <p:nvPr>
            <p:ph type="pic" sz="quarter" idx="20"/>
          </p:nvPr>
        </p:nvSpPr>
        <p:spPr>
          <a:xfrm>
            <a:off x="8188351" y="3284538"/>
            <a:ext cx="3712475" cy="1900237"/>
          </a:xfrm>
          <a:solidFill>
            <a:schemeClr val="bg1">
              <a:lumMod val="75000"/>
            </a:schemeClr>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891912389"/>
      </p:ext>
    </p:extLst>
  </p:cSld>
  <p:clrMapOvr>
    <a:masterClrMapping/>
  </p:clrMapOvr>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FOCUS x 3: With intro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52000"/>
            <a:ext cx="2592000" cy="468000"/>
          </a:xfrm>
        </p:spPr>
        <p:txBody>
          <a:bodyPr/>
          <a:lstStyle>
            <a:lvl1pPr>
              <a:lnSpc>
                <a:spcPct val="100000"/>
              </a:lnSpc>
              <a:spcAft>
                <a:spcPts val="0"/>
              </a:spcAft>
              <a:defRPr sz="1400"/>
            </a:lvl1pPr>
          </a:lstStyle>
          <a:p>
            <a:pPr lvl="0"/>
            <a:r>
              <a:rPr lang="da-DK"/>
              <a:t>Title</a:t>
            </a:r>
            <a:br>
              <a:rPr lang="da-DK"/>
            </a:br>
            <a:r>
              <a:rPr lang="da-DK"/>
              <a:t>Subtitle</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3284538"/>
            <a:ext cx="2592000" cy="3081538"/>
          </a:xfrm>
        </p:spPr>
        <p:txBody>
          <a:bodyPr/>
          <a:lstStyle>
            <a:lvl1pPr>
              <a:lnSpc>
                <a:spcPct val="100000"/>
              </a:lnSpc>
              <a:spcAft>
                <a:spcPts val="400"/>
              </a:spcAft>
              <a:defRPr sz="1200"/>
            </a:lvl1pPr>
          </a:lstStyle>
          <a:p>
            <a:pPr lvl="0"/>
            <a:r>
              <a:rPr lang="da-DK"/>
              <a:t>Text</a:t>
            </a:r>
            <a:endParaRPr lang="en-US"/>
          </a:p>
        </p:txBody>
      </p:sp>
      <p:sp>
        <p:nvSpPr>
          <p:cNvPr id="8" name="Pladsholder til tekst 19">
            <a:extLst>
              <a:ext uri="{FF2B5EF4-FFF2-40B4-BE49-F238E27FC236}">
                <a16:creationId xmlns:a16="http://schemas.microsoft.com/office/drawing/2014/main" id="{4F4ADB87-6453-3879-976F-FE669ABBFB20}"/>
              </a:ext>
            </a:extLst>
          </p:cNvPr>
          <p:cNvSpPr>
            <a:spLocks noGrp="1"/>
          </p:cNvSpPr>
          <p:nvPr>
            <p:ph type="body" sz="quarter" idx="43" hasCustomPrompt="1"/>
          </p:nvPr>
        </p:nvSpPr>
        <p:spPr>
          <a:xfrm>
            <a:off x="288000" y="792000"/>
            <a:ext cx="2592000" cy="1370216"/>
          </a:xfrm>
        </p:spPr>
        <p:txBody>
          <a:bodyPr/>
          <a:lstStyle>
            <a:lvl1pPr>
              <a:lnSpc>
                <a:spcPct val="100000"/>
              </a:lnSpc>
              <a:spcAft>
                <a:spcPts val="400"/>
              </a:spcAft>
              <a:defRPr sz="1200"/>
            </a:lvl1pPr>
          </a:lstStyle>
          <a:p>
            <a:pPr lvl="0"/>
            <a:r>
              <a:rPr lang="da-DK"/>
              <a:t>Text</a:t>
            </a:r>
            <a:endParaRPr lang="en-US"/>
          </a:p>
        </p:txBody>
      </p:sp>
      <p:sp>
        <p:nvSpPr>
          <p:cNvPr id="2" name="Pladsholder til billede 12">
            <a:extLst>
              <a:ext uri="{FF2B5EF4-FFF2-40B4-BE49-F238E27FC236}">
                <a16:creationId xmlns:a16="http://schemas.microsoft.com/office/drawing/2014/main" id="{32194F45-F4A0-4326-043F-D1EE1CBF7E22}"/>
              </a:ext>
            </a:extLst>
          </p:cNvPr>
          <p:cNvSpPr>
            <a:spLocks noGrp="1"/>
          </p:cNvSpPr>
          <p:nvPr>
            <p:ph type="pic" sz="quarter" idx="17"/>
          </p:nvPr>
        </p:nvSpPr>
        <p:spPr>
          <a:xfrm>
            <a:off x="3003975" y="252000"/>
            <a:ext cx="2890800" cy="5087822"/>
          </a:xfrm>
          <a:solidFill>
            <a:srgbClr val="DDDDDD"/>
          </a:solidFill>
        </p:spPr>
        <p:txBody>
          <a:bodyPr/>
          <a:lstStyle/>
          <a:p>
            <a:r>
              <a:rPr lang="da-DK"/>
              <a:t>Klik på ikonet for at tilføje et billede</a:t>
            </a:r>
            <a:endParaRPr lang="en-US"/>
          </a:p>
        </p:txBody>
      </p:sp>
      <p:sp>
        <p:nvSpPr>
          <p:cNvPr id="6" name="Pladsholder til billede 12">
            <a:extLst>
              <a:ext uri="{FF2B5EF4-FFF2-40B4-BE49-F238E27FC236}">
                <a16:creationId xmlns:a16="http://schemas.microsoft.com/office/drawing/2014/main" id="{471D0805-8333-4AA0-D1D3-E92DE2AB8ABB}"/>
              </a:ext>
            </a:extLst>
          </p:cNvPr>
          <p:cNvSpPr>
            <a:spLocks noGrp="1"/>
          </p:cNvSpPr>
          <p:nvPr>
            <p:ph type="pic" sz="quarter" idx="18"/>
          </p:nvPr>
        </p:nvSpPr>
        <p:spPr>
          <a:xfrm>
            <a:off x="6025000" y="252000"/>
            <a:ext cx="2890800" cy="5087822"/>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5323E42B-C7EA-CB77-25C8-E8862E1B0820}"/>
              </a:ext>
            </a:extLst>
          </p:cNvPr>
          <p:cNvSpPr>
            <a:spLocks noGrp="1"/>
          </p:cNvSpPr>
          <p:nvPr>
            <p:ph type="pic" sz="quarter" idx="19"/>
          </p:nvPr>
        </p:nvSpPr>
        <p:spPr>
          <a:xfrm>
            <a:off x="9046025" y="252000"/>
            <a:ext cx="2854800" cy="5087822"/>
          </a:xfrm>
          <a:solidFill>
            <a:srgbClr val="DDDDDD"/>
          </a:solidFill>
        </p:spPr>
        <p:txBody>
          <a:bodyPr/>
          <a:lstStyle/>
          <a:p>
            <a:r>
              <a:rPr lang="da-DK"/>
              <a:t>Klik på ikonet for at tilføje et billede</a:t>
            </a:r>
            <a:endParaRPr lang="en-US"/>
          </a:p>
        </p:txBody>
      </p:sp>
      <p:sp>
        <p:nvSpPr>
          <p:cNvPr id="11" name="Pladsholder til tekst 19">
            <a:extLst>
              <a:ext uri="{FF2B5EF4-FFF2-40B4-BE49-F238E27FC236}">
                <a16:creationId xmlns:a16="http://schemas.microsoft.com/office/drawing/2014/main" id="{5003258C-3D4D-5597-C005-F33DCC35EE6E}"/>
              </a:ext>
            </a:extLst>
          </p:cNvPr>
          <p:cNvSpPr>
            <a:spLocks noGrp="1"/>
          </p:cNvSpPr>
          <p:nvPr>
            <p:ph type="body" sz="quarter" idx="24" hasCustomPrompt="1"/>
          </p:nvPr>
        </p:nvSpPr>
        <p:spPr>
          <a:xfrm>
            <a:off x="3004675" y="5419457"/>
            <a:ext cx="2890800" cy="946619"/>
          </a:xfrm>
        </p:spPr>
        <p:txBody>
          <a:bodyPr/>
          <a:lstStyle>
            <a:lvl1pPr>
              <a:lnSpc>
                <a:spcPct val="100000"/>
              </a:lnSpc>
              <a:defRPr sz="1200"/>
            </a:lvl1pPr>
          </a:lstStyle>
          <a:p>
            <a:pPr lvl="0"/>
            <a:r>
              <a:rPr lang="da-DK"/>
              <a:t>Title</a:t>
            </a:r>
            <a:endParaRPr lang="en-US"/>
          </a:p>
        </p:txBody>
      </p:sp>
      <p:sp>
        <p:nvSpPr>
          <p:cNvPr id="14" name="Pladsholder til tekst 19">
            <a:extLst>
              <a:ext uri="{FF2B5EF4-FFF2-40B4-BE49-F238E27FC236}">
                <a16:creationId xmlns:a16="http://schemas.microsoft.com/office/drawing/2014/main" id="{B0B2D461-2B0A-F29D-332E-08C092A3ABB1}"/>
              </a:ext>
            </a:extLst>
          </p:cNvPr>
          <p:cNvSpPr>
            <a:spLocks noGrp="1"/>
          </p:cNvSpPr>
          <p:nvPr>
            <p:ph type="body" sz="quarter" idx="25" hasCustomPrompt="1"/>
          </p:nvPr>
        </p:nvSpPr>
        <p:spPr>
          <a:xfrm>
            <a:off x="6025075" y="5419457"/>
            <a:ext cx="2890800" cy="946619"/>
          </a:xfrm>
        </p:spPr>
        <p:txBody>
          <a:bodyPr/>
          <a:lstStyle>
            <a:lvl1pPr>
              <a:lnSpc>
                <a:spcPct val="100000"/>
              </a:lnSpc>
              <a:defRPr sz="1200"/>
            </a:lvl1pPr>
          </a:lstStyle>
          <a:p>
            <a:pPr lvl="0"/>
            <a:r>
              <a:rPr lang="da-DK"/>
              <a:t>Title</a:t>
            </a:r>
            <a:endParaRPr lang="en-US"/>
          </a:p>
        </p:txBody>
      </p:sp>
      <p:sp>
        <p:nvSpPr>
          <p:cNvPr id="19" name="Pladsholder til tekst 19">
            <a:extLst>
              <a:ext uri="{FF2B5EF4-FFF2-40B4-BE49-F238E27FC236}">
                <a16:creationId xmlns:a16="http://schemas.microsoft.com/office/drawing/2014/main" id="{E9D4408E-49A2-63A3-EB35-118B2AFEAECC}"/>
              </a:ext>
            </a:extLst>
          </p:cNvPr>
          <p:cNvSpPr>
            <a:spLocks noGrp="1"/>
          </p:cNvSpPr>
          <p:nvPr>
            <p:ph type="body" sz="quarter" idx="26" hasCustomPrompt="1"/>
          </p:nvPr>
        </p:nvSpPr>
        <p:spPr>
          <a:xfrm>
            <a:off x="9045475" y="5419457"/>
            <a:ext cx="2854800" cy="946619"/>
          </a:xfrm>
        </p:spPr>
        <p:txBody>
          <a:bodyPr/>
          <a:lstStyle>
            <a:lvl1pPr>
              <a:lnSpc>
                <a:spcPct val="100000"/>
              </a:lnSpc>
              <a:defRPr sz="1200"/>
            </a:lvl1pPr>
          </a:lstStyle>
          <a:p>
            <a:pPr lvl="0"/>
            <a:r>
              <a:rPr lang="da-DK"/>
              <a:t>Title</a:t>
            </a:r>
            <a:endParaRPr lang="en-US"/>
          </a:p>
        </p:txBody>
      </p:sp>
    </p:spTree>
    <p:extLst>
      <p:ext uri="{BB962C8B-B14F-4D97-AF65-F5344CB8AC3E}">
        <p14:creationId xmlns:p14="http://schemas.microsoft.com/office/powerpoint/2010/main" val="251613146"/>
      </p:ext>
    </p:extLst>
  </p:cSld>
  <p:clrMapOvr>
    <a:masterClrMapping/>
  </p:clrMapOvr>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FOCUS x 3: Harbour Mist">
    <p:bg>
      <p:bgPr>
        <a:solidFill>
          <a:schemeClr val="accent6"/>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4675541"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7112908"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9550275"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985572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9854437" y="4429128"/>
            <a:ext cx="1319460" cy="381000"/>
          </a:xfrm>
        </p:spPr>
        <p:txBody>
          <a:bodyPr/>
          <a:lstStyle>
            <a:lvl1pPr>
              <a:defRPr sz="1600">
                <a:solidFill>
                  <a:schemeClr val="bg2"/>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498099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4980992" y="4429128"/>
            <a:ext cx="1319460" cy="381000"/>
          </a:xfrm>
        </p:spPr>
        <p:txBody>
          <a:bodyPr/>
          <a:lstStyle>
            <a:lvl1pPr>
              <a:defRPr sz="1600">
                <a:solidFill>
                  <a:schemeClr val="bg2"/>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741835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7418359" y="4429128"/>
            <a:ext cx="1319460" cy="381000"/>
          </a:xfrm>
        </p:spPr>
        <p:txBody>
          <a:bodyPr/>
          <a:lstStyle>
            <a:lvl1pPr>
              <a:defRPr sz="1600">
                <a:solidFill>
                  <a:schemeClr val="bg2"/>
                </a:solidFill>
              </a:defRPr>
            </a:lvl1pPr>
          </a:lstStyle>
          <a:p>
            <a:pPr lvl="0"/>
            <a:r>
              <a:rPr lang="da-DK"/>
              <a:t>Headline</a:t>
            </a:r>
            <a:endParaRPr lang="en-US"/>
          </a:p>
        </p:txBody>
      </p:sp>
      <p:sp>
        <p:nvSpPr>
          <p:cNvPr id="2" name="Titel 1">
            <a:extLst>
              <a:ext uri="{FF2B5EF4-FFF2-40B4-BE49-F238E27FC236}">
                <a16:creationId xmlns:a16="http://schemas.microsoft.com/office/drawing/2014/main" id="{67C9C632-16F6-B662-A4AF-4AFFA23431F4}"/>
              </a:ext>
            </a:extLst>
          </p:cNvPr>
          <p:cNvSpPr>
            <a:spLocks noGrp="1"/>
          </p:cNvSpPr>
          <p:nvPr>
            <p:ph type="title"/>
          </p:nvPr>
        </p:nvSpPr>
        <p:spPr>
          <a:xfrm>
            <a:off x="288000" y="252000"/>
            <a:ext cx="3599502" cy="1811099"/>
          </a:xfrm>
        </p:spPr>
        <p:txBody>
          <a:bodyPr/>
          <a:lstStyle>
            <a:lvl1pPr>
              <a:defRPr sz="4800"/>
            </a:lvl1pPr>
          </a:lstStyle>
          <a:p>
            <a:r>
              <a:rPr lang="da-DK"/>
              <a:t>Klik for at redigere titeltypografien i masteren</a:t>
            </a:r>
            <a:endParaRPr lang="en-US"/>
          </a:p>
        </p:txBody>
      </p:sp>
    </p:spTree>
    <p:extLst>
      <p:ext uri="{BB962C8B-B14F-4D97-AF65-F5344CB8AC3E}">
        <p14:creationId xmlns:p14="http://schemas.microsoft.com/office/powerpoint/2010/main" val="3343896138"/>
      </p:ext>
    </p:extLst>
  </p:cSld>
  <p:clrMapOvr>
    <a:masterClrMapping/>
  </p:clrMapOvr>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FOCUS x 3: Cream">
    <p:bg>
      <p:bgPr>
        <a:solidFill>
          <a:schemeClr val="accent4"/>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4675541"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7112908"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9550275"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985572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9854437" y="4429128"/>
            <a:ext cx="1319460" cy="381000"/>
          </a:xfrm>
        </p:spPr>
        <p:txBody>
          <a:bodyPr/>
          <a:lstStyle>
            <a:lvl1pPr>
              <a:defRPr sz="1600">
                <a:solidFill>
                  <a:schemeClr val="accent4"/>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498099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4980992" y="4429128"/>
            <a:ext cx="1319460" cy="381000"/>
          </a:xfrm>
        </p:spPr>
        <p:txBody>
          <a:bodyPr/>
          <a:lstStyle>
            <a:lvl1pPr>
              <a:defRPr sz="1600">
                <a:solidFill>
                  <a:schemeClr val="accent4"/>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741835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7418359" y="4429128"/>
            <a:ext cx="1319460" cy="381000"/>
          </a:xfrm>
        </p:spPr>
        <p:txBody>
          <a:bodyPr/>
          <a:lstStyle>
            <a:lvl1pPr>
              <a:defRPr sz="1600">
                <a:solidFill>
                  <a:schemeClr val="accent4"/>
                </a:solidFill>
              </a:defRPr>
            </a:lvl1pPr>
          </a:lstStyle>
          <a:p>
            <a:pPr lvl="0"/>
            <a:r>
              <a:rPr lang="da-DK"/>
              <a:t>Headline</a:t>
            </a:r>
            <a:endParaRPr lang="en-US"/>
          </a:p>
        </p:txBody>
      </p:sp>
      <p:sp>
        <p:nvSpPr>
          <p:cNvPr id="2" name="Titel 1">
            <a:extLst>
              <a:ext uri="{FF2B5EF4-FFF2-40B4-BE49-F238E27FC236}">
                <a16:creationId xmlns:a16="http://schemas.microsoft.com/office/drawing/2014/main" id="{67C9C632-16F6-B662-A4AF-4AFFA23431F4}"/>
              </a:ext>
            </a:extLst>
          </p:cNvPr>
          <p:cNvSpPr>
            <a:spLocks noGrp="1"/>
          </p:cNvSpPr>
          <p:nvPr>
            <p:ph type="title"/>
          </p:nvPr>
        </p:nvSpPr>
        <p:spPr>
          <a:xfrm>
            <a:off x="288000" y="252000"/>
            <a:ext cx="3599502" cy="1811099"/>
          </a:xfrm>
        </p:spPr>
        <p:txBody>
          <a:bodyPr/>
          <a:lstStyle>
            <a:lvl1pPr>
              <a:defRPr sz="4800">
                <a:solidFill>
                  <a:schemeClr val="accent3"/>
                </a:solidFill>
              </a:defRPr>
            </a:lvl1pPr>
          </a:lstStyle>
          <a:p>
            <a:r>
              <a:rPr lang="da-DK"/>
              <a:t>Klik for at redigere titeltypografien i masteren</a:t>
            </a:r>
            <a:endParaRPr lang="en-US"/>
          </a:p>
        </p:txBody>
      </p:sp>
      <p:grpSp>
        <p:nvGrpSpPr>
          <p:cNvPr id="11" name="Gruppe 10">
            <a:extLst>
              <a:ext uri="{FF2B5EF4-FFF2-40B4-BE49-F238E27FC236}">
                <a16:creationId xmlns:a16="http://schemas.microsoft.com/office/drawing/2014/main" id="{622D25D0-326D-EE0B-2613-C948BFDF6043}"/>
              </a:ext>
            </a:extLst>
          </p:cNvPr>
          <p:cNvGrpSpPr/>
          <p:nvPr userDrawn="1"/>
        </p:nvGrpSpPr>
        <p:grpSpPr>
          <a:xfrm>
            <a:off x="288000" y="6490800"/>
            <a:ext cx="11614351" cy="118982"/>
            <a:chOff x="288000" y="6523200"/>
            <a:chExt cx="11614351" cy="118982"/>
          </a:xfrm>
        </p:grpSpPr>
        <p:pic>
          <p:nvPicPr>
            <p:cNvPr id="12" name="Grafik 11">
              <a:extLst>
                <a:ext uri="{FF2B5EF4-FFF2-40B4-BE49-F238E27FC236}">
                  <a16:creationId xmlns:a16="http://schemas.microsoft.com/office/drawing/2014/main" id="{EA8FE49D-551C-7D6C-5643-7B81DE46752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13" name="Picture 3">
              <a:extLst>
                <a:ext uri="{FF2B5EF4-FFF2-40B4-BE49-F238E27FC236}">
                  <a16:creationId xmlns:a16="http://schemas.microsoft.com/office/drawing/2014/main" id="{1AAB53CD-F226-9FFE-5294-E5B3581AD79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393176301"/>
      </p:ext>
    </p:extLst>
  </p:cSld>
  <p:clrMapOvr>
    <a:masterClrMapping/>
  </p:clrMapOvr>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CUS x 4: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2808000" cy="6083999"/>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66997ECD-8973-8BF1-61F8-BCF079637AFE}"/>
              </a:ext>
            </a:extLst>
          </p:cNvPr>
          <p:cNvSpPr>
            <a:spLocks noGrp="1"/>
          </p:cNvSpPr>
          <p:nvPr>
            <p:ph type="pic" sz="quarter" idx="17"/>
          </p:nvPr>
        </p:nvSpPr>
        <p:spPr>
          <a:xfrm>
            <a:off x="3198942" y="252000"/>
            <a:ext cx="2844000" cy="6083999"/>
          </a:xfrm>
          <a:solidFill>
            <a:srgbClr val="DDDDDD"/>
          </a:solidFill>
        </p:spPr>
        <p:txBody>
          <a:bodyPr/>
          <a:lstStyle/>
          <a:p>
            <a:r>
              <a:rPr lang="da-DK"/>
              <a:t>Klik på ikonet for at tilføje et billede</a:t>
            </a:r>
            <a:endParaRPr lang="en-US"/>
          </a:p>
        </p:txBody>
      </p:sp>
      <p:sp>
        <p:nvSpPr>
          <p:cNvPr id="12" name="Pladsholder til billede 12">
            <a:extLst>
              <a:ext uri="{FF2B5EF4-FFF2-40B4-BE49-F238E27FC236}">
                <a16:creationId xmlns:a16="http://schemas.microsoft.com/office/drawing/2014/main" id="{B3A4B443-5BFD-43A1-2E60-3554B285B77C}"/>
              </a:ext>
            </a:extLst>
          </p:cNvPr>
          <p:cNvSpPr>
            <a:spLocks noGrp="1"/>
          </p:cNvSpPr>
          <p:nvPr>
            <p:ph type="pic" sz="quarter" idx="18"/>
          </p:nvPr>
        </p:nvSpPr>
        <p:spPr>
          <a:xfrm>
            <a:off x="6145884" y="252000"/>
            <a:ext cx="2844000" cy="6083999"/>
          </a:xfrm>
          <a:solidFill>
            <a:srgbClr val="DDDDDD"/>
          </a:solidFill>
        </p:spPr>
        <p:txBody>
          <a:bodyPr/>
          <a:lstStyle/>
          <a:p>
            <a:r>
              <a:rPr lang="da-DK"/>
              <a:t>Klik på ikonet for at tilføje et billede</a:t>
            </a:r>
            <a:endParaRPr lang="en-US"/>
          </a:p>
        </p:txBody>
      </p:sp>
      <p:sp>
        <p:nvSpPr>
          <p:cNvPr id="13" name="Pladsholder til billede 12">
            <a:extLst>
              <a:ext uri="{FF2B5EF4-FFF2-40B4-BE49-F238E27FC236}">
                <a16:creationId xmlns:a16="http://schemas.microsoft.com/office/drawing/2014/main" id="{223F50DF-086F-FB84-CB1C-000E8D95B312}"/>
              </a:ext>
            </a:extLst>
          </p:cNvPr>
          <p:cNvSpPr>
            <a:spLocks noGrp="1"/>
          </p:cNvSpPr>
          <p:nvPr>
            <p:ph type="pic" sz="quarter" idx="19"/>
          </p:nvPr>
        </p:nvSpPr>
        <p:spPr>
          <a:xfrm>
            <a:off x="9092825" y="252000"/>
            <a:ext cx="2808000"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64880328"/>
      </p:ext>
    </p:extLst>
  </p:cSld>
  <p:clrMapOvr>
    <a:masterClrMapping/>
  </p:clrMapOvr>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FOCUS x 4: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3606701"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1062"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1062" y="3937000"/>
            <a:ext cx="3606701" cy="381000"/>
          </a:xfrm>
        </p:spPr>
        <p:txBody>
          <a:bodyPr/>
          <a:lstStyle>
            <a:lvl1pPr>
              <a:defRPr sz="1800"/>
            </a:lvl1pPr>
          </a:lstStyle>
          <a:p>
            <a:pPr lvl="0"/>
            <a:r>
              <a:rPr lang="da-DK"/>
              <a:t>Headline</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94124"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94025" y="3937000"/>
            <a:ext cx="3606701" cy="381000"/>
          </a:xfrm>
        </p:spPr>
        <p:txBody>
          <a:bodyPr/>
          <a:lstStyle>
            <a:lvl1pPr>
              <a:defRPr sz="1800"/>
            </a:lvl1pPr>
          </a:lstStyle>
          <a:p>
            <a:pPr lvl="0"/>
            <a:r>
              <a:rPr lang="da-DK"/>
              <a:t>Headline</a:t>
            </a:r>
            <a:endParaRPr lang="en-US"/>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90949"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4</a:t>
            </a:r>
          </a:p>
        </p:txBody>
      </p:sp>
      <p:sp>
        <p:nvSpPr>
          <p:cNvPr id="6" name="Pladsholder til tekst 2">
            <a:extLst>
              <a:ext uri="{FF2B5EF4-FFF2-40B4-BE49-F238E27FC236}">
                <a16:creationId xmlns:a16="http://schemas.microsoft.com/office/drawing/2014/main" id="{C8FF04B3-B41B-3169-6003-46666D62034E}"/>
              </a:ext>
            </a:extLst>
          </p:cNvPr>
          <p:cNvSpPr>
            <a:spLocks noGrp="1"/>
          </p:cNvSpPr>
          <p:nvPr>
            <p:ph idx="18" hasCustomPrompt="1"/>
          </p:nvPr>
        </p:nvSpPr>
        <p:spPr>
          <a:xfrm>
            <a:off x="4291062" y="1103132"/>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7" name="Pladsholder til tekst 11">
            <a:extLst>
              <a:ext uri="{FF2B5EF4-FFF2-40B4-BE49-F238E27FC236}">
                <a16:creationId xmlns:a16="http://schemas.microsoft.com/office/drawing/2014/main" id="{FB3B7F12-51AD-1154-264C-A7B6B388EED3}"/>
              </a:ext>
            </a:extLst>
          </p:cNvPr>
          <p:cNvSpPr>
            <a:spLocks noGrp="1"/>
          </p:cNvSpPr>
          <p:nvPr>
            <p:ph type="body" sz="quarter" idx="19" hasCustomPrompt="1"/>
          </p:nvPr>
        </p:nvSpPr>
        <p:spPr>
          <a:xfrm>
            <a:off x="4291062" y="722132"/>
            <a:ext cx="3606701" cy="381000"/>
          </a:xfrm>
        </p:spPr>
        <p:txBody>
          <a:bodyPr/>
          <a:lstStyle>
            <a:lvl1pPr>
              <a:defRPr sz="1800"/>
            </a:lvl1pPr>
          </a:lstStyle>
          <a:p>
            <a:pPr lvl="0"/>
            <a:r>
              <a:rPr lang="da-DK"/>
              <a:t>Headline</a:t>
            </a:r>
            <a:endParaRPr lang="en-US"/>
          </a:p>
        </p:txBody>
      </p:sp>
      <p:sp>
        <p:nvSpPr>
          <p:cNvPr id="8" name="Pladsholder til tekst 2">
            <a:extLst>
              <a:ext uri="{FF2B5EF4-FFF2-40B4-BE49-F238E27FC236}">
                <a16:creationId xmlns:a16="http://schemas.microsoft.com/office/drawing/2014/main" id="{AF478F71-503E-BE1E-8FE9-E2574DEBA735}"/>
              </a:ext>
            </a:extLst>
          </p:cNvPr>
          <p:cNvSpPr>
            <a:spLocks noGrp="1"/>
          </p:cNvSpPr>
          <p:nvPr>
            <p:ph idx="20" hasCustomPrompt="1"/>
          </p:nvPr>
        </p:nvSpPr>
        <p:spPr>
          <a:xfrm>
            <a:off x="8294124" y="1103132"/>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9" name="Pladsholder til tekst 11">
            <a:extLst>
              <a:ext uri="{FF2B5EF4-FFF2-40B4-BE49-F238E27FC236}">
                <a16:creationId xmlns:a16="http://schemas.microsoft.com/office/drawing/2014/main" id="{B57EC8D4-5271-EB1B-F1DD-92949C0A5DDF}"/>
              </a:ext>
            </a:extLst>
          </p:cNvPr>
          <p:cNvSpPr>
            <a:spLocks noGrp="1"/>
          </p:cNvSpPr>
          <p:nvPr>
            <p:ph type="body" sz="quarter" idx="21" hasCustomPrompt="1"/>
          </p:nvPr>
        </p:nvSpPr>
        <p:spPr>
          <a:xfrm>
            <a:off x="8294025" y="722132"/>
            <a:ext cx="3606701" cy="381000"/>
          </a:xfrm>
        </p:spPr>
        <p:txBody>
          <a:bodyPr/>
          <a:lstStyle>
            <a:lvl1pPr>
              <a:defRPr sz="1800"/>
            </a:lvl1pPr>
          </a:lstStyle>
          <a:p>
            <a:pPr lvl="0"/>
            <a:r>
              <a:rPr lang="da-DK"/>
              <a:t>Headline</a:t>
            </a:r>
            <a:endParaRPr lang="en-US"/>
          </a:p>
        </p:txBody>
      </p:sp>
      <p:sp>
        <p:nvSpPr>
          <p:cNvPr id="11" name="Ellipse 10">
            <a:extLst>
              <a:ext uri="{FF2B5EF4-FFF2-40B4-BE49-F238E27FC236}">
                <a16:creationId xmlns:a16="http://schemas.microsoft.com/office/drawing/2014/main" id="{D4FB6324-B7E4-E17B-0345-F4C0D96128CC}"/>
              </a:ext>
            </a:extLst>
          </p:cNvPr>
          <p:cNvSpPr/>
          <p:nvPr userDrawn="1"/>
        </p:nvSpPr>
        <p:spPr>
          <a:xfrm>
            <a:off x="4291062" y="232147"/>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20" name="Ellipse 19">
            <a:extLst>
              <a:ext uri="{FF2B5EF4-FFF2-40B4-BE49-F238E27FC236}">
                <a16:creationId xmlns:a16="http://schemas.microsoft.com/office/drawing/2014/main" id="{C356B4CE-C542-DC3E-D820-F9584D074CB2}"/>
              </a:ext>
            </a:extLst>
          </p:cNvPr>
          <p:cNvSpPr/>
          <p:nvPr userDrawn="1"/>
        </p:nvSpPr>
        <p:spPr>
          <a:xfrm>
            <a:off x="8290949" y="232147"/>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Tree>
    <p:extLst>
      <p:ext uri="{BB962C8B-B14F-4D97-AF65-F5344CB8AC3E}">
        <p14:creationId xmlns:p14="http://schemas.microsoft.com/office/powerpoint/2010/main" val="908391879"/>
      </p:ext>
    </p:extLst>
  </p:cSld>
  <p:clrMapOvr>
    <a:masterClrMapping/>
  </p:clrMapOvr>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OCUS x 4: Harbour Mist">
    <p:bg>
      <p:bgPr>
        <a:solidFill>
          <a:schemeClr val="accent6"/>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1093012"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3783825"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6474638"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9" name="Gruppe 48">
            <a:extLst>
              <a:ext uri="{FF2B5EF4-FFF2-40B4-BE49-F238E27FC236}">
                <a16:creationId xmlns:a16="http://schemas.microsoft.com/office/drawing/2014/main" id="{A98F00D6-B127-1E58-F81A-47C2DA79EF9B}"/>
              </a:ext>
            </a:extLst>
          </p:cNvPr>
          <p:cNvGrpSpPr/>
          <p:nvPr userDrawn="1"/>
        </p:nvGrpSpPr>
        <p:grpSpPr>
          <a:xfrm>
            <a:off x="9165450" y="544372"/>
            <a:ext cx="1930363" cy="5405016"/>
            <a:chOff x="1084210" y="428625"/>
            <a:chExt cx="2088000" cy="5846400"/>
          </a:xfrm>
        </p:grpSpPr>
        <p:sp>
          <p:nvSpPr>
            <p:cNvPr id="50" name="Ellipse 49">
              <a:extLst>
                <a:ext uri="{FF2B5EF4-FFF2-40B4-BE49-F238E27FC236}">
                  <a16:creationId xmlns:a16="http://schemas.microsoft.com/office/drawing/2014/main" id="{41BE961C-1A9F-F84A-D970-5EAF9465CB23}"/>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08000" tIns="180000" rIns="180000" bIns="180000" rtlCol="0" anchor="ctr">
              <a:noAutofit/>
            </a:bodyPr>
            <a:lstStyle/>
            <a:p>
              <a:pPr algn="ctr">
                <a:lnSpc>
                  <a:spcPct val="100000"/>
                </a:lnSpc>
              </a:pPr>
              <a:r>
                <a:rPr lang="en-US" sz="11500" spc="-60" baseline="0" dirty="0" err="1">
                  <a:solidFill>
                    <a:schemeClr val="accent6"/>
                  </a:solidFill>
                  <a:cs typeface="Arial"/>
                </a:rPr>
                <a:t>4</a:t>
              </a:r>
            </a:p>
          </p:txBody>
        </p:sp>
        <p:sp>
          <p:nvSpPr>
            <p:cNvPr id="51" name="Ellipse 50">
              <a:extLst>
                <a:ext uri="{FF2B5EF4-FFF2-40B4-BE49-F238E27FC236}">
                  <a16:creationId xmlns:a16="http://schemas.microsoft.com/office/drawing/2014/main" id="{C2129BF2-43C2-2232-CD1D-3F236E29167C}"/>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52" name="Ellipse 51">
              <a:extLst>
                <a:ext uri="{FF2B5EF4-FFF2-40B4-BE49-F238E27FC236}">
                  <a16:creationId xmlns:a16="http://schemas.microsoft.com/office/drawing/2014/main" id="{B0C0F74E-70D8-7CC9-C095-A362D640C6C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53" name="Rektangel 52">
              <a:extLst>
                <a:ext uri="{FF2B5EF4-FFF2-40B4-BE49-F238E27FC236}">
                  <a16:creationId xmlns:a16="http://schemas.microsoft.com/office/drawing/2014/main" id="{F8FCDE54-6C26-5651-D130-58910452D98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678008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6778800" y="4429128"/>
            <a:ext cx="1319460" cy="381000"/>
          </a:xfrm>
        </p:spPr>
        <p:txBody>
          <a:bodyPr/>
          <a:lstStyle>
            <a:lvl1pPr>
              <a:defRPr sz="1600">
                <a:solidFill>
                  <a:schemeClr val="bg2"/>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1398463"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1398463" y="4429128"/>
            <a:ext cx="1319460" cy="381000"/>
          </a:xfrm>
        </p:spPr>
        <p:txBody>
          <a:bodyPr/>
          <a:lstStyle>
            <a:lvl1pPr>
              <a:defRPr sz="1600">
                <a:solidFill>
                  <a:schemeClr val="bg2"/>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408927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4089276" y="4429128"/>
            <a:ext cx="1319460" cy="381000"/>
          </a:xfrm>
        </p:spPr>
        <p:txBody>
          <a:bodyPr/>
          <a:lstStyle>
            <a:lvl1pPr>
              <a:defRPr sz="1600">
                <a:solidFill>
                  <a:schemeClr val="bg2"/>
                </a:solidFill>
              </a:defRPr>
            </a:lvl1pPr>
          </a:lstStyle>
          <a:p>
            <a:pPr lvl="0"/>
            <a:r>
              <a:rPr lang="da-DK"/>
              <a:t>Headline</a:t>
            </a:r>
            <a:endParaRPr lang="en-US"/>
          </a:p>
        </p:txBody>
      </p:sp>
      <p:sp>
        <p:nvSpPr>
          <p:cNvPr id="61" name="Pladsholder til tekst 2">
            <a:extLst>
              <a:ext uri="{FF2B5EF4-FFF2-40B4-BE49-F238E27FC236}">
                <a16:creationId xmlns:a16="http://schemas.microsoft.com/office/drawing/2014/main" id="{8ADA7D18-8A8C-8038-78D5-DFC74CE212E0}"/>
              </a:ext>
            </a:extLst>
          </p:cNvPr>
          <p:cNvSpPr>
            <a:spLocks noGrp="1"/>
          </p:cNvSpPr>
          <p:nvPr>
            <p:ph idx="25" hasCustomPrompt="1"/>
          </p:nvPr>
        </p:nvSpPr>
        <p:spPr>
          <a:xfrm>
            <a:off x="947090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2" name="Pladsholder til tekst 11">
            <a:extLst>
              <a:ext uri="{FF2B5EF4-FFF2-40B4-BE49-F238E27FC236}">
                <a16:creationId xmlns:a16="http://schemas.microsoft.com/office/drawing/2014/main" id="{A9CC982F-40F9-541A-071E-22469FA13E87}"/>
              </a:ext>
            </a:extLst>
          </p:cNvPr>
          <p:cNvSpPr>
            <a:spLocks noGrp="1"/>
          </p:cNvSpPr>
          <p:nvPr>
            <p:ph type="body" sz="quarter" idx="26" hasCustomPrompt="1"/>
          </p:nvPr>
        </p:nvSpPr>
        <p:spPr>
          <a:xfrm>
            <a:off x="9469613" y="4429128"/>
            <a:ext cx="1319460" cy="381000"/>
          </a:xfrm>
        </p:spPr>
        <p:txBody>
          <a:bodyPr/>
          <a:lstStyle>
            <a:lvl1pPr>
              <a:defRPr sz="1600">
                <a:solidFill>
                  <a:schemeClr val="bg2"/>
                </a:solidFill>
              </a:defRPr>
            </a:lvl1pPr>
          </a:lstStyle>
          <a:p>
            <a:pPr lvl="0"/>
            <a:r>
              <a:rPr lang="da-DK"/>
              <a:t>Headline</a:t>
            </a:r>
            <a:endParaRPr lang="en-US"/>
          </a:p>
        </p:txBody>
      </p:sp>
    </p:spTree>
    <p:extLst>
      <p:ext uri="{BB962C8B-B14F-4D97-AF65-F5344CB8AC3E}">
        <p14:creationId xmlns:p14="http://schemas.microsoft.com/office/powerpoint/2010/main" val="4217193872"/>
      </p:ext>
    </p:extLst>
  </p:cSld>
  <p:clrMapOvr>
    <a:masterClrMapping/>
  </p:clrMapOvr>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FOCUS x 4: Cream">
    <p:bg>
      <p:bgPr>
        <a:solidFill>
          <a:schemeClr val="accent4"/>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1093012" y="544372"/>
            <a:ext cx="1930363" cy="5405016"/>
            <a:chOff x="1084210" y="428625"/>
            <a:chExt cx="2088000" cy="5846400"/>
          </a:xfrm>
          <a:solidFill>
            <a:schemeClr val="accent3"/>
          </a:solidFill>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3783825" y="544372"/>
            <a:ext cx="1930363" cy="5405016"/>
            <a:chOff x="1084210" y="428625"/>
            <a:chExt cx="2088000" cy="5846400"/>
          </a:xfrm>
          <a:solidFill>
            <a:schemeClr val="accent3"/>
          </a:solidFill>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6474638" y="544372"/>
            <a:ext cx="1930363" cy="5405016"/>
            <a:chOff x="1084210" y="428625"/>
            <a:chExt cx="2088000" cy="5846400"/>
          </a:xfrm>
          <a:solidFill>
            <a:schemeClr val="accent3"/>
          </a:solidFill>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49" name="Gruppe 48">
            <a:extLst>
              <a:ext uri="{FF2B5EF4-FFF2-40B4-BE49-F238E27FC236}">
                <a16:creationId xmlns:a16="http://schemas.microsoft.com/office/drawing/2014/main" id="{A98F00D6-B127-1E58-F81A-47C2DA79EF9B}"/>
              </a:ext>
            </a:extLst>
          </p:cNvPr>
          <p:cNvGrpSpPr/>
          <p:nvPr userDrawn="1"/>
        </p:nvGrpSpPr>
        <p:grpSpPr>
          <a:xfrm>
            <a:off x="9165450" y="544372"/>
            <a:ext cx="1930363" cy="5405016"/>
            <a:chOff x="1084210" y="428625"/>
            <a:chExt cx="2088000" cy="5846400"/>
          </a:xfrm>
          <a:solidFill>
            <a:schemeClr val="accent3"/>
          </a:solidFill>
        </p:grpSpPr>
        <p:sp>
          <p:nvSpPr>
            <p:cNvPr id="50" name="Ellipse 49">
              <a:extLst>
                <a:ext uri="{FF2B5EF4-FFF2-40B4-BE49-F238E27FC236}">
                  <a16:creationId xmlns:a16="http://schemas.microsoft.com/office/drawing/2014/main" id="{41BE961C-1A9F-F84A-D970-5EAF9465CB23}"/>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08000" tIns="180000" rIns="180000" bIns="180000" rtlCol="0" anchor="ctr">
              <a:noAutofit/>
            </a:bodyPr>
            <a:lstStyle/>
            <a:p>
              <a:pPr algn="ctr">
                <a:lnSpc>
                  <a:spcPct val="100000"/>
                </a:lnSpc>
              </a:pPr>
              <a:r>
                <a:rPr lang="en-US" sz="11500" spc="-60" baseline="0" dirty="0" err="1">
                  <a:solidFill>
                    <a:schemeClr val="accent4"/>
                  </a:solidFill>
                  <a:cs typeface="Arial"/>
                </a:rPr>
                <a:t>4</a:t>
              </a:r>
            </a:p>
          </p:txBody>
        </p:sp>
        <p:sp>
          <p:nvSpPr>
            <p:cNvPr id="51" name="Ellipse 50">
              <a:extLst>
                <a:ext uri="{FF2B5EF4-FFF2-40B4-BE49-F238E27FC236}">
                  <a16:creationId xmlns:a16="http://schemas.microsoft.com/office/drawing/2014/main" id="{C2129BF2-43C2-2232-CD1D-3F236E29167C}"/>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52" name="Ellipse 51">
              <a:extLst>
                <a:ext uri="{FF2B5EF4-FFF2-40B4-BE49-F238E27FC236}">
                  <a16:creationId xmlns:a16="http://schemas.microsoft.com/office/drawing/2014/main" id="{B0C0F74E-70D8-7CC9-C095-A362D640C6C8}"/>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53" name="Rektangel 52">
              <a:extLst>
                <a:ext uri="{FF2B5EF4-FFF2-40B4-BE49-F238E27FC236}">
                  <a16:creationId xmlns:a16="http://schemas.microsoft.com/office/drawing/2014/main" id="{F8FCDE54-6C26-5651-D130-58910452D982}"/>
                </a:ext>
              </a:extLst>
            </p:cNvPr>
            <p:cNvSpPr/>
            <p:nvPr userDrawn="1"/>
          </p:nvSpPr>
          <p:spPr>
            <a:xfrm>
              <a:off x="1084210" y="3347429"/>
              <a:ext cx="2088000" cy="1884328"/>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678008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6778800" y="4429128"/>
            <a:ext cx="1319460" cy="381000"/>
          </a:xfrm>
        </p:spPr>
        <p:txBody>
          <a:bodyPr/>
          <a:lstStyle>
            <a:lvl1pPr>
              <a:defRPr sz="1600">
                <a:solidFill>
                  <a:schemeClr val="accent4"/>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1398463"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1398463" y="4429128"/>
            <a:ext cx="1319460" cy="381000"/>
          </a:xfrm>
        </p:spPr>
        <p:txBody>
          <a:bodyPr/>
          <a:lstStyle>
            <a:lvl1pPr>
              <a:defRPr sz="1600">
                <a:solidFill>
                  <a:schemeClr val="accent4"/>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408927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4089276" y="4429128"/>
            <a:ext cx="1319460" cy="381000"/>
          </a:xfrm>
        </p:spPr>
        <p:txBody>
          <a:bodyPr/>
          <a:lstStyle>
            <a:lvl1pPr>
              <a:defRPr sz="1600">
                <a:solidFill>
                  <a:schemeClr val="accent4"/>
                </a:solidFill>
              </a:defRPr>
            </a:lvl1pPr>
          </a:lstStyle>
          <a:p>
            <a:pPr lvl="0"/>
            <a:r>
              <a:rPr lang="da-DK"/>
              <a:t>Headline</a:t>
            </a:r>
            <a:endParaRPr lang="en-US"/>
          </a:p>
        </p:txBody>
      </p:sp>
      <p:sp>
        <p:nvSpPr>
          <p:cNvPr id="61" name="Pladsholder til tekst 2">
            <a:extLst>
              <a:ext uri="{FF2B5EF4-FFF2-40B4-BE49-F238E27FC236}">
                <a16:creationId xmlns:a16="http://schemas.microsoft.com/office/drawing/2014/main" id="{8ADA7D18-8A8C-8038-78D5-DFC74CE212E0}"/>
              </a:ext>
            </a:extLst>
          </p:cNvPr>
          <p:cNvSpPr>
            <a:spLocks noGrp="1"/>
          </p:cNvSpPr>
          <p:nvPr>
            <p:ph idx="25" hasCustomPrompt="1"/>
          </p:nvPr>
        </p:nvSpPr>
        <p:spPr>
          <a:xfrm>
            <a:off x="947090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2" name="Pladsholder til tekst 11">
            <a:extLst>
              <a:ext uri="{FF2B5EF4-FFF2-40B4-BE49-F238E27FC236}">
                <a16:creationId xmlns:a16="http://schemas.microsoft.com/office/drawing/2014/main" id="{A9CC982F-40F9-541A-071E-22469FA13E87}"/>
              </a:ext>
            </a:extLst>
          </p:cNvPr>
          <p:cNvSpPr>
            <a:spLocks noGrp="1"/>
          </p:cNvSpPr>
          <p:nvPr>
            <p:ph type="body" sz="quarter" idx="26" hasCustomPrompt="1"/>
          </p:nvPr>
        </p:nvSpPr>
        <p:spPr>
          <a:xfrm>
            <a:off x="9469613" y="4429128"/>
            <a:ext cx="1319460" cy="381000"/>
          </a:xfrm>
        </p:spPr>
        <p:txBody>
          <a:bodyPr/>
          <a:lstStyle>
            <a:lvl1pPr>
              <a:defRPr sz="1600">
                <a:solidFill>
                  <a:schemeClr val="accent4"/>
                </a:solidFill>
              </a:defRPr>
            </a:lvl1pPr>
          </a:lstStyle>
          <a:p>
            <a:pPr lvl="0"/>
            <a:r>
              <a:rPr lang="da-DK"/>
              <a:t>Headline</a:t>
            </a:r>
            <a:endParaRPr lang="en-US"/>
          </a:p>
        </p:txBody>
      </p:sp>
      <p:grpSp>
        <p:nvGrpSpPr>
          <p:cNvPr id="6" name="Gruppe 5">
            <a:extLst>
              <a:ext uri="{FF2B5EF4-FFF2-40B4-BE49-F238E27FC236}">
                <a16:creationId xmlns:a16="http://schemas.microsoft.com/office/drawing/2014/main" id="{899D0C7E-DE30-D24B-160F-82E1B882CF52}"/>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B3F318FA-18FB-41CD-88F0-1DD7929D751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10" name="Picture 3">
              <a:extLst>
                <a:ext uri="{FF2B5EF4-FFF2-40B4-BE49-F238E27FC236}">
                  <a16:creationId xmlns:a16="http://schemas.microsoft.com/office/drawing/2014/main" id="{14940862-A396-EC0D-D0D9-BA7122FECE6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982596174"/>
      </p:ext>
    </p:extLst>
  </p:cSld>
  <p:clrMapOvr>
    <a:masterClrMapping/>
  </p:clrMapOvr>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CUS x 5: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3606701"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3937000"/>
            <a:ext cx="3606701" cy="381000"/>
          </a:xfrm>
        </p:spPr>
        <p:txBody>
          <a:bodyPr/>
          <a:lstStyle>
            <a:lvl1pPr>
              <a:defRPr sz="1800"/>
            </a:lvl1pPr>
          </a:lstStyle>
          <a:p>
            <a:pPr lvl="0"/>
            <a:r>
              <a:rPr lang="da-DK"/>
              <a:t>Headline</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1062"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1062" y="3937000"/>
            <a:ext cx="3606701" cy="381000"/>
          </a:xfrm>
        </p:spPr>
        <p:txBody>
          <a:bodyPr/>
          <a:lstStyle>
            <a:lvl1pPr>
              <a:defRPr sz="1800"/>
            </a:lvl1pPr>
          </a:lstStyle>
          <a:p>
            <a:pPr lvl="0"/>
            <a:r>
              <a:rPr lang="da-DK"/>
              <a:t>Headline</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80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80000" y="3937000"/>
            <a:ext cx="3606701" cy="381000"/>
          </a:xfrm>
        </p:spPr>
        <p:txBody>
          <a:bodyPr/>
          <a:lstStyle>
            <a:lvl1pPr>
              <a:defRPr sz="1800"/>
            </a:lvl1pPr>
          </a:lstStyle>
          <a:p>
            <a:pPr lvl="0"/>
            <a:r>
              <a:rPr lang="da-DK"/>
              <a:t>Headline</a:t>
            </a:r>
            <a:endParaRPr lang="en-US"/>
          </a:p>
        </p:txBody>
      </p:sp>
      <p:sp>
        <p:nvSpPr>
          <p:cNvPr id="17" name="Ellipse 16">
            <a:extLst>
              <a:ext uri="{FF2B5EF4-FFF2-40B4-BE49-F238E27FC236}">
                <a16:creationId xmlns:a16="http://schemas.microsoft.com/office/drawing/2014/main" id="{FC8D66FE-F0C5-5FA5-5346-FB148950007F}"/>
              </a:ext>
            </a:extLst>
          </p:cNvPr>
          <p:cNvSpPr/>
          <p:nvPr userDrawn="1"/>
        </p:nvSpPr>
        <p:spPr>
          <a:xfrm>
            <a:off x="28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4</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80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5</a:t>
            </a:r>
          </a:p>
        </p:txBody>
      </p:sp>
      <p:sp>
        <p:nvSpPr>
          <p:cNvPr id="6" name="Pladsholder til tekst 2">
            <a:extLst>
              <a:ext uri="{FF2B5EF4-FFF2-40B4-BE49-F238E27FC236}">
                <a16:creationId xmlns:a16="http://schemas.microsoft.com/office/drawing/2014/main" id="{C8FF04B3-B41B-3169-6003-46666D62034E}"/>
              </a:ext>
            </a:extLst>
          </p:cNvPr>
          <p:cNvSpPr>
            <a:spLocks noGrp="1"/>
          </p:cNvSpPr>
          <p:nvPr>
            <p:ph idx="18" hasCustomPrompt="1"/>
          </p:nvPr>
        </p:nvSpPr>
        <p:spPr>
          <a:xfrm>
            <a:off x="4291062" y="1113071"/>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7" name="Pladsholder til tekst 11">
            <a:extLst>
              <a:ext uri="{FF2B5EF4-FFF2-40B4-BE49-F238E27FC236}">
                <a16:creationId xmlns:a16="http://schemas.microsoft.com/office/drawing/2014/main" id="{FB3B7F12-51AD-1154-264C-A7B6B388EED3}"/>
              </a:ext>
            </a:extLst>
          </p:cNvPr>
          <p:cNvSpPr>
            <a:spLocks noGrp="1"/>
          </p:cNvSpPr>
          <p:nvPr>
            <p:ph type="body" sz="quarter" idx="19" hasCustomPrompt="1"/>
          </p:nvPr>
        </p:nvSpPr>
        <p:spPr>
          <a:xfrm>
            <a:off x="4291062" y="732071"/>
            <a:ext cx="3606701" cy="381000"/>
          </a:xfrm>
        </p:spPr>
        <p:txBody>
          <a:bodyPr/>
          <a:lstStyle>
            <a:lvl1pPr>
              <a:defRPr sz="1800"/>
            </a:lvl1pPr>
          </a:lstStyle>
          <a:p>
            <a:pPr lvl="0"/>
            <a:r>
              <a:rPr lang="da-DK"/>
              <a:t>Headline</a:t>
            </a:r>
            <a:endParaRPr lang="en-US"/>
          </a:p>
        </p:txBody>
      </p:sp>
      <p:sp>
        <p:nvSpPr>
          <p:cNvPr id="8" name="Pladsholder til tekst 2">
            <a:extLst>
              <a:ext uri="{FF2B5EF4-FFF2-40B4-BE49-F238E27FC236}">
                <a16:creationId xmlns:a16="http://schemas.microsoft.com/office/drawing/2014/main" id="{AF478F71-503E-BE1E-8FE9-E2574DEBA735}"/>
              </a:ext>
            </a:extLst>
          </p:cNvPr>
          <p:cNvSpPr>
            <a:spLocks noGrp="1"/>
          </p:cNvSpPr>
          <p:nvPr>
            <p:ph idx="20" hasCustomPrompt="1"/>
          </p:nvPr>
        </p:nvSpPr>
        <p:spPr>
          <a:xfrm>
            <a:off x="8280000" y="1113071"/>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9" name="Pladsholder til tekst 11">
            <a:extLst>
              <a:ext uri="{FF2B5EF4-FFF2-40B4-BE49-F238E27FC236}">
                <a16:creationId xmlns:a16="http://schemas.microsoft.com/office/drawing/2014/main" id="{B57EC8D4-5271-EB1B-F1DD-92949C0A5DDF}"/>
              </a:ext>
            </a:extLst>
          </p:cNvPr>
          <p:cNvSpPr>
            <a:spLocks noGrp="1"/>
          </p:cNvSpPr>
          <p:nvPr>
            <p:ph type="body" sz="quarter" idx="21" hasCustomPrompt="1"/>
          </p:nvPr>
        </p:nvSpPr>
        <p:spPr>
          <a:xfrm>
            <a:off x="8280000" y="732071"/>
            <a:ext cx="3606701" cy="381000"/>
          </a:xfrm>
        </p:spPr>
        <p:txBody>
          <a:bodyPr/>
          <a:lstStyle>
            <a:lvl1pPr>
              <a:defRPr sz="1800"/>
            </a:lvl1pPr>
          </a:lstStyle>
          <a:p>
            <a:pPr lvl="0"/>
            <a:r>
              <a:rPr lang="da-DK"/>
              <a:t>Headline</a:t>
            </a:r>
            <a:endParaRPr lang="en-US"/>
          </a:p>
        </p:txBody>
      </p:sp>
      <p:sp>
        <p:nvSpPr>
          <p:cNvPr id="11" name="Ellipse 10">
            <a:extLst>
              <a:ext uri="{FF2B5EF4-FFF2-40B4-BE49-F238E27FC236}">
                <a16:creationId xmlns:a16="http://schemas.microsoft.com/office/drawing/2014/main" id="{D4FB6324-B7E4-E17B-0345-F4C0D96128CC}"/>
              </a:ext>
            </a:extLst>
          </p:cNvPr>
          <p:cNvSpPr/>
          <p:nvPr userDrawn="1"/>
        </p:nvSpPr>
        <p:spPr>
          <a:xfrm>
            <a:off x="4291062" y="242086"/>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20" name="Ellipse 19">
            <a:extLst>
              <a:ext uri="{FF2B5EF4-FFF2-40B4-BE49-F238E27FC236}">
                <a16:creationId xmlns:a16="http://schemas.microsoft.com/office/drawing/2014/main" id="{C356B4CE-C542-DC3E-D820-F9584D074CB2}"/>
              </a:ext>
            </a:extLst>
          </p:cNvPr>
          <p:cNvSpPr/>
          <p:nvPr userDrawn="1"/>
        </p:nvSpPr>
        <p:spPr>
          <a:xfrm>
            <a:off x="8280000" y="242086"/>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Tree>
    <p:extLst>
      <p:ext uri="{BB962C8B-B14F-4D97-AF65-F5344CB8AC3E}">
        <p14:creationId xmlns:p14="http://schemas.microsoft.com/office/powerpoint/2010/main" val="1510395387"/>
      </p:ext>
    </p:extLst>
  </p:cSld>
  <p:clrMapOvr>
    <a:masterClrMapping/>
  </p:clrMapOvr>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FOCUS x 6: With intro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52000"/>
            <a:ext cx="2772000" cy="468351"/>
          </a:xfrm>
        </p:spPr>
        <p:txBody>
          <a:bodyPr/>
          <a:lstStyle>
            <a:lvl1pPr>
              <a:lnSpc>
                <a:spcPct val="100000"/>
              </a:lnSpc>
              <a:spcAft>
                <a:spcPts val="0"/>
              </a:spcAft>
              <a:defRPr sz="1400"/>
            </a:lvl1pPr>
          </a:lstStyle>
          <a:p>
            <a:pPr lvl="0"/>
            <a:r>
              <a:rPr lang="da-DK"/>
              <a:t>Title</a:t>
            </a:r>
            <a:br>
              <a:rPr lang="da-DK"/>
            </a:br>
            <a:r>
              <a:rPr lang="da-DK"/>
              <a:t>Subtitle</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3389634"/>
            <a:ext cx="2772000" cy="3058520"/>
          </a:xfrm>
        </p:spPr>
        <p:txBody>
          <a:bodyPr/>
          <a:lstStyle>
            <a:lvl1pPr>
              <a:lnSpc>
                <a:spcPct val="100000"/>
              </a:lnSpc>
              <a:spcAft>
                <a:spcPts val="400"/>
              </a:spcAft>
              <a:defRPr sz="1200"/>
            </a:lvl1pPr>
          </a:lstStyle>
          <a:p>
            <a:pPr lvl="0"/>
            <a:r>
              <a:rPr lang="da-DK"/>
              <a:t>Text</a:t>
            </a:r>
            <a:endParaRPr lang="en-US"/>
          </a:p>
        </p:txBody>
      </p:sp>
      <p:sp>
        <p:nvSpPr>
          <p:cNvPr id="8" name="Pladsholder til tekst 19">
            <a:extLst>
              <a:ext uri="{FF2B5EF4-FFF2-40B4-BE49-F238E27FC236}">
                <a16:creationId xmlns:a16="http://schemas.microsoft.com/office/drawing/2014/main" id="{4F4ADB87-6453-3879-976F-FE669ABBFB20}"/>
              </a:ext>
            </a:extLst>
          </p:cNvPr>
          <p:cNvSpPr>
            <a:spLocks noGrp="1"/>
          </p:cNvSpPr>
          <p:nvPr>
            <p:ph type="body" sz="quarter" idx="43" hasCustomPrompt="1"/>
          </p:nvPr>
        </p:nvSpPr>
        <p:spPr>
          <a:xfrm>
            <a:off x="288000" y="756000"/>
            <a:ext cx="2772000" cy="1370216"/>
          </a:xfrm>
        </p:spPr>
        <p:txBody>
          <a:bodyPr/>
          <a:lstStyle>
            <a:lvl1pPr>
              <a:lnSpc>
                <a:spcPct val="100000"/>
              </a:lnSpc>
              <a:spcAft>
                <a:spcPts val="400"/>
              </a:spcAft>
              <a:defRPr sz="1200"/>
            </a:lvl1pPr>
          </a:lstStyle>
          <a:p>
            <a:pPr lvl="0"/>
            <a:r>
              <a:rPr lang="da-DK"/>
              <a:t>Text</a:t>
            </a:r>
            <a:endParaRPr lang="en-US"/>
          </a:p>
        </p:txBody>
      </p:sp>
      <p:sp>
        <p:nvSpPr>
          <p:cNvPr id="2" name="Pladsholder til billede 12">
            <a:extLst>
              <a:ext uri="{FF2B5EF4-FFF2-40B4-BE49-F238E27FC236}">
                <a16:creationId xmlns:a16="http://schemas.microsoft.com/office/drawing/2014/main" id="{5D6B9225-FC51-36E3-D9DE-AFAC3B7E544D}"/>
              </a:ext>
            </a:extLst>
          </p:cNvPr>
          <p:cNvSpPr>
            <a:spLocks noGrp="1"/>
          </p:cNvSpPr>
          <p:nvPr>
            <p:ph type="pic" sz="quarter" idx="17"/>
          </p:nvPr>
        </p:nvSpPr>
        <p:spPr>
          <a:xfrm>
            <a:off x="3217016" y="243507"/>
            <a:ext cx="2789452" cy="2520000"/>
          </a:xfrm>
          <a:solidFill>
            <a:srgbClr val="DDDDDD"/>
          </a:solidFill>
        </p:spPr>
        <p:txBody>
          <a:bodyPr/>
          <a:lstStyle/>
          <a:p>
            <a:r>
              <a:rPr lang="da-DK"/>
              <a:t>Klik på ikonet for at tilføje et billede</a:t>
            </a:r>
            <a:endParaRPr lang="en-US"/>
          </a:p>
        </p:txBody>
      </p:sp>
      <p:sp>
        <p:nvSpPr>
          <p:cNvPr id="6" name="Pladsholder til tekst 19">
            <a:extLst>
              <a:ext uri="{FF2B5EF4-FFF2-40B4-BE49-F238E27FC236}">
                <a16:creationId xmlns:a16="http://schemas.microsoft.com/office/drawing/2014/main" id="{BC4ED422-E1F0-CDE5-6165-95CC8E81CF02}"/>
              </a:ext>
            </a:extLst>
          </p:cNvPr>
          <p:cNvSpPr>
            <a:spLocks noGrp="1"/>
          </p:cNvSpPr>
          <p:nvPr>
            <p:ph type="body" sz="quarter" idx="24" hasCustomPrompt="1"/>
          </p:nvPr>
        </p:nvSpPr>
        <p:spPr>
          <a:xfrm>
            <a:off x="3217124"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7" name="Pladsholder til billede 12">
            <a:extLst>
              <a:ext uri="{FF2B5EF4-FFF2-40B4-BE49-F238E27FC236}">
                <a16:creationId xmlns:a16="http://schemas.microsoft.com/office/drawing/2014/main" id="{53E977D3-76A6-CF30-8A57-6AF8D18BFC0B}"/>
              </a:ext>
            </a:extLst>
          </p:cNvPr>
          <p:cNvSpPr>
            <a:spLocks noGrp="1"/>
          </p:cNvSpPr>
          <p:nvPr>
            <p:ph type="pic" sz="quarter" idx="31"/>
          </p:nvPr>
        </p:nvSpPr>
        <p:spPr>
          <a:xfrm>
            <a:off x="6182032" y="243507"/>
            <a:ext cx="2789452" cy="2043273"/>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D2A855AC-7402-F155-88DA-2E5D75C6E49A}"/>
              </a:ext>
            </a:extLst>
          </p:cNvPr>
          <p:cNvSpPr>
            <a:spLocks noGrp="1"/>
          </p:cNvSpPr>
          <p:nvPr>
            <p:ph type="pic" sz="quarter" idx="32"/>
          </p:nvPr>
        </p:nvSpPr>
        <p:spPr>
          <a:xfrm>
            <a:off x="9147048" y="243507"/>
            <a:ext cx="2753777" cy="2520000"/>
          </a:xfrm>
          <a:solidFill>
            <a:srgbClr val="DDDDDD"/>
          </a:solidFill>
        </p:spPr>
        <p:txBody>
          <a:bodyPr/>
          <a:lstStyle/>
          <a:p>
            <a:r>
              <a:rPr lang="da-DK"/>
              <a:t>Klik på ikonet for at tilføje et billede</a:t>
            </a:r>
            <a:endParaRPr lang="en-US"/>
          </a:p>
        </p:txBody>
      </p:sp>
      <p:sp>
        <p:nvSpPr>
          <p:cNvPr id="14" name="Pladsholder til tekst 19">
            <a:extLst>
              <a:ext uri="{FF2B5EF4-FFF2-40B4-BE49-F238E27FC236}">
                <a16:creationId xmlns:a16="http://schemas.microsoft.com/office/drawing/2014/main" id="{3AAEBD38-C296-365F-05A2-EA95952E3209}"/>
              </a:ext>
            </a:extLst>
          </p:cNvPr>
          <p:cNvSpPr>
            <a:spLocks noGrp="1"/>
          </p:cNvSpPr>
          <p:nvPr>
            <p:ph type="body" sz="quarter" idx="33" hasCustomPrompt="1"/>
          </p:nvPr>
        </p:nvSpPr>
        <p:spPr>
          <a:xfrm>
            <a:off x="6182248"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9" name="Pladsholder til tekst 19">
            <a:extLst>
              <a:ext uri="{FF2B5EF4-FFF2-40B4-BE49-F238E27FC236}">
                <a16:creationId xmlns:a16="http://schemas.microsoft.com/office/drawing/2014/main" id="{F7FAB0B5-3497-A716-59C0-463F6F595F4E}"/>
              </a:ext>
            </a:extLst>
          </p:cNvPr>
          <p:cNvSpPr>
            <a:spLocks noGrp="1"/>
          </p:cNvSpPr>
          <p:nvPr>
            <p:ph type="body" sz="quarter" idx="34" hasCustomPrompt="1"/>
          </p:nvPr>
        </p:nvSpPr>
        <p:spPr>
          <a:xfrm>
            <a:off x="9147373" y="2833676"/>
            <a:ext cx="2753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0" name="Pladsholder til billede 12">
            <a:extLst>
              <a:ext uri="{FF2B5EF4-FFF2-40B4-BE49-F238E27FC236}">
                <a16:creationId xmlns:a16="http://schemas.microsoft.com/office/drawing/2014/main" id="{262CF417-7A67-484A-FA7E-3E9E9F77595E}"/>
              </a:ext>
            </a:extLst>
          </p:cNvPr>
          <p:cNvSpPr>
            <a:spLocks noGrp="1"/>
          </p:cNvSpPr>
          <p:nvPr>
            <p:ph type="pic" sz="quarter" idx="35"/>
          </p:nvPr>
        </p:nvSpPr>
        <p:spPr>
          <a:xfrm>
            <a:off x="3217124" y="3394431"/>
            <a:ext cx="2789452" cy="2043273"/>
          </a:xfrm>
          <a:solidFill>
            <a:srgbClr val="DDDDDD"/>
          </a:solidFill>
        </p:spPr>
        <p:txBody>
          <a:bodyPr/>
          <a:lstStyle/>
          <a:p>
            <a:r>
              <a:rPr lang="da-DK"/>
              <a:t>Klik på ikonet for at tilføje et billede</a:t>
            </a:r>
            <a:endParaRPr lang="en-US"/>
          </a:p>
        </p:txBody>
      </p:sp>
      <p:sp>
        <p:nvSpPr>
          <p:cNvPr id="21" name="Pladsholder til tekst 19">
            <a:extLst>
              <a:ext uri="{FF2B5EF4-FFF2-40B4-BE49-F238E27FC236}">
                <a16:creationId xmlns:a16="http://schemas.microsoft.com/office/drawing/2014/main" id="{FAEB25FE-956C-A36D-8315-20BA703CA18C}"/>
              </a:ext>
            </a:extLst>
          </p:cNvPr>
          <p:cNvSpPr>
            <a:spLocks noGrp="1"/>
          </p:cNvSpPr>
          <p:nvPr>
            <p:ph type="body" sz="quarter" idx="37" hasCustomPrompt="1"/>
          </p:nvPr>
        </p:nvSpPr>
        <p:spPr>
          <a:xfrm>
            <a:off x="3217124"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2" name="Pladsholder til billede 12">
            <a:extLst>
              <a:ext uri="{FF2B5EF4-FFF2-40B4-BE49-F238E27FC236}">
                <a16:creationId xmlns:a16="http://schemas.microsoft.com/office/drawing/2014/main" id="{2C20CB4A-6186-02C0-E38D-8C3159DEDBAB}"/>
              </a:ext>
            </a:extLst>
          </p:cNvPr>
          <p:cNvSpPr>
            <a:spLocks noGrp="1"/>
          </p:cNvSpPr>
          <p:nvPr>
            <p:ph type="pic" sz="quarter" idx="39"/>
          </p:nvPr>
        </p:nvSpPr>
        <p:spPr>
          <a:xfrm>
            <a:off x="9147373" y="3394431"/>
            <a:ext cx="2753452" cy="2043273"/>
          </a:xfrm>
          <a:solidFill>
            <a:srgbClr val="DDDDDD"/>
          </a:solidFill>
        </p:spPr>
        <p:txBody>
          <a:bodyPr/>
          <a:lstStyle/>
          <a:p>
            <a:r>
              <a:rPr lang="da-DK"/>
              <a:t>Klik på ikonet for at tilføje et billede</a:t>
            </a:r>
            <a:endParaRPr lang="en-US"/>
          </a:p>
        </p:txBody>
      </p:sp>
      <p:sp>
        <p:nvSpPr>
          <p:cNvPr id="23" name="Pladsholder til billede 12">
            <a:extLst>
              <a:ext uri="{FF2B5EF4-FFF2-40B4-BE49-F238E27FC236}">
                <a16:creationId xmlns:a16="http://schemas.microsoft.com/office/drawing/2014/main" id="{6E541DD6-B806-1024-AFAC-505E81C39B41}"/>
              </a:ext>
            </a:extLst>
          </p:cNvPr>
          <p:cNvSpPr>
            <a:spLocks noGrp="1"/>
          </p:cNvSpPr>
          <p:nvPr>
            <p:ph type="pic" sz="quarter" idx="40"/>
          </p:nvPr>
        </p:nvSpPr>
        <p:spPr>
          <a:xfrm>
            <a:off x="6182248" y="3394431"/>
            <a:ext cx="2789452" cy="2520000"/>
          </a:xfrm>
          <a:solidFill>
            <a:srgbClr val="DDDDDD"/>
          </a:solidFill>
        </p:spPr>
        <p:txBody>
          <a:bodyPr/>
          <a:lstStyle/>
          <a:p>
            <a:r>
              <a:rPr lang="da-DK"/>
              <a:t>Klik på ikonet for at tilføje et billede</a:t>
            </a:r>
            <a:endParaRPr lang="en-US"/>
          </a:p>
        </p:txBody>
      </p:sp>
      <p:sp>
        <p:nvSpPr>
          <p:cNvPr id="24" name="Pladsholder til tekst 19">
            <a:extLst>
              <a:ext uri="{FF2B5EF4-FFF2-40B4-BE49-F238E27FC236}">
                <a16:creationId xmlns:a16="http://schemas.microsoft.com/office/drawing/2014/main" id="{244286C7-9550-53C0-7771-CB1F61C920FD}"/>
              </a:ext>
            </a:extLst>
          </p:cNvPr>
          <p:cNvSpPr>
            <a:spLocks noGrp="1"/>
          </p:cNvSpPr>
          <p:nvPr>
            <p:ph type="body" sz="quarter" idx="41" hasCustomPrompt="1"/>
          </p:nvPr>
        </p:nvSpPr>
        <p:spPr>
          <a:xfrm>
            <a:off x="9147373" y="5506439"/>
            <a:ext cx="2753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5" name="Pladsholder til tekst 19">
            <a:extLst>
              <a:ext uri="{FF2B5EF4-FFF2-40B4-BE49-F238E27FC236}">
                <a16:creationId xmlns:a16="http://schemas.microsoft.com/office/drawing/2014/main" id="{FB63E811-5296-4B00-370D-6BC9F0DA16D7}"/>
              </a:ext>
            </a:extLst>
          </p:cNvPr>
          <p:cNvSpPr>
            <a:spLocks noGrp="1"/>
          </p:cNvSpPr>
          <p:nvPr>
            <p:ph type="body" sz="quarter" idx="42" hasCustomPrompt="1"/>
          </p:nvPr>
        </p:nvSpPr>
        <p:spPr>
          <a:xfrm>
            <a:off x="6182248"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Tree>
    <p:extLst>
      <p:ext uri="{BB962C8B-B14F-4D97-AF65-F5344CB8AC3E}">
        <p14:creationId xmlns:p14="http://schemas.microsoft.com/office/powerpoint/2010/main" val="3567010663"/>
      </p:ext>
    </p:extLst>
  </p:cSld>
  <p:clrMapOvr>
    <a:masterClrMapping/>
  </p:clrMapOvr>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OCUS x 8: Image +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43507"/>
            <a:ext cx="2789452" cy="2043273"/>
          </a:xfrm>
          <a:solidFill>
            <a:srgbClr val="DDDDDD"/>
          </a:solidFill>
        </p:spPr>
        <p:txBody>
          <a:bodyPr/>
          <a:lstStyle/>
          <a:p>
            <a:r>
              <a:rPr lang="da-DK"/>
              <a:t>Klik på ikonet for at tilføje et billede</a:t>
            </a:r>
            <a:endParaRPr lang="en-US"/>
          </a:p>
        </p:txBody>
      </p:sp>
      <p:sp>
        <p:nvSpPr>
          <p:cNvPr id="2" name="Pladsholder til billede 12">
            <a:extLst>
              <a:ext uri="{FF2B5EF4-FFF2-40B4-BE49-F238E27FC236}">
                <a16:creationId xmlns:a16="http://schemas.microsoft.com/office/drawing/2014/main" id="{5FCF9B46-A323-6CB5-F956-A6F4E2526C0F}"/>
              </a:ext>
            </a:extLst>
          </p:cNvPr>
          <p:cNvSpPr>
            <a:spLocks noGrp="1"/>
          </p:cNvSpPr>
          <p:nvPr>
            <p:ph type="pic" sz="quarter" idx="17"/>
          </p:nvPr>
        </p:nvSpPr>
        <p:spPr>
          <a:xfrm>
            <a:off x="3228000" y="243507"/>
            <a:ext cx="2789452" cy="2520000"/>
          </a:xfrm>
          <a:solidFill>
            <a:srgbClr val="DDDDDD"/>
          </a:solidFill>
        </p:spPr>
        <p:txBody>
          <a:bodyPr/>
          <a:lstStyle/>
          <a:p>
            <a:r>
              <a:rPr lang="da-DK"/>
              <a:t>Klik på ikonet for at tilføje et billede</a:t>
            </a:r>
            <a:endParaRPr lang="en-US"/>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1" name="Pladsholder til tekst 19">
            <a:extLst>
              <a:ext uri="{FF2B5EF4-FFF2-40B4-BE49-F238E27FC236}">
                <a16:creationId xmlns:a16="http://schemas.microsoft.com/office/drawing/2014/main" id="{95F2C540-3849-6A54-F298-557907CB4F6D}"/>
              </a:ext>
            </a:extLst>
          </p:cNvPr>
          <p:cNvSpPr>
            <a:spLocks noGrp="1"/>
          </p:cNvSpPr>
          <p:nvPr>
            <p:ph type="body" sz="quarter" idx="24" hasCustomPrompt="1"/>
          </p:nvPr>
        </p:nvSpPr>
        <p:spPr>
          <a:xfrm>
            <a:off x="3228000"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9" name="Pladsholder til billede 12">
            <a:extLst>
              <a:ext uri="{FF2B5EF4-FFF2-40B4-BE49-F238E27FC236}">
                <a16:creationId xmlns:a16="http://schemas.microsoft.com/office/drawing/2014/main" id="{7BEE026E-DF9A-40F0-8091-92052FBE95BC}"/>
              </a:ext>
            </a:extLst>
          </p:cNvPr>
          <p:cNvSpPr>
            <a:spLocks noGrp="1"/>
          </p:cNvSpPr>
          <p:nvPr>
            <p:ph type="pic" sz="quarter" idx="31"/>
          </p:nvPr>
        </p:nvSpPr>
        <p:spPr>
          <a:xfrm>
            <a:off x="6168000" y="243507"/>
            <a:ext cx="2789452" cy="2043273"/>
          </a:xfrm>
          <a:solidFill>
            <a:srgbClr val="DDDDDD"/>
          </a:solidFill>
        </p:spPr>
        <p:txBody>
          <a:bodyPr/>
          <a:lstStyle/>
          <a:p>
            <a:r>
              <a:rPr lang="da-DK"/>
              <a:t>Klik på ikonet for at tilføje et billede</a:t>
            </a:r>
            <a:endParaRPr lang="en-US"/>
          </a:p>
        </p:txBody>
      </p:sp>
      <p:sp>
        <p:nvSpPr>
          <p:cNvPr id="20" name="Pladsholder til billede 12">
            <a:extLst>
              <a:ext uri="{FF2B5EF4-FFF2-40B4-BE49-F238E27FC236}">
                <a16:creationId xmlns:a16="http://schemas.microsoft.com/office/drawing/2014/main" id="{5B23E2FA-989F-DD17-8756-9EB8C06492DE}"/>
              </a:ext>
            </a:extLst>
          </p:cNvPr>
          <p:cNvSpPr>
            <a:spLocks noGrp="1"/>
          </p:cNvSpPr>
          <p:nvPr>
            <p:ph type="pic" sz="quarter" idx="32"/>
          </p:nvPr>
        </p:nvSpPr>
        <p:spPr>
          <a:xfrm>
            <a:off x="9108000" y="243507"/>
            <a:ext cx="2789452" cy="2520000"/>
          </a:xfrm>
          <a:solidFill>
            <a:srgbClr val="DDDDDD"/>
          </a:solidFill>
        </p:spPr>
        <p:txBody>
          <a:bodyPr/>
          <a:lstStyle/>
          <a:p>
            <a:r>
              <a:rPr lang="da-DK"/>
              <a:t>Klik på ikonet for at tilføje et billede</a:t>
            </a:r>
            <a:endParaRPr lang="en-US"/>
          </a:p>
        </p:txBody>
      </p:sp>
      <p:sp>
        <p:nvSpPr>
          <p:cNvPr id="21" name="Pladsholder til tekst 19">
            <a:extLst>
              <a:ext uri="{FF2B5EF4-FFF2-40B4-BE49-F238E27FC236}">
                <a16:creationId xmlns:a16="http://schemas.microsoft.com/office/drawing/2014/main" id="{642E3B39-EC54-070C-4E98-498C1E6635CF}"/>
              </a:ext>
            </a:extLst>
          </p:cNvPr>
          <p:cNvSpPr>
            <a:spLocks noGrp="1"/>
          </p:cNvSpPr>
          <p:nvPr>
            <p:ph type="body" sz="quarter" idx="33" hasCustomPrompt="1"/>
          </p:nvPr>
        </p:nvSpPr>
        <p:spPr>
          <a:xfrm>
            <a:off x="6168000"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2" name="Pladsholder til tekst 19">
            <a:extLst>
              <a:ext uri="{FF2B5EF4-FFF2-40B4-BE49-F238E27FC236}">
                <a16:creationId xmlns:a16="http://schemas.microsoft.com/office/drawing/2014/main" id="{4B511808-F791-3A8E-A0AA-D0C5DA24601D}"/>
              </a:ext>
            </a:extLst>
          </p:cNvPr>
          <p:cNvSpPr>
            <a:spLocks noGrp="1"/>
          </p:cNvSpPr>
          <p:nvPr>
            <p:ph type="body" sz="quarter" idx="34" hasCustomPrompt="1"/>
          </p:nvPr>
        </p:nvSpPr>
        <p:spPr>
          <a:xfrm>
            <a:off x="9108000"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3" name="Pladsholder til billede 12">
            <a:extLst>
              <a:ext uri="{FF2B5EF4-FFF2-40B4-BE49-F238E27FC236}">
                <a16:creationId xmlns:a16="http://schemas.microsoft.com/office/drawing/2014/main" id="{30E582EC-EBFD-D500-77F3-CCDD28BFB9C5}"/>
              </a:ext>
            </a:extLst>
          </p:cNvPr>
          <p:cNvSpPr>
            <a:spLocks noGrp="1"/>
          </p:cNvSpPr>
          <p:nvPr>
            <p:ph type="pic" sz="quarter" idx="35"/>
          </p:nvPr>
        </p:nvSpPr>
        <p:spPr>
          <a:xfrm>
            <a:off x="3228000" y="3394431"/>
            <a:ext cx="2789452" cy="2043273"/>
          </a:xfrm>
          <a:solidFill>
            <a:srgbClr val="DDDDDD"/>
          </a:solidFill>
        </p:spPr>
        <p:txBody>
          <a:bodyPr/>
          <a:lstStyle/>
          <a:p>
            <a:r>
              <a:rPr lang="da-DK"/>
              <a:t>Klik på ikonet for at tilføje et billede</a:t>
            </a:r>
            <a:endParaRPr lang="en-US"/>
          </a:p>
        </p:txBody>
      </p:sp>
      <p:sp>
        <p:nvSpPr>
          <p:cNvPr id="24" name="Pladsholder til billede 12">
            <a:extLst>
              <a:ext uri="{FF2B5EF4-FFF2-40B4-BE49-F238E27FC236}">
                <a16:creationId xmlns:a16="http://schemas.microsoft.com/office/drawing/2014/main" id="{39CF395A-F4DA-CA29-8014-5EE21D340DD4}"/>
              </a:ext>
            </a:extLst>
          </p:cNvPr>
          <p:cNvSpPr>
            <a:spLocks noGrp="1"/>
          </p:cNvSpPr>
          <p:nvPr>
            <p:ph type="pic" sz="quarter" idx="36"/>
          </p:nvPr>
        </p:nvSpPr>
        <p:spPr>
          <a:xfrm>
            <a:off x="288000" y="3394431"/>
            <a:ext cx="2789452" cy="2520000"/>
          </a:xfrm>
          <a:solidFill>
            <a:srgbClr val="DDDDDD"/>
          </a:solidFill>
        </p:spPr>
        <p:txBody>
          <a:bodyPr/>
          <a:lstStyle/>
          <a:p>
            <a:r>
              <a:rPr lang="da-DK"/>
              <a:t>Klik på ikonet for at tilføje et billede</a:t>
            </a:r>
            <a:endParaRPr lang="en-US"/>
          </a:p>
        </p:txBody>
      </p:sp>
      <p:sp>
        <p:nvSpPr>
          <p:cNvPr id="25" name="Pladsholder til tekst 19">
            <a:extLst>
              <a:ext uri="{FF2B5EF4-FFF2-40B4-BE49-F238E27FC236}">
                <a16:creationId xmlns:a16="http://schemas.microsoft.com/office/drawing/2014/main" id="{86266058-419A-2F98-FA13-51E8DF966238}"/>
              </a:ext>
            </a:extLst>
          </p:cNvPr>
          <p:cNvSpPr>
            <a:spLocks noGrp="1"/>
          </p:cNvSpPr>
          <p:nvPr>
            <p:ph type="body" sz="quarter" idx="37" hasCustomPrompt="1"/>
          </p:nvPr>
        </p:nvSpPr>
        <p:spPr>
          <a:xfrm>
            <a:off x="3228000"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7" name="Pladsholder til billede 12">
            <a:extLst>
              <a:ext uri="{FF2B5EF4-FFF2-40B4-BE49-F238E27FC236}">
                <a16:creationId xmlns:a16="http://schemas.microsoft.com/office/drawing/2014/main" id="{3F17A6A2-A366-FBD1-614F-A234296FF7F2}"/>
              </a:ext>
            </a:extLst>
          </p:cNvPr>
          <p:cNvSpPr>
            <a:spLocks noGrp="1"/>
          </p:cNvSpPr>
          <p:nvPr>
            <p:ph type="pic" sz="quarter" idx="39"/>
          </p:nvPr>
        </p:nvSpPr>
        <p:spPr>
          <a:xfrm>
            <a:off x="9108000" y="3394431"/>
            <a:ext cx="2789452" cy="2043273"/>
          </a:xfrm>
          <a:solidFill>
            <a:srgbClr val="DDDDDD"/>
          </a:solidFill>
        </p:spPr>
        <p:txBody>
          <a:bodyPr/>
          <a:lstStyle/>
          <a:p>
            <a:r>
              <a:rPr lang="da-DK"/>
              <a:t>Klik på ikonet for at tilføje et billede</a:t>
            </a:r>
            <a:endParaRPr lang="en-US"/>
          </a:p>
        </p:txBody>
      </p:sp>
      <p:sp>
        <p:nvSpPr>
          <p:cNvPr id="28" name="Pladsholder til billede 12">
            <a:extLst>
              <a:ext uri="{FF2B5EF4-FFF2-40B4-BE49-F238E27FC236}">
                <a16:creationId xmlns:a16="http://schemas.microsoft.com/office/drawing/2014/main" id="{4B70F008-ED62-0209-CAB9-7407BB6BE962}"/>
              </a:ext>
            </a:extLst>
          </p:cNvPr>
          <p:cNvSpPr>
            <a:spLocks noGrp="1"/>
          </p:cNvSpPr>
          <p:nvPr>
            <p:ph type="pic" sz="quarter" idx="40"/>
          </p:nvPr>
        </p:nvSpPr>
        <p:spPr>
          <a:xfrm>
            <a:off x="6168000" y="3394431"/>
            <a:ext cx="2789452" cy="2520000"/>
          </a:xfrm>
          <a:solidFill>
            <a:srgbClr val="DDDDDD"/>
          </a:solidFill>
        </p:spPr>
        <p:txBody>
          <a:bodyPr/>
          <a:lstStyle/>
          <a:p>
            <a:r>
              <a:rPr lang="da-DK"/>
              <a:t>Klik på ikonet for at tilføje et billede</a:t>
            </a:r>
            <a:endParaRPr lang="en-US"/>
          </a:p>
        </p:txBody>
      </p:sp>
      <p:sp>
        <p:nvSpPr>
          <p:cNvPr id="29" name="Pladsholder til tekst 19">
            <a:extLst>
              <a:ext uri="{FF2B5EF4-FFF2-40B4-BE49-F238E27FC236}">
                <a16:creationId xmlns:a16="http://schemas.microsoft.com/office/drawing/2014/main" id="{9AC1CD35-C1C2-2DB1-BCD0-E2F0A3DDDC0B}"/>
              </a:ext>
            </a:extLst>
          </p:cNvPr>
          <p:cNvSpPr>
            <a:spLocks noGrp="1"/>
          </p:cNvSpPr>
          <p:nvPr>
            <p:ph type="body" sz="quarter" idx="41" hasCustomPrompt="1"/>
          </p:nvPr>
        </p:nvSpPr>
        <p:spPr>
          <a:xfrm>
            <a:off x="9108000"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30" name="Pladsholder til tekst 19">
            <a:extLst>
              <a:ext uri="{FF2B5EF4-FFF2-40B4-BE49-F238E27FC236}">
                <a16:creationId xmlns:a16="http://schemas.microsoft.com/office/drawing/2014/main" id="{3C9D3C51-23F2-5440-8061-9163C5986695}"/>
              </a:ext>
            </a:extLst>
          </p:cNvPr>
          <p:cNvSpPr>
            <a:spLocks noGrp="1"/>
          </p:cNvSpPr>
          <p:nvPr>
            <p:ph type="body" sz="quarter" idx="42" hasCustomPrompt="1"/>
          </p:nvPr>
        </p:nvSpPr>
        <p:spPr>
          <a:xfrm>
            <a:off x="6168000"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Tree>
    <p:extLst>
      <p:ext uri="{BB962C8B-B14F-4D97-AF65-F5344CB8AC3E}">
        <p14:creationId xmlns:p14="http://schemas.microsoft.com/office/powerpoint/2010/main" val="2266972103"/>
      </p:ext>
    </p:extLst>
  </p:cSld>
  <p:clrMapOvr>
    <a:masterClrMapping/>
  </p:clrMapOvr>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AM: 12 peopl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icture Placeholder 2">
            <a:extLst>
              <a:ext uri="{FF2B5EF4-FFF2-40B4-BE49-F238E27FC236}">
                <a16:creationId xmlns:a16="http://schemas.microsoft.com/office/drawing/2014/main" id="{EF08FE1E-B935-F16B-DC24-C7D69049D73E}"/>
              </a:ext>
            </a:extLst>
          </p:cNvPr>
          <p:cNvSpPr>
            <a:spLocks noGrp="1"/>
          </p:cNvSpPr>
          <p:nvPr>
            <p:ph type="pic" sz="quarter" idx="22"/>
          </p:nvPr>
        </p:nvSpPr>
        <p:spPr>
          <a:xfrm>
            <a:off x="2459952" y="1194437"/>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9" name="Text Placeholder 16">
            <a:extLst>
              <a:ext uri="{FF2B5EF4-FFF2-40B4-BE49-F238E27FC236}">
                <a16:creationId xmlns:a16="http://schemas.microsoft.com/office/drawing/2014/main" id="{A53B38CE-3A8D-B9D2-B976-BF9FC5D1CC48}"/>
              </a:ext>
            </a:extLst>
          </p:cNvPr>
          <p:cNvSpPr>
            <a:spLocks noGrp="1"/>
          </p:cNvSpPr>
          <p:nvPr>
            <p:ph type="body" sz="quarter" idx="23" hasCustomPrompt="1"/>
          </p:nvPr>
        </p:nvSpPr>
        <p:spPr>
          <a:xfrm>
            <a:off x="3595002"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19" name="Picture Placeholder 2">
            <a:extLst>
              <a:ext uri="{FF2B5EF4-FFF2-40B4-BE49-F238E27FC236}">
                <a16:creationId xmlns:a16="http://schemas.microsoft.com/office/drawing/2014/main" id="{7AB4B59C-1124-80DF-8321-9EBAFB343588}"/>
              </a:ext>
            </a:extLst>
          </p:cNvPr>
          <p:cNvSpPr>
            <a:spLocks noGrp="1"/>
          </p:cNvSpPr>
          <p:nvPr>
            <p:ph type="pic" sz="quarter" idx="29"/>
          </p:nvPr>
        </p:nvSpPr>
        <p:spPr>
          <a:xfrm>
            <a:off x="2459952" y="2968373"/>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20" name="Text Placeholder 16">
            <a:extLst>
              <a:ext uri="{FF2B5EF4-FFF2-40B4-BE49-F238E27FC236}">
                <a16:creationId xmlns:a16="http://schemas.microsoft.com/office/drawing/2014/main" id="{FB9CAB46-89A2-E933-C2A8-A676FBE6E923}"/>
              </a:ext>
            </a:extLst>
          </p:cNvPr>
          <p:cNvSpPr>
            <a:spLocks noGrp="1"/>
          </p:cNvSpPr>
          <p:nvPr>
            <p:ph type="body" sz="quarter" idx="30" hasCustomPrompt="1"/>
          </p:nvPr>
        </p:nvSpPr>
        <p:spPr>
          <a:xfrm>
            <a:off x="3595002"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1" name="Text Placeholder 16">
            <a:extLst>
              <a:ext uri="{FF2B5EF4-FFF2-40B4-BE49-F238E27FC236}">
                <a16:creationId xmlns:a16="http://schemas.microsoft.com/office/drawing/2014/main" id="{92C8F4F2-7FC9-3D58-7215-CBCA8666D21E}"/>
              </a:ext>
            </a:extLst>
          </p:cNvPr>
          <p:cNvSpPr>
            <a:spLocks noGrp="1"/>
          </p:cNvSpPr>
          <p:nvPr>
            <p:ph type="body" sz="quarter" idx="41" hasCustomPrompt="1"/>
          </p:nvPr>
        </p:nvSpPr>
        <p:spPr>
          <a:xfrm>
            <a:off x="324000" y="1194437"/>
            <a:ext cx="1946927" cy="306336"/>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2" name="Text Placeholder 16">
            <a:extLst>
              <a:ext uri="{FF2B5EF4-FFF2-40B4-BE49-F238E27FC236}">
                <a16:creationId xmlns:a16="http://schemas.microsoft.com/office/drawing/2014/main" id="{D98F6050-D017-7EA6-8E30-5BA7D4944EC1}"/>
              </a:ext>
            </a:extLst>
          </p:cNvPr>
          <p:cNvSpPr>
            <a:spLocks noGrp="1"/>
          </p:cNvSpPr>
          <p:nvPr>
            <p:ph type="body" sz="quarter" idx="42" hasCustomPrompt="1"/>
          </p:nvPr>
        </p:nvSpPr>
        <p:spPr>
          <a:xfrm>
            <a:off x="324000" y="2968373"/>
            <a:ext cx="1946927" cy="332600"/>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3" name="Text Placeholder 16">
            <a:extLst>
              <a:ext uri="{FF2B5EF4-FFF2-40B4-BE49-F238E27FC236}">
                <a16:creationId xmlns:a16="http://schemas.microsoft.com/office/drawing/2014/main" id="{2D8D1B0E-9716-AF3E-3DDE-9A19242DCDFF}"/>
              </a:ext>
            </a:extLst>
          </p:cNvPr>
          <p:cNvSpPr>
            <a:spLocks noGrp="1"/>
          </p:cNvSpPr>
          <p:nvPr>
            <p:ph type="body" sz="quarter" idx="43" hasCustomPrompt="1"/>
          </p:nvPr>
        </p:nvSpPr>
        <p:spPr>
          <a:xfrm>
            <a:off x="324000" y="4760597"/>
            <a:ext cx="1946927" cy="332600"/>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4" name="Picture Placeholder 2">
            <a:extLst>
              <a:ext uri="{FF2B5EF4-FFF2-40B4-BE49-F238E27FC236}">
                <a16:creationId xmlns:a16="http://schemas.microsoft.com/office/drawing/2014/main" id="{C505DA16-8EF6-02E1-5635-06036CB6FA0F}"/>
              </a:ext>
            </a:extLst>
          </p:cNvPr>
          <p:cNvSpPr>
            <a:spLocks noGrp="1"/>
          </p:cNvSpPr>
          <p:nvPr>
            <p:ph type="pic" sz="quarter" idx="44"/>
          </p:nvPr>
        </p:nvSpPr>
        <p:spPr>
          <a:xfrm>
            <a:off x="2459952" y="4760597"/>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25" name="Text Placeholder 16">
            <a:extLst>
              <a:ext uri="{FF2B5EF4-FFF2-40B4-BE49-F238E27FC236}">
                <a16:creationId xmlns:a16="http://schemas.microsoft.com/office/drawing/2014/main" id="{121681F0-E0A4-CA0A-E8A6-520D2007393C}"/>
              </a:ext>
            </a:extLst>
          </p:cNvPr>
          <p:cNvSpPr>
            <a:spLocks noGrp="1"/>
          </p:cNvSpPr>
          <p:nvPr>
            <p:ph type="body" sz="quarter" idx="47" hasCustomPrompt="1"/>
          </p:nvPr>
        </p:nvSpPr>
        <p:spPr>
          <a:xfrm>
            <a:off x="3595002"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6" name="Picture Placeholder 2">
            <a:extLst>
              <a:ext uri="{FF2B5EF4-FFF2-40B4-BE49-F238E27FC236}">
                <a16:creationId xmlns:a16="http://schemas.microsoft.com/office/drawing/2014/main" id="{ADF1BE00-A4D8-28A1-0F31-65459D38DBD6}"/>
              </a:ext>
            </a:extLst>
          </p:cNvPr>
          <p:cNvSpPr>
            <a:spLocks noGrp="1"/>
          </p:cNvSpPr>
          <p:nvPr>
            <p:ph type="pic" sz="quarter" idx="48"/>
          </p:nvPr>
        </p:nvSpPr>
        <p:spPr>
          <a:xfrm>
            <a:off x="4934669"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27" name="Text Placeholder 16">
            <a:extLst>
              <a:ext uri="{FF2B5EF4-FFF2-40B4-BE49-F238E27FC236}">
                <a16:creationId xmlns:a16="http://schemas.microsoft.com/office/drawing/2014/main" id="{6E64A570-7C6E-82E7-67E0-318919BC37DE}"/>
              </a:ext>
            </a:extLst>
          </p:cNvPr>
          <p:cNvSpPr>
            <a:spLocks noGrp="1"/>
          </p:cNvSpPr>
          <p:nvPr>
            <p:ph type="body" sz="quarter" idx="49" hasCustomPrompt="1"/>
          </p:nvPr>
        </p:nvSpPr>
        <p:spPr>
          <a:xfrm>
            <a:off x="6069719"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8" name="Picture Placeholder 2">
            <a:extLst>
              <a:ext uri="{FF2B5EF4-FFF2-40B4-BE49-F238E27FC236}">
                <a16:creationId xmlns:a16="http://schemas.microsoft.com/office/drawing/2014/main" id="{5B36B060-65E5-19A5-0E48-E591BE3C0AAB}"/>
              </a:ext>
            </a:extLst>
          </p:cNvPr>
          <p:cNvSpPr>
            <a:spLocks noGrp="1"/>
          </p:cNvSpPr>
          <p:nvPr>
            <p:ph type="pic" sz="quarter" idx="50"/>
          </p:nvPr>
        </p:nvSpPr>
        <p:spPr>
          <a:xfrm>
            <a:off x="4934669"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29" name="Text Placeholder 16">
            <a:extLst>
              <a:ext uri="{FF2B5EF4-FFF2-40B4-BE49-F238E27FC236}">
                <a16:creationId xmlns:a16="http://schemas.microsoft.com/office/drawing/2014/main" id="{F1E9BD65-D8E6-66A4-CF51-0738F9692ADD}"/>
              </a:ext>
            </a:extLst>
          </p:cNvPr>
          <p:cNvSpPr>
            <a:spLocks noGrp="1"/>
          </p:cNvSpPr>
          <p:nvPr>
            <p:ph type="body" sz="quarter" idx="51" hasCustomPrompt="1"/>
          </p:nvPr>
        </p:nvSpPr>
        <p:spPr>
          <a:xfrm>
            <a:off x="6069719"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0" name="Picture Placeholder 2">
            <a:extLst>
              <a:ext uri="{FF2B5EF4-FFF2-40B4-BE49-F238E27FC236}">
                <a16:creationId xmlns:a16="http://schemas.microsoft.com/office/drawing/2014/main" id="{48F54121-1DEB-725D-5177-D0B20C38F2E7}"/>
              </a:ext>
            </a:extLst>
          </p:cNvPr>
          <p:cNvSpPr>
            <a:spLocks noGrp="1"/>
          </p:cNvSpPr>
          <p:nvPr>
            <p:ph type="pic" sz="quarter" idx="52"/>
          </p:nvPr>
        </p:nvSpPr>
        <p:spPr>
          <a:xfrm>
            <a:off x="4934669"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1" name="Text Placeholder 16">
            <a:extLst>
              <a:ext uri="{FF2B5EF4-FFF2-40B4-BE49-F238E27FC236}">
                <a16:creationId xmlns:a16="http://schemas.microsoft.com/office/drawing/2014/main" id="{E28EF512-D4CD-7D62-E5C6-4B0D2C3D0868}"/>
              </a:ext>
            </a:extLst>
          </p:cNvPr>
          <p:cNvSpPr>
            <a:spLocks noGrp="1"/>
          </p:cNvSpPr>
          <p:nvPr>
            <p:ph type="body" sz="quarter" idx="53" hasCustomPrompt="1"/>
          </p:nvPr>
        </p:nvSpPr>
        <p:spPr>
          <a:xfrm>
            <a:off x="6069719"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2" name="Picture Placeholder 2">
            <a:extLst>
              <a:ext uri="{FF2B5EF4-FFF2-40B4-BE49-F238E27FC236}">
                <a16:creationId xmlns:a16="http://schemas.microsoft.com/office/drawing/2014/main" id="{4140B3FB-C30A-C75F-003E-51D1EBE528C4}"/>
              </a:ext>
            </a:extLst>
          </p:cNvPr>
          <p:cNvSpPr>
            <a:spLocks noGrp="1"/>
          </p:cNvSpPr>
          <p:nvPr>
            <p:ph type="pic" sz="quarter" idx="54"/>
          </p:nvPr>
        </p:nvSpPr>
        <p:spPr>
          <a:xfrm>
            <a:off x="7392832"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3" name="Text Placeholder 16">
            <a:extLst>
              <a:ext uri="{FF2B5EF4-FFF2-40B4-BE49-F238E27FC236}">
                <a16:creationId xmlns:a16="http://schemas.microsoft.com/office/drawing/2014/main" id="{B374D853-AA3D-0902-6B6E-D7D25DA7BCD4}"/>
              </a:ext>
            </a:extLst>
          </p:cNvPr>
          <p:cNvSpPr>
            <a:spLocks noGrp="1"/>
          </p:cNvSpPr>
          <p:nvPr>
            <p:ph type="body" sz="quarter" idx="55" hasCustomPrompt="1"/>
          </p:nvPr>
        </p:nvSpPr>
        <p:spPr>
          <a:xfrm>
            <a:off x="8527882"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4" name="Picture Placeholder 2">
            <a:extLst>
              <a:ext uri="{FF2B5EF4-FFF2-40B4-BE49-F238E27FC236}">
                <a16:creationId xmlns:a16="http://schemas.microsoft.com/office/drawing/2014/main" id="{E79FE92A-A050-2D43-20E0-D32901C960C9}"/>
              </a:ext>
            </a:extLst>
          </p:cNvPr>
          <p:cNvSpPr>
            <a:spLocks noGrp="1"/>
          </p:cNvSpPr>
          <p:nvPr>
            <p:ph type="pic" sz="quarter" idx="56"/>
          </p:nvPr>
        </p:nvSpPr>
        <p:spPr>
          <a:xfrm>
            <a:off x="7392832"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5" name="Text Placeholder 16">
            <a:extLst>
              <a:ext uri="{FF2B5EF4-FFF2-40B4-BE49-F238E27FC236}">
                <a16:creationId xmlns:a16="http://schemas.microsoft.com/office/drawing/2014/main" id="{A1B787BD-EE92-1F6B-50F6-5606560DBAF5}"/>
              </a:ext>
            </a:extLst>
          </p:cNvPr>
          <p:cNvSpPr>
            <a:spLocks noGrp="1"/>
          </p:cNvSpPr>
          <p:nvPr>
            <p:ph type="body" sz="quarter" idx="57" hasCustomPrompt="1"/>
          </p:nvPr>
        </p:nvSpPr>
        <p:spPr>
          <a:xfrm>
            <a:off x="8527882"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6" name="Picture Placeholder 2">
            <a:extLst>
              <a:ext uri="{FF2B5EF4-FFF2-40B4-BE49-F238E27FC236}">
                <a16:creationId xmlns:a16="http://schemas.microsoft.com/office/drawing/2014/main" id="{B85A979F-6851-8B14-FF17-9D26E8660B3A}"/>
              </a:ext>
            </a:extLst>
          </p:cNvPr>
          <p:cNvSpPr>
            <a:spLocks noGrp="1"/>
          </p:cNvSpPr>
          <p:nvPr>
            <p:ph type="pic" sz="quarter" idx="58"/>
          </p:nvPr>
        </p:nvSpPr>
        <p:spPr>
          <a:xfrm>
            <a:off x="7392832"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7" name="Text Placeholder 16">
            <a:extLst>
              <a:ext uri="{FF2B5EF4-FFF2-40B4-BE49-F238E27FC236}">
                <a16:creationId xmlns:a16="http://schemas.microsoft.com/office/drawing/2014/main" id="{F0F4DB09-E526-4E2B-9E17-59A780E15F0A}"/>
              </a:ext>
            </a:extLst>
          </p:cNvPr>
          <p:cNvSpPr>
            <a:spLocks noGrp="1"/>
          </p:cNvSpPr>
          <p:nvPr>
            <p:ph type="body" sz="quarter" idx="59" hasCustomPrompt="1"/>
          </p:nvPr>
        </p:nvSpPr>
        <p:spPr>
          <a:xfrm>
            <a:off x="8527882"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8" name="Picture Placeholder 2">
            <a:extLst>
              <a:ext uri="{FF2B5EF4-FFF2-40B4-BE49-F238E27FC236}">
                <a16:creationId xmlns:a16="http://schemas.microsoft.com/office/drawing/2014/main" id="{6C8DCC15-2CE6-0B7F-A7E6-524D74C42387}"/>
              </a:ext>
            </a:extLst>
          </p:cNvPr>
          <p:cNvSpPr>
            <a:spLocks noGrp="1"/>
          </p:cNvSpPr>
          <p:nvPr>
            <p:ph type="pic" sz="quarter" idx="60"/>
          </p:nvPr>
        </p:nvSpPr>
        <p:spPr>
          <a:xfrm>
            <a:off x="9817800"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9" name="Text Placeholder 16">
            <a:extLst>
              <a:ext uri="{FF2B5EF4-FFF2-40B4-BE49-F238E27FC236}">
                <a16:creationId xmlns:a16="http://schemas.microsoft.com/office/drawing/2014/main" id="{8A87B3C1-2BAA-91BA-1E16-9226944B17AB}"/>
              </a:ext>
            </a:extLst>
          </p:cNvPr>
          <p:cNvSpPr>
            <a:spLocks noGrp="1"/>
          </p:cNvSpPr>
          <p:nvPr>
            <p:ph type="body" sz="quarter" idx="61" hasCustomPrompt="1"/>
          </p:nvPr>
        </p:nvSpPr>
        <p:spPr>
          <a:xfrm>
            <a:off x="10952850"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40" name="Picture Placeholder 2">
            <a:extLst>
              <a:ext uri="{FF2B5EF4-FFF2-40B4-BE49-F238E27FC236}">
                <a16:creationId xmlns:a16="http://schemas.microsoft.com/office/drawing/2014/main" id="{07EFE124-1802-8C20-A09F-6CBB89BD5207}"/>
              </a:ext>
            </a:extLst>
          </p:cNvPr>
          <p:cNvSpPr>
            <a:spLocks noGrp="1"/>
          </p:cNvSpPr>
          <p:nvPr>
            <p:ph type="pic" sz="quarter" idx="62"/>
          </p:nvPr>
        </p:nvSpPr>
        <p:spPr>
          <a:xfrm>
            <a:off x="9817800"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41" name="Text Placeholder 16">
            <a:extLst>
              <a:ext uri="{FF2B5EF4-FFF2-40B4-BE49-F238E27FC236}">
                <a16:creationId xmlns:a16="http://schemas.microsoft.com/office/drawing/2014/main" id="{E1E947B1-0787-0763-26B3-226E8EFAB8FE}"/>
              </a:ext>
            </a:extLst>
          </p:cNvPr>
          <p:cNvSpPr>
            <a:spLocks noGrp="1"/>
          </p:cNvSpPr>
          <p:nvPr>
            <p:ph type="body" sz="quarter" idx="63" hasCustomPrompt="1"/>
          </p:nvPr>
        </p:nvSpPr>
        <p:spPr>
          <a:xfrm>
            <a:off x="10952850"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42" name="Picture Placeholder 2">
            <a:extLst>
              <a:ext uri="{FF2B5EF4-FFF2-40B4-BE49-F238E27FC236}">
                <a16:creationId xmlns:a16="http://schemas.microsoft.com/office/drawing/2014/main" id="{1D51F60E-17A4-5B31-AE95-AEFDD385DC81}"/>
              </a:ext>
            </a:extLst>
          </p:cNvPr>
          <p:cNvSpPr>
            <a:spLocks noGrp="1"/>
          </p:cNvSpPr>
          <p:nvPr>
            <p:ph type="pic" sz="quarter" idx="64"/>
          </p:nvPr>
        </p:nvSpPr>
        <p:spPr>
          <a:xfrm>
            <a:off x="9817800"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43" name="Text Placeholder 16">
            <a:extLst>
              <a:ext uri="{FF2B5EF4-FFF2-40B4-BE49-F238E27FC236}">
                <a16:creationId xmlns:a16="http://schemas.microsoft.com/office/drawing/2014/main" id="{E9E3B92A-848D-104A-AD70-198F68BCD1C5}"/>
              </a:ext>
            </a:extLst>
          </p:cNvPr>
          <p:cNvSpPr>
            <a:spLocks noGrp="1"/>
          </p:cNvSpPr>
          <p:nvPr>
            <p:ph type="body" sz="quarter" idx="65" hasCustomPrompt="1"/>
          </p:nvPr>
        </p:nvSpPr>
        <p:spPr>
          <a:xfrm>
            <a:off x="10952850"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 name="Titel 1">
            <a:extLst>
              <a:ext uri="{FF2B5EF4-FFF2-40B4-BE49-F238E27FC236}">
                <a16:creationId xmlns:a16="http://schemas.microsoft.com/office/drawing/2014/main" id="{0A5AEDD5-2FA6-5E60-3652-36BB73E8F049}"/>
              </a:ext>
            </a:extLst>
          </p:cNvPr>
          <p:cNvSpPr>
            <a:spLocks noGrp="1"/>
          </p:cNvSpPr>
          <p:nvPr>
            <p:ph type="title"/>
          </p:nvPr>
        </p:nvSpPr>
        <p:spPr>
          <a:xfrm>
            <a:off x="288000" y="252000"/>
            <a:ext cx="11614049" cy="532651"/>
          </a:xfrm>
        </p:spPr>
        <p:txBody>
          <a:bodyPr/>
          <a:lstStyle>
            <a:lvl1pPr>
              <a:defRPr sz="4800"/>
            </a:lvl1pPr>
          </a:lstStyle>
          <a:p>
            <a:r>
              <a:rPr lang="da-DK"/>
              <a:t>Klik for at redigere titeltypografien i masteren</a:t>
            </a:r>
            <a:endParaRPr lang="en-US"/>
          </a:p>
        </p:txBody>
      </p:sp>
    </p:spTree>
    <p:extLst>
      <p:ext uri="{BB962C8B-B14F-4D97-AF65-F5344CB8AC3E}">
        <p14:creationId xmlns:p14="http://schemas.microsoft.com/office/powerpoint/2010/main" val="865004622"/>
      </p:ext>
    </p:extLst>
  </p:cSld>
  <p:clrMapOvr>
    <a:masterClrMapping/>
  </p:clrMapOvr>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AM: 4 peopl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2808000" cy="5039367"/>
          </a:xfrm>
          <a:solidFill>
            <a:srgbClr val="DDDDDD"/>
          </a:solidFill>
        </p:spPr>
        <p:txBody>
          <a:bodyPr/>
          <a:lstStyle/>
          <a:p>
            <a:r>
              <a:rPr lang="da-DK"/>
              <a:t>Klik på ikonet for at tilføje et billede</a:t>
            </a:r>
            <a:endParaRPr lang="en-US"/>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5399579"/>
            <a:ext cx="2808000" cy="432000"/>
          </a:xfrm>
        </p:spPr>
        <p:txBody>
          <a:bodyPr/>
          <a:lstStyle>
            <a:lvl1pPr>
              <a:defRPr sz="1100"/>
            </a:lvl1pPr>
          </a:lstStyle>
          <a:p>
            <a:pPr lvl="0"/>
            <a:r>
              <a:rPr lang="da-DK"/>
              <a:t>Name Namesen</a:t>
            </a:r>
            <a:br>
              <a:rPr lang="da-DK"/>
            </a:br>
            <a:r>
              <a:rPr lang="da-DK"/>
              <a:t>Title</a:t>
            </a:r>
            <a:endParaRPr lang="en-US"/>
          </a:p>
        </p:txBody>
      </p:sp>
      <p:sp>
        <p:nvSpPr>
          <p:cNvPr id="15" name="Pladsholder til tekst 19">
            <a:extLst>
              <a:ext uri="{FF2B5EF4-FFF2-40B4-BE49-F238E27FC236}">
                <a16:creationId xmlns:a16="http://schemas.microsoft.com/office/drawing/2014/main" id="{187E4BCE-554B-5010-BBB1-3FBEEB244FFA}"/>
              </a:ext>
            </a:extLst>
          </p:cNvPr>
          <p:cNvSpPr>
            <a:spLocks noGrp="1"/>
          </p:cNvSpPr>
          <p:nvPr>
            <p:ph type="body" sz="quarter" idx="27" hasCustomPrompt="1"/>
          </p:nvPr>
        </p:nvSpPr>
        <p:spPr>
          <a:xfrm>
            <a:off x="288000" y="5867931"/>
            <a:ext cx="2808000" cy="468352"/>
          </a:xfrm>
        </p:spPr>
        <p:txBody>
          <a:bodyPr/>
          <a:lstStyle>
            <a:lvl1pPr>
              <a:lnSpc>
                <a:spcPct val="100000"/>
              </a:lnSpc>
              <a:defRPr sz="1100"/>
            </a:lvl1pPr>
          </a:lstStyle>
          <a:p>
            <a:pPr lvl="0"/>
            <a:r>
              <a:rPr lang="da-DK"/>
              <a:t>Introduction text</a:t>
            </a:r>
            <a:endParaRPr lang="en-US"/>
          </a:p>
        </p:txBody>
      </p:sp>
      <p:sp>
        <p:nvSpPr>
          <p:cNvPr id="26" name="Pladsholder til billede 12">
            <a:extLst>
              <a:ext uri="{FF2B5EF4-FFF2-40B4-BE49-F238E27FC236}">
                <a16:creationId xmlns:a16="http://schemas.microsoft.com/office/drawing/2014/main" id="{F09ECCDB-3F7B-7B4B-7DBC-C23292D56D53}"/>
              </a:ext>
            </a:extLst>
          </p:cNvPr>
          <p:cNvSpPr>
            <a:spLocks noGrp="1"/>
          </p:cNvSpPr>
          <p:nvPr>
            <p:ph type="pic" sz="quarter" idx="28"/>
          </p:nvPr>
        </p:nvSpPr>
        <p:spPr>
          <a:xfrm>
            <a:off x="3200400" y="252000"/>
            <a:ext cx="2844000" cy="5039367"/>
          </a:xfrm>
          <a:solidFill>
            <a:srgbClr val="DDDDDD"/>
          </a:solidFill>
        </p:spPr>
        <p:txBody>
          <a:bodyPr/>
          <a:lstStyle/>
          <a:p>
            <a:r>
              <a:rPr lang="da-DK"/>
              <a:t>Klik på ikonet for at tilføje et billede</a:t>
            </a:r>
            <a:endParaRPr lang="en-US"/>
          </a:p>
        </p:txBody>
      </p:sp>
      <p:sp>
        <p:nvSpPr>
          <p:cNvPr id="27" name="Pladsholder til tekst 19">
            <a:extLst>
              <a:ext uri="{FF2B5EF4-FFF2-40B4-BE49-F238E27FC236}">
                <a16:creationId xmlns:a16="http://schemas.microsoft.com/office/drawing/2014/main" id="{C526AB29-146E-9BD4-19B3-E08E0003DA99}"/>
              </a:ext>
            </a:extLst>
          </p:cNvPr>
          <p:cNvSpPr>
            <a:spLocks noGrp="1"/>
          </p:cNvSpPr>
          <p:nvPr>
            <p:ph type="body" sz="quarter" idx="29" hasCustomPrompt="1"/>
          </p:nvPr>
        </p:nvSpPr>
        <p:spPr>
          <a:xfrm>
            <a:off x="3200400" y="5399579"/>
            <a:ext cx="2808000" cy="432000"/>
          </a:xfrm>
        </p:spPr>
        <p:txBody>
          <a:bodyPr/>
          <a:lstStyle>
            <a:lvl1pPr>
              <a:defRPr sz="1100"/>
            </a:lvl1pPr>
          </a:lstStyle>
          <a:p>
            <a:pPr lvl="0"/>
            <a:r>
              <a:rPr lang="da-DK"/>
              <a:t>Name Namesen</a:t>
            </a:r>
            <a:br>
              <a:rPr lang="da-DK"/>
            </a:br>
            <a:r>
              <a:rPr lang="da-DK"/>
              <a:t>Title</a:t>
            </a:r>
            <a:endParaRPr lang="en-US"/>
          </a:p>
        </p:txBody>
      </p:sp>
      <p:sp>
        <p:nvSpPr>
          <p:cNvPr id="28" name="Pladsholder til tekst 19">
            <a:extLst>
              <a:ext uri="{FF2B5EF4-FFF2-40B4-BE49-F238E27FC236}">
                <a16:creationId xmlns:a16="http://schemas.microsoft.com/office/drawing/2014/main" id="{A78C9130-9300-2FA3-F969-06EB6A6DE998}"/>
              </a:ext>
            </a:extLst>
          </p:cNvPr>
          <p:cNvSpPr>
            <a:spLocks noGrp="1"/>
          </p:cNvSpPr>
          <p:nvPr>
            <p:ph type="body" sz="quarter" idx="30" hasCustomPrompt="1"/>
          </p:nvPr>
        </p:nvSpPr>
        <p:spPr>
          <a:xfrm>
            <a:off x="3200400" y="5867931"/>
            <a:ext cx="2808000" cy="468352"/>
          </a:xfrm>
        </p:spPr>
        <p:txBody>
          <a:bodyPr/>
          <a:lstStyle>
            <a:lvl1pPr>
              <a:lnSpc>
                <a:spcPct val="100000"/>
              </a:lnSpc>
              <a:defRPr sz="1100"/>
            </a:lvl1pPr>
          </a:lstStyle>
          <a:p>
            <a:pPr lvl="0"/>
            <a:r>
              <a:rPr lang="da-DK"/>
              <a:t>Introduction text</a:t>
            </a:r>
            <a:endParaRPr lang="en-US"/>
          </a:p>
        </p:txBody>
      </p:sp>
      <p:sp>
        <p:nvSpPr>
          <p:cNvPr id="29" name="Pladsholder til billede 12">
            <a:extLst>
              <a:ext uri="{FF2B5EF4-FFF2-40B4-BE49-F238E27FC236}">
                <a16:creationId xmlns:a16="http://schemas.microsoft.com/office/drawing/2014/main" id="{45989680-B050-1BEA-A454-C350D682F361}"/>
              </a:ext>
            </a:extLst>
          </p:cNvPr>
          <p:cNvSpPr>
            <a:spLocks noGrp="1"/>
          </p:cNvSpPr>
          <p:nvPr>
            <p:ph type="pic" sz="quarter" idx="31"/>
          </p:nvPr>
        </p:nvSpPr>
        <p:spPr>
          <a:xfrm>
            <a:off x="6145200" y="252000"/>
            <a:ext cx="2844000" cy="5039367"/>
          </a:xfrm>
          <a:solidFill>
            <a:srgbClr val="DDDDDD"/>
          </a:solidFill>
        </p:spPr>
        <p:txBody>
          <a:bodyPr/>
          <a:lstStyle/>
          <a:p>
            <a:r>
              <a:rPr lang="da-DK"/>
              <a:t>Klik på ikonet for at tilføje et billede</a:t>
            </a:r>
            <a:endParaRPr lang="en-US"/>
          </a:p>
        </p:txBody>
      </p:sp>
      <p:sp>
        <p:nvSpPr>
          <p:cNvPr id="30" name="Pladsholder til tekst 19">
            <a:extLst>
              <a:ext uri="{FF2B5EF4-FFF2-40B4-BE49-F238E27FC236}">
                <a16:creationId xmlns:a16="http://schemas.microsoft.com/office/drawing/2014/main" id="{32B934C7-2BD3-1EE4-54BB-206A1EFBD8C8}"/>
              </a:ext>
            </a:extLst>
          </p:cNvPr>
          <p:cNvSpPr>
            <a:spLocks noGrp="1"/>
          </p:cNvSpPr>
          <p:nvPr>
            <p:ph type="body" sz="quarter" idx="32" hasCustomPrompt="1"/>
          </p:nvPr>
        </p:nvSpPr>
        <p:spPr>
          <a:xfrm>
            <a:off x="6145200" y="5399579"/>
            <a:ext cx="2808000" cy="432000"/>
          </a:xfrm>
        </p:spPr>
        <p:txBody>
          <a:bodyPr/>
          <a:lstStyle>
            <a:lvl1pPr>
              <a:defRPr sz="1100"/>
            </a:lvl1pPr>
          </a:lstStyle>
          <a:p>
            <a:pPr lvl="0"/>
            <a:r>
              <a:rPr lang="da-DK"/>
              <a:t>Name Namesen</a:t>
            </a:r>
            <a:br>
              <a:rPr lang="da-DK"/>
            </a:br>
            <a:r>
              <a:rPr lang="da-DK"/>
              <a:t>Title</a:t>
            </a:r>
            <a:endParaRPr lang="en-US"/>
          </a:p>
        </p:txBody>
      </p:sp>
      <p:sp>
        <p:nvSpPr>
          <p:cNvPr id="31" name="Pladsholder til tekst 19">
            <a:extLst>
              <a:ext uri="{FF2B5EF4-FFF2-40B4-BE49-F238E27FC236}">
                <a16:creationId xmlns:a16="http://schemas.microsoft.com/office/drawing/2014/main" id="{576BCE47-0FD9-670C-09C2-5C69CCA21ED1}"/>
              </a:ext>
            </a:extLst>
          </p:cNvPr>
          <p:cNvSpPr>
            <a:spLocks noGrp="1"/>
          </p:cNvSpPr>
          <p:nvPr>
            <p:ph type="body" sz="quarter" idx="33" hasCustomPrompt="1"/>
          </p:nvPr>
        </p:nvSpPr>
        <p:spPr>
          <a:xfrm>
            <a:off x="6145200" y="5867931"/>
            <a:ext cx="2808000" cy="468352"/>
          </a:xfrm>
        </p:spPr>
        <p:txBody>
          <a:bodyPr/>
          <a:lstStyle>
            <a:lvl1pPr>
              <a:lnSpc>
                <a:spcPct val="100000"/>
              </a:lnSpc>
              <a:defRPr sz="1100"/>
            </a:lvl1pPr>
          </a:lstStyle>
          <a:p>
            <a:pPr lvl="0"/>
            <a:r>
              <a:rPr lang="da-DK"/>
              <a:t>Introduction text</a:t>
            </a:r>
            <a:endParaRPr lang="en-US"/>
          </a:p>
        </p:txBody>
      </p:sp>
      <p:sp>
        <p:nvSpPr>
          <p:cNvPr id="32" name="Pladsholder til billede 12">
            <a:extLst>
              <a:ext uri="{FF2B5EF4-FFF2-40B4-BE49-F238E27FC236}">
                <a16:creationId xmlns:a16="http://schemas.microsoft.com/office/drawing/2014/main" id="{DD68A0F6-2A38-28FF-4F24-80DA5D0A0CAB}"/>
              </a:ext>
            </a:extLst>
          </p:cNvPr>
          <p:cNvSpPr>
            <a:spLocks noGrp="1"/>
          </p:cNvSpPr>
          <p:nvPr>
            <p:ph type="pic" sz="quarter" idx="34"/>
          </p:nvPr>
        </p:nvSpPr>
        <p:spPr>
          <a:xfrm>
            <a:off x="9093600" y="252000"/>
            <a:ext cx="2807225" cy="5039367"/>
          </a:xfrm>
          <a:solidFill>
            <a:srgbClr val="DDDDDD"/>
          </a:solidFill>
        </p:spPr>
        <p:txBody>
          <a:bodyPr/>
          <a:lstStyle/>
          <a:p>
            <a:r>
              <a:rPr lang="da-DK"/>
              <a:t>Klik på ikonet for at tilføje et billede</a:t>
            </a:r>
            <a:endParaRPr lang="en-US"/>
          </a:p>
        </p:txBody>
      </p:sp>
      <p:sp>
        <p:nvSpPr>
          <p:cNvPr id="33" name="Pladsholder til tekst 19">
            <a:extLst>
              <a:ext uri="{FF2B5EF4-FFF2-40B4-BE49-F238E27FC236}">
                <a16:creationId xmlns:a16="http://schemas.microsoft.com/office/drawing/2014/main" id="{1F466454-DD01-5DC6-9C8F-6A65FD771A60}"/>
              </a:ext>
            </a:extLst>
          </p:cNvPr>
          <p:cNvSpPr>
            <a:spLocks noGrp="1"/>
          </p:cNvSpPr>
          <p:nvPr>
            <p:ph type="body" sz="quarter" idx="35" hasCustomPrompt="1"/>
          </p:nvPr>
        </p:nvSpPr>
        <p:spPr>
          <a:xfrm>
            <a:off x="9093600" y="5399579"/>
            <a:ext cx="2807225" cy="432000"/>
          </a:xfrm>
        </p:spPr>
        <p:txBody>
          <a:bodyPr/>
          <a:lstStyle>
            <a:lvl1pPr>
              <a:defRPr sz="1100"/>
            </a:lvl1pPr>
          </a:lstStyle>
          <a:p>
            <a:pPr lvl="0"/>
            <a:r>
              <a:rPr lang="da-DK"/>
              <a:t>Name Namesen</a:t>
            </a:r>
            <a:br>
              <a:rPr lang="da-DK"/>
            </a:br>
            <a:r>
              <a:rPr lang="da-DK"/>
              <a:t>Title</a:t>
            </a:r>
            <a:endParaRPr lang="en-US"/>
          </a:p>
        </p:txBody>
      </p:sp>
      <p:sp>
        <p:nvSpPr>
          <p:cNvPr id="34" name="Pladsholder til tekst 19">
            <a:extLst>
              <a:ext uri="{FF2B5EF4-FFF2-40B4-BE49-F238E27FC236}">
                <a16:creationId xmlns:a16="http://schemas.microsoft.com/office/drawing/2014/main" id="{8DF00C1E-81F0-A0BB-B93E-BA2A898AD852}"/>
              </a:ext>
            </a:extLst>
          </p:cNvPr>
          <p:cNvSpPr>
            <a:spLocks noGrp="1"/>
          </p:cNvSpPr>
          <p:nvPr>
            <p:ph type="body" sz="quarter" idx="36" hasCustomPrompt="1"/>
          </p:nvPr>
        </p:nvSpPr>
        <p:spPr>
          <a:xfrm>
            <a:off x="9093600" y="5867931"/>
            <a:ext cx="2807225" cy="468352"/>
          </a:xfrm>
        </p:spPr>
        <p:txBody>
          <a:bodyPr/>
          <a:lstStyle>
            <a:lvl1pPr>
              <a:lnSpc>
                <a:spcPct val="100000"/>
              </a:lnSpc>
              <a:defRPr sz="1100"/>
            </a:lvl1pPr>
          </a:lstStyle>
          <a:p>
            <a:pPr lvl="0"/>
            <a:r>
              <a:rPr lang="da-DK"/>
              <a:t>Introduction text</a:t>
            </a:r>
            <a:endParaRPr lang="en-US"/>
          </a:p>
        </p:txBody>
      </p:sp>
    </p:spTree>
    <p:extLst>
      <p:ext uri="{BB962C8B-B14F-4D97-AF65-F5344CB8AC3E}">
        <p14:creationId xmlns:p14="http://schemas.microsoft.com/office/powerpoint/2010/main" val="4117718392"/>
      </p:ext>
    </p:extLst>
  </p:cSld>
  <p:clrMapOvr>
    <a:masterClrMapping/>
  </p:clrMapOvr>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AM: Individual CV">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r>
              <a:rPr lang="da-DK"/>
              <a:t>PowerPoint template</a:t>
            </a:r>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56326" y="252000"/>
            <a:ext cx="5780499" cy="6049409"/>
          </a:xfrm>
          <a:solidFill>
            <a:srgbClr val="DDDDDD"/>
          </a:solidFill>
        </p:spPr>
        <p:txBody>
          <a:bodyPr/>
          <a:lstStyle/>
          <a:p>
            <a:r>
              <a:rPr lang="da-DK"/>
              <a:t>Klik på ikonet for at tilføje et billede</a:t>
            </a:r>
            <a:endParaRPr lang="en-US"/>
          </a:p>
        </p:txBody>
      </p:sp>
      <p:sp>
        <p:nvSpPr>
          <p:cNvPr id="12" name="Titel 1">
            <a:extLst>
              <a:ext uri="{FF2B5EF4-FFF2-40B4-BE49-F238E27FC236}">
                <a16:creationId xmlns:a16="http://schemas.microsoft.com/office/drawing/2014/main" id="{1C6219E8-DFF2-9681-BD89-6C76D43A54FF}"/>
              </a:ext>
            </a:extLst>
          </p:cNvPr>
          <p:cNvSpPr>
            <a:spLocks noGrp="1"/>
          </p:cNvSpPr>
          <p:nvPr>
            <p:ph type="title" hasCustomPrompt="1"/>
          </p:nvPr>
        </p:nvSpPr>
        <p:spPr>
          <a:xfrm>
            <a:off x="324000" y="252000"/>
            <a:ext cx="2686050" cy="546908"/>
          </a:xfrm>
        </p:spPr>
        <p:txBody>
          <a:bodyPr/>
          <a:lstStyle>
            <a:lvl1pPr>
              <a:defRPr sz="1600"/>
            </a:lvl1pPr>
          </a:lstStyle>
          <a:p>
            <a:r>
              <a:rPr lang="da-DK"/>
              <a:t>Name Namesen</a:t>
            </a:r>
            <a:br>
              <a:rPr lang="da-DK"/>
            </a:br>
            <a:r>
              <a:rPr lang="da-DK"/>
              <a:t>Title</a:t>
            </a:r>
            <a:endParaRPr lang="en-US"/>
          </a:p>
        </p:txBody>
      </p:sp>
      <p:sp>
        <p:nvSpPr>
          <p:cNvPr id="20" name="Pladsholder til tekst 19">
            <a:extLst>
              <a:ext uri="{FF2B5EF4-FFF2-40B4-BE49-F238E27FC236}">
                <a16:creationId xmlns:a16="http://schemas.microsoft.com/office/drawing/2014/main" id="{EBA53F43-94CD-FA62-97EB-AABF743ECE7E}"/>
              </a:ext>
            </a:extLst>
          </p:cNvPr>
          <p:cNvSpPr>
            <a:spLocks noGrp="1"/>
          </p:cNvSpPr>
          <p:nvPr>
            <p:ph type="body" sz="quarter" idx="21" hasCustomPrompt="1"/>
          </p:nvPr>
        </p:nvSpPr>
        <p:spPr>
          <a:xfrm>
            <a:off x="324000" y="858005"/>
            <a:ext cx="2686050" cy="729049"/>
          </a:xfrm>
        </p:spPr>
        <p:txBody>
          <a:bodyPr/>
          <a:lstStyle>
            <a:lvl1pPr>
              <a:defRPr sz="1300"/>
            </a:lvl1pPr>
          </a:lstStyle>
          <a:p>
            <a:pPr lvl="0"/>
            <a:r>
              <a:rPr lang="da-DK"/>
              <a:t>Introduction</a:t>
            </a:r>
            <a:endParaRPr lang="en-US"/>
          </a:p>
        </p:txBody>
      </p:sp>
      <p:sp>
        <p:nvSpPr>
          <p:cNvPr id="6" name="Pladsholder til tekst 19">
            <a:extLst>
              <a:ext uri="{FF2B5EF4-FFF2-40B4-BE49-F238E27FC236}">
                <a16:creationId xmlns:a16="http://schemas.microsoft.com/office/drawing/2014/main" id="{1E136226-AD47-CD99-D550-5B990E0CA46E}"/>
              </a:ext>
            </a:extLst>
          </p:cNvPr>
          <p:cNvSpPr>
            <a:spLocks noGrp="1"/>
          </p:cNvSpPr>
          <p:nvPr>
            <p:ph type="body" sz="quarter" idx="22" hasCustomPrompt="1"/>
          </p:nvPr>
        </p:nvSpPr>
        <p:spPr>
          <a:xfrm>
            <a:off x="3240000" y="2415085"/>
            <a:ext cx="2686050" cy="3701510"/>
          </a:xfrm>
        </p:spPr>
        <p:txBody>
          <a:bodyPr/>
          <a:lstStyle>
            <a:lvl1pPr>
              <a:defRPr sz="1100"/>
            </a:lvl1pPr>
          </a:lstStyle>
          <a:p>
            <a:pPr lvl="0"/>
            <a:r>
              <a:rPr lang="da-DK"/>
              <a:t>Column two</a:t>
            </a:r>
            <a:endParaRPr lang="en-US"/>
          </a:p>
        </p:txBody>
      </p:sp>
      <p:sp>
        <p:nvSpPr>
          <p:cNvPr id="10" name="Pladsholder til tekst 19">
            <a:extLst>
              <a:ext uri="{FF2B5EF4-FFF2-40B4-BE49-F238E27FC236}">
                <a16:creationId xmlns:a16="http://schemas.microsoft.com/office/drawing/2014/main" id="{34A98C06-7BAD-B742-1760-4607DFD4C7C1}"/>
              </a:ext>
            </a:extLst>
          </p:cNvPr>
          <p:cNvSpPr>
            <a:spLocks noGrp="1"/>
          </p:cNvSpPr>
          <p:nvPr>
            <p:ph type="body" sz="quarter" idx="23" hasCustomPrompt="1"/>
          </p:nvPr>
        </p:nvSpPr>
        <p:spPr>
          <a:xfrm>
            <a:off x="324000" y="2415085"/>
            <a:ext cx="2686050" cy="3701510"/>
          </a:xfrm>
        </p:spPr>
        <p:txBody>
          <a:bodyPr/>
          <a:lstStyle>
            <a:lvl1pPr>
              <a:defRPr sz="1100"/>
            </a:lvl1pPr>
          </a:lstStyle>
          <a:p>
            <a:pPr lvl="0"/>
            <a:r>
              <a:rPr lang="da-DK"/>
              <a:t>Column one</a:t>
            </a:r>
            <a:endParaRPr lang="en-US"/>
          </a:p>
        </p:txBody>
      </p:sp>
    </p:spTree>
    <p:extLst>
      <p:ext uri="{BB962C8B-B14F-4D97-AF65-F5344CB8AC3E}">
        <p14:creationId xmlns:p14="http://schemas.microsoft.com/office/powerpoint/2010/main" val="3231109436"/>
      </p:ext>
    </p:extLst>
  </p:cSld>
  <p:clrMapOvr>
    <a:masterClrMapping/>
  </p:clrMapOvr>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BLANK: White">
    <p:bg>
      <p:bgPr>
        <a:solidFill>
          <a:schemeClr val="bg1"/>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6827C630-92E3-A82D-9470-E438CD5119D6}"/>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tx2"/>
                </a:solidFill>
                <a:latin typeface="+mn-lt"/>
              </a:defRPr>
            </a:lvl1pPr>
          </a:lstStyle>
          <a:p>
            <a:r>
              <a:rPr lang="da-DK"/>
              <a:t>PowerPoint template</a:t>
            </a:r>
          </a:p>
        </p:txBody>
      </p:sp>
      <p:sp>
        <p:nvSpPr>
          <p:cNvPr id="3" name="Pladsholder til slidenummer 26">
            <a:extLst>
              <a:ext uri="{FF2B5EF4-FFF2-40B4-BE49-F238E27FC236}">
                <a16:creationId xmlns:a16="http://schemas.microsoft.com/office/drawing/2014/main" id="{A74ED88D-AF5E-6F03-DA18-ABAB30500033}"/>
              </a:ext>
            </a:extLst>
          </p:cNvPr>
          <p:cNvSpPr>
            <a:spLocks noGrp="1"/>
          </p:cNvSpPr>
          <p:nvPr>
            <p:ph type="sldNum" sz="quarter" idx="4"/>
          </p:nvPr>
        </p:nvSpPr>
        <p:spPr>
          <a:xfrm>
            <a:off x="5148764" y="6508800"/>
            <a:ext cx="878849" cy="129454"/>
          </a:xfrm>
          <a:prstGeom prst="rect">
            <a:avLst/>
          </a:prstGeom>
        </p:spPr>
        <p:txBody>
          <a:bodyPr vert="horz" lIns="0" tIns="0" rIns="0" bIns="0" rtlCol="0" anchor="ctr" anchorCtr="0"/>
          <a:lstStyle>
            <a:lvl1pPr algn="r">
              <a:defRPr sz="1000" b="0">
                <a:solidFill>
                  <a:schemeClr val="tx2"/>
                </a:solidFill>
                <a:latin typeface="+mn-lt"/>
              </a:defRPr>
            </a:lvl1pPr>
          </a:lstStyle>
          <a:p>
            <a:r>
              <a:rPr lang="en-GB"/>
              <a:t>S.</a:t>
            </a:r>
            <a:fld id="{5756700A-4FDC-43B2-BFF8-4B28CED2581C}" type="slidenum">
              <a:rPr lang="en-GB" smtClean="0"/>
              <a:pPr/>
              <a:t>‹nr.›</a:t>
            </a:fld>
            <a:endParaRPr lang="en-GB"/>
          </a:p>
        </p:txBody>
      </p:sp>
      <p:sp>
        <p:nvSpPr>
          <p:cNvPr id="4" name="Date Placeholder 18">
            <a:extLst>
              <a:ext uri="{FF2B5EF4-FFF2-40B4-BE49-F238E27FC236}">
                <a16:creationId xmlns:a16="http://schemas.microsoft.com/office/drawing/2014/main" id="{9B5DE818-2F06-4A52-CF68-485CBC2EED38}"/>
              </a:ext>
            </a:extLst>
          </p:cNvPr>
          <p:cNvSpPr>
            <a:spLocks noGrp="1"/>
          </p:cNvSpPr>
          <p:nvPr>
            <p:ph type="dt" sz="half" idx="2"/>
          </p:nvPr>
        </p:nvSpPr>
        <p:spPr>
          <a:xfrm>
            <a:off x="4543200" y="6508800"/>
            <a:ext cx="1484413" cy="129454"/>
          </a:xfrm>
          <a:prstGeom prst="rect">
            <a:avLst/>
          </a:prstGeom>
        </p:spPr>
        <p:txBody>
          <a:bodyPr vert="horz" lIns="0" tIns="0" rIns="0" bIns="0" rtlCol="0" anchor="ctr" anchorCtr="0"/>
          <a:lstStyle>
            <a:lvl1pPr algn="r">
              <a:defRPr sz="1000">
                <a:solidFill>
                  <a:schemeClr val="tx2"/>
                </a:solidFill>
                <a:latin typeface="+mn-lt"/>
              </a:defRPr>
            </a:lvl1pPr>
          </a:lstStyle>
          <a:p>
            <a:pPr algn="l" rtl="0" fontAlgn="base">
              <a:spcBef>
                <a:spcPct val="0"/>
              </a:spcBef>
              <a:spcAft>
                <a:spcPct val="0"/>
              </a:spcAft>
            </a:pPr>
            <a:endParaRPr lang="da-DK"/>
          </a:p>
        </p:txBody>
      </p:sp>
    </p:spTree>
  </p:cSld>
  <p:clrMapOvr>
    <a:masterClrMapping/>
  </p:clrMapOvr>
  <p:transition>
    <p:fade thruBlk="1"/>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BLANK: Plum">
    <p:bg>
      <p:bgPr>
        <a:solidFill>
          <a:schemeClr val="tx2"/>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08E4D068-B937-27E7-BB3D-BA2EE990EECB}"/>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bg2"/>
                </a:solidFill>
                <a:latin typeface="+mn-lt"/>
              </a:defRPr>
            </a:lvl1pPr>
          </a:lstStyle>
          <a:p>
            <a:r>
              <a:rPr lang="da-DK"/>
              <a:t>PowerPoint template</a:t>
            </a:r>
          </a:p>
        </p:txBody>
      </p:sp>
      <p:sp>
        <p:nvSpPr>
          <p:cNvPr id="4" name="Pladsholder til slidenummer 26">
            <a:extLst>
              <a:ext uri="{FF2B5EF4-FFF2-40B4-BE49-F238E27FC236}">
                <a16:creationId xmlns:a16="http://schemas.microsoft.com/office/drawing/2014/main" id="{64E17C57-93BF-7671-B6AB-BC7D7249E67B}"/>
              </a:ext>
            </a:extLst>
          </p:cNvPr>
          <p:cNvSpPr>
            <a:spLocks noGrp="1"/>
          </p:cNvSpPr>
          <p:nvPr>
            <p:ph type="sldNum" sz="quarter" idx="4"/>
          </p:nvPr>
        </p:nvSpPr>
        <p:spPr>
          <a:xfrm>
            <a:off x="5150476" y="6508800"/>
            <a:ext cx="878849" cy="129454"/>
          </a:xfrm>
          <a:prstGeom prst="rect">
            <a:avLst/>
          </a:prstGeom>
        </p:spPr>
        <p:txBody>
          <a:bodyPr vert="horz" lIns="0" tIns="0" rIns="0" bIns="0" rtlCol="0" anchor="ctr" anchorCtr="0"/>
          <a:lstStyle>
            <a:lvl1pPr algn="r">
              <a:defRPr sz="1000" b="0">
                <a:solidFill>
                  <a:schemeClr val="bg2"/>
                </a:solidFill>
                <a:latin typeface="+mn-lt"/>
              </a:defRPr>
            </a:lvl1pPr>
          </a:lstStyle>
          <a:p>
            <a:r>
              <a:rPr lang="en-GB"/>
              <a:t>S.</a:t>
            </a:r>
            <a:fld id="{5756700A-4FDC-43B2-BFF8-4B28CED2581C}" type="slidenum">
              <a:rPr lang="en-GB" smtClean="0"/>
              <a:pPr/>
              <a:t>‹nr.›</a:t>
            </a:fld>
            <a:endParaRPr lang="en-GB"/>
          </a:p>
        </p:txBody>
      </p:sp>
      <p:sp>
        <p:nvSpPr>
          <p:cNvPr id="5" name="Date Placeholder 18">
            <a:extLst>
              <a:ext uri="{FF2B5EF4-FFF2-40B4-BE49-F238E27FC236}">
                <a16:creationId xmlns:a16="http://schemas.microsoft.com/office/drawing/2014/main" id="{43A897B5-CE4E-B17B-5D1E-DFD8FC3D8370}"/>
              </a:ext>
            </a:extLst>
          </p:cNvPr>
          <p:cNvSpPr>
            <a:spLocks noGrp="1"/>
          </p:cNvSpPr>
          <p:nvPr>
            <p:ph type="dt" sz="half" idx="2"/>
          </p:nvPr>
        </p:nvSpPr>
        <p:spPr>
          <a:xfrm>
            <a:off x="4544912" y="6508800"/>
            <a:ext cx="1484413" cy="129454"/>
          </a:xfrm>
          <a:prstGeom prst="rect">
            <a:avLst/>
          </a:prstGeom>
        </p:spPr>
        <p:txBody>
          <a:bodyPr vert="horz" lIns="0" tIns="0" rIns="0" bIns="0" rtlCol="0" anchor="ctr" anchorCtr="0"/>
          <a:lstStyle>
            <a:lvl1pPr algn="l">
              <a:defRPr sz="1000">
                <a:solidFill>
                  <a:schemeClr val="bg2"/>
                </a:solidFill>
                <a:latin typeface="+mn-lt"/>
              </a:defRPr>
            </a:lvl1pPr>
          </a:lstStyle>
          <a:p>
            <a:endParaRPr lang="da-DK"/>
          </a:p>
        </p:txBody>
      </p:sp>
      <p:grpSp>
        <p:nvGrpSpPr>
          <p:cNvPr id="3" name="Gruppe 2">
            <a:extLst>
              <a:ext uri="{FF2B5EF4-FFF2-40B4-BE49-F238E27FC236}">
                <a16:creationId xmlns:a16="http://schemas.microsoft.com/office/drawing/2014/main" id="{BAB6D4D7-9F22-CDA0-A269-9C08D962845E}"/>
              </a:ext>
            </a:extLst>
          </p:cNvPr>
          <p:cNvGrpSpPr/>
          <p:nvPr userDrawn="1"/>
        </p:nvGrpSpPr>
        <p:grpSpPr>
          <a:xfrm>
            <a:off x="288000" y="6490800"/>
            <a:ext cx="11614351" cy="118982"/>
            <a:chOff x="288000" y="6523200"/>
            <a:chExt cx="11614351" cy="118982"/>
          </a:xfrm>
          <a:solidFill>
            <a:schemeClr val="bg2"/>
          </a:solidFill>
        </p:grpSpPr>
        <p:pic>
          <p:nvPicPr>
            <p:cNvPr id="7" name="Grafik 6">
              <a:extLst>
                <a:ext uri="{FF2B5EF4-FFF2-40B4-BE49-F238E27FC236}">
                  <a16:creationId xmlns:a16="http://schemas.microsoft.com/office/drawing/2014/main" id="{36B5F788-3648-F452-D8D4-06C8689A6D3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1A7B82FD-24D0-5EF3-3E29-EFF174634AD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747430883"/>
      </p:ext>
    </p:extLst>
  </p:cSld>
  <p:clrMapOvr>
    <a:masterClrMapping/>
  </p:clrMapOvr>
  <p:transition>
    <p:fade thruBlk="1"/>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BLANK: Burgundy">
    <p:bg>
      <p:bgPr>
        <a:solidFill>
          <a:schemeClr val="accent3"/>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1D4A1EA3-BC4A-6D8F-D90D-923C95BCBA68}"/>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bg2"/>
                </a:solidFill>
                <a:latin typeface="+mn-lt"/>
              </a:defRPr>
            </a:lvl1pPr>
          </a:lstStyle>
          <a:p>
            <a:r>
              <a:rPr lang="da-DK"/>
              <a:t>PowerPoint template</a:t>
            </a:r>
          </a:p>
        </p:txBody>
      </p:sp>
      <p:sp>
        <p:nvSpPr>
          <p:cNvPr id="4" name="Pladsholder til slidenummer 26">
            <a:extLst>
              <a:ext uri="{FF2B5EF4-FFF2-40B4-BE49-F238E27FC236}">
                <a16:creationId xmlns:a16="http://schemas.microsoft.com/office/drawing/2014/main" id="{7B017D09-EC6F-2049-6403-555AA6C1F45C}"/>
              </a:ext>
            </a:extLst>
          </p:cNvPr>
          <p:cNvSpPr>
            <a:spLocks noGrp="1"/>
          </p:cNvSpPr>
          <p:nvPr>
            <p:ph type="sldNum" sz="quarter" idx="4"/>
          </p:nvPr>
        </p:nvSpPr>
        <p:spPr>
          <a:xfrm>
            <a:off x="5150476" y="6508800"/>
            <a:ext cx="878849" cy="129454"/>
          </a:xfrm>
          <a:prstGeom prst="rect">
            <a:avLst/>
          </a:prstGeom>
        </p:spPr>
        <p:txBody>
          <a:bodyPr vert="horz" lIns="0" tIns="0" rIns="0" bIns="0" rtlCol="0" anchor="ctr" anchorCtr="0"/>
          <a:lstStyle>
            <a:lvl1pPr algn="r">
              <a:defRPr sz="1000" b="0">
                <a:solidFill>
                  <a:schemeClr val="bg2"/>
                </a:solidFill>
                <a:latin typeface="+mn-lt"/>
              </a:defRPr>
            </a:lvl1pPr>
          </a:lstStyle>
          <a:p>
            <a:r>
              <a:rPr lang="en-GB"/>
              <a:t>S.</a:t>
            </a:r>
            <a:fld id="{5756700A-4FDC-43B2-BFF8-4B28CED2581C}" type="slidenum">
              <a:rPr lang="en-GB" smtClean="0"/>
              <a:pPr/>
              <a:t>‹nr.›</a:t>
            </a:fld>
            <a:endParaRPr lang="en-GB"/>
          </a:p>
        </p:txBody>
      </p:sp>
      <p:sp>
        <p:nvSpPr>
          <p:cNvPr id="5" name="Date Placeholder 18">
            <a:extLst>
              <a:ext uri="{FF2B5EF4-FFF2-40B4-BE49-F238E27FC236}">
                <a16:creationId xmlns:a16="http://schemas.microsoft.com/office/drawing/2014/main" id="{4FF9507D-70BE-CFAB-A6C9-30204CD99959}"/>
              </a:ext>
            </a:extLst>
          </p:cNvPr>
          <p:cNvSpPr>
            <a:spLocks noGrp="1"/>
          </p:cNvSpPr>
          <p:nvPr>
            <p:ph type="dt" sz="half" idx="2"/>
          </p:nvPr>
        </p:nvSpPr>
        <p:spPr>
          <a:xfrm>
            <a:off x="4544912" y="6508800"/>
            <a:ext cx="1484413" cy="129454"/>
          </a:xfrm>
          <a:prstGeom prst="rect">
            <a:avLst/>
          </a:prstGeom>
        </p:spPr>
        <p:txBody>
          <a:bodyPr vert="horz" lIns="0" tIns="0" rIns="0" bIns="0" rtlCol="0" anchor="ctr" anchorCtr="0"/>
          <a:lstStyle>
            <a:lvl1pPr algn="r">
              <a:defRPr sz="1000">
                <a:solidFill>
                  <a:schemeClr val="bg2"/>
                </a:solidFill>
                <a:latin typeface="+mn-lt"/>
              </a:defRPr>
            </a:lvl1pPr>
          </a:lstStyle>
          <a:p>
            <a:pPr algn="l" rtl="0" fontAlgn="base">
              <a:spcBef>
                <a:spcPct val="0"/>
              </a:spcBef>
              <a:spcAft>
                <a:spcPct val="0"/>
              </a:spcAft>
            </a:pPr>
            <a:endParaRPr lang="da-DK"/>
          </a:p>
        </p:txBody>
      </p:sp>
      <p:grpSp>
        <p:nvGrpSpPr>
          <p:cNvPr id="3" name="Gruppe 2">
            <a:extLst>
              <a:ext uri="{FF2B5EF4-FFF2-40B4-BE49-F238E27FC236}">
                <a16:creationId xmlns:a16="http://schemas.microsoft.com/office/drawing/2014/main" id="{4191CD7D-F157-0BF5-5B3D-D7F2B384F662}"/>
              </a:ext>
            </a:extLst>
          </p:cNvPr>
          <p:cNvGrpSpPr/>
          <p:nvPr userDrawn="1"/>
        </p:nvGrpSpPr>
        <p:grpSpPr>
          <a:xfrm>
            <a:off x="288000" y="6490800"/>
            <a:ext cx="11614351" cy="118982"/>
            <a:chOff x="288000" y="6523200"/>
            <a:chExt cx="11614351" cy="118982"/>
          </a:xfrm>
          <a:solidFill>
            <a:schemeClr val="bg2"/>
          </a:solidFill>
        </p:grpSpPr>
        <p:pic>
          <p:nvPicPr>
            <p:cNvPr id="7" name="Grafik 6">
              <a:extLst>
                <a:ext uri="{FF2B5EF4-FFF2-40B4-BE49-F238E27FC236}">
                  <a16:creationId xmlns:a16="http://schemas.microsoft.com/office/drawing/2014/main" id="{AE7735A5-8E82-622D-1EF3-975FB5B6BD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45632BA4-A427-7864-37CC-9266EECE4E4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841867166"/>
      </p:ext>
    </p:extLst>
  </p:cSld>
  <p:clrMapOvr>
    <a:masterClrMapping/>
  </p:clrMapOvr>
  <p:transition>
    <p:fade thruBlk="1"/>
  </p:transition>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slideLayout" Target="../slideLayouts/slideLayout63.xml"/><Relationship Id="rId68"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image" Target="../media/image1.svg"/><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Pladsholder til titel 1"/>
          <p:cNvSpPr>
            <a:spLocks noGrp="1"/>
          </p:cNvSpPr>
          <p:nvPr>
            <p:ph type="title"/>
          </p:nvPr>
        </p:nvSpPr>
        <p:spPr>
          <a:xfrm>
            <a:off x="288000" y="288000"/>
            <a:ext cx="11613600" cy="1811099"/>
          </a:xfrm>
          <a:prstGeom prst="rect">
            <a:avLst/>
          </a:prstGeom>
        </p:spPr>
        <p:txBody>
          <a:bodyPr vert="horz" lIns="0" tIns="0" rIns="0" bIns="0" rtlCol="0" anchor="t" anchorCtr="0">
            <a:noAutofit/>
          </a:bodyPr>
          <a:lstStyle/>
          <a:p>
            <a:r>
              <a:rPr lang="da-DK"/>
              <a:t>Tekstslide </a:t>
            </a:r>
            <a:br>
              <a:rPr lang="da-DK"/>
            </a:br>
            <a:r>
              <a:rPr lang="da-DK"/>
              <a:t>på lys baggrund</a:t>
            </a:r>
          </a:p>
        </p:txBody>
      </p:sp>
      <p:sp>
        <p:nvSpPr>
          <p:cNvPr id="3" name="Pladsholder til tekst 2"/>
          <p:cNvSpPr>
            <a:spLocks noGrp="1"/>
          </p:cNvSpPr>
          <p:nvPr>
            <p:ph type="body" idx="1"/>
          </p:nvPr>
        </p:nvSpPr>
        <p:spPr>
          <a:xfrm>
            <a:off x="288000" y="2290756"/>
            <a:ext cx="11613600"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17" name="Pladsholder til sidefod 16"/>
          <p:cNvSpPr>
            <a:spLocks noGrp="1"/>
          </p:cNvSpPr>
          <p:nvPr>
            <p:ph type="ftr" sz="quarter" idx="3"/>
          </p:nvPr>
        </p:nvSpPr>
        <p:spPr>
          <a:xfrm>
            <a:off x="6145882" y="6508644"/>
            <a:ext cx="4235740" cy="129454"/>
          </a:xfrm>
          <a:prstGeom prst="rect">
            <a:avLst/>
          </a:prstGeom>
        </p:spPr>
        <p:txBody>
          <a:bodyPr vert="horz" lIns="0" tIns="0" rIns="0" bIns="0" rtlCol="0" anchor="ctr" anchorCtr="0"/>
          <a:lstStyle>
            <a:lvl1pPr algn="l">
              <a:defRPr sz="1000" b="0" kern="0" baseline="0">
                <a:solidFill>
                  <a:schemeClr val="tx2"/>
                </a:solidFill>
                <a:latin typeface="+mn-lt"/>
              </a:defRPr>
            </a:lvl1pPr>
          </a:lstStyle>
          <a:p>
            <a:r>
              <a:rPr lang="da-DK"/>
              <a:t>PowerPoint template</a:t>
            </a:r>
          </a:p>
        </p:txBody>
      </p:sp>
      <p:sp>
        <p:nvSpPr>
          <p:cNvPr id="27" name="Pladsholder til slidenummer 26"/>
          <p:cNvSpPr>
            <a:spLocks noGrp="1"/>
          </p:cNvSpPr>
          <p:nvPr>
            <p:ph type="sldNum" sz="quarter" idx="4"/>
          </p:nvPr>
        </p:nvSpPr>
        <p:spPr>
          <a:xfrm>
            <a:off x="5164092" y="6508644"/>
            <a:ext cx="878849" cy="129454"/>
          </a:xfrm>
          <a:prstGeom prst="rect">
            <a:avLst/>
          </a:prstGeom>
        </p:spPr>
        <p:txBody>
          <a:bodyPr vert="horz" lIns="0" tIns="0" rIns="0" bIns="0" rtlCol="0" anchor="ctr" anchorCtr="0"/>
          <a:lstStyle>
            <a:lvl1pPr algn="r">
              <a:defRPr sz="1000" b="0">
                <a:solidFill>
                  <a:schemeClr val="tx2"/>
                </a:solidFill>
                <a:latin typeface="+mn-lt"/>
              </a:defRPr>
            </a:lvl1pPr>
          </a:lstStyle>
          <a:p>
            <a:r>
              <a:rPr lang="en-GB"/>
              <a:t>S.</a:t>
            </a:r>
            <a:fld id="{5756700A-4FDC-43B2-BFF8-4B28CED2581C}" type="slidenum">
              <a:rPr lang="en-GB" smtClean="0"/>
              <a:pPr/>
              <a:t>‹nr.›</a:t>
            </a:fld>
            <a:endParaRPr lang="en-GB"/>
          </a:p>
        </p:txBody>
      </p:sp>
      <p:sp>
        <p:nvSpPr>
          <p:cNvPr id="19" name="Date Placeholder 18"/>
          <p:cNvSpPr>
            <a:spLocks noGrp="1"/>
          </p:cNvSpPr>
          <p:nvPr>
            <p:ph type="dt" sz="half" idx="2"/>
          </p:nvPr>
        </p:nvSpPr>
        <p:spPr>
          <a:xfrm>
            <a:off x="4544912" y="6508644"/>
            <a:ext cx="1498029" cy="129454"/>
          </a:xfrm>
          <a:prstGeom prst="rect">
            <a:avLst/>
          </a:prstGeom>
        </p:spPr>
        <p:txBody>
          <a:bodyPr vert="horz" lIns="0" tIns="0" rIns="0" bIns="0" rtlCol="0" anchor="ctr" anchorCtr="0"/>
          <a:lstStyle>
            <a:lvl1pPr algn="l">
              <a:defRPr sz="1000">
                <a:solidFill>
                  <a:schemeClr val="tx2"/>
                </a:solidFill>
                <a:latin typeface="+mn-lt"/>
              </a:defRPr>
            </a:lvl1pPr>
          </a:lstStyle>
          <a:p>
            <a:endParaRPr lang="da-DK"/>
          </a:p>
        </p:txBody>
      </p:sp>
      <p:grpSp>
        <p:nvGrpSpPr>
          <p:cNvPr id="10" name="Gruppe 9">
            <a:extLst>
              <a:ext uri="{FF2B5EF4-FFF2-40B4-BE49-F238E27FC236}">
                <a16:creationId xmlns:a16="http://schemas.microsoft.com/office/drawing/2014/main" id="{5AC9BC21-A678-3E6C-291C-9F104741EAE6}"/>
              </a:ext>
            </a:extLst>
          </p:cNvPr>
          <p:cNvGrpSpPr/>
          <p:nvPr userDrawn="1"/>
        </p:nvGrpSpPr>
        <p:grpSpPr>
          <a:xfrm>
            <a:off x="288000" y="6491739"/>
            <a:ext cx="11614351" cy="118982"/>
            <a:chOff x="288000" y="6523200"/>
            <a:chExt cx="11614351" cy="118982"/>
          </a:xfrm>
        </p:grpSpPr>
        <p:pic>
          <p:nvPicPr>
            <p:cNvPr id="5" name="Grafik 4">
              <a:extLst>
                <a:ext uri="{FF2B5EF4-FFF2-40B4-BE49-F238E27FC236}">
                  <a16:creationId xmlns:a16="http://schemas.microsoft.com/office/drawing/2014/main" id="{D2E7732F-F6DA-0714-914E-1BCF2882966A}"/>
                </a:ext>
              </a:extLst>
            </p:cNvPr>
            <p:cNvPicPr>
              <a:picLocks noChangeAspect="1"/>
            </p:cNvPicPr>
            <p:nvPr userDrawn="1"/>
          </p:nvPicPr>
          <p:blipFill>
            <a:blip>
              <a:extLst>
                <a:ext uri="{96DAC541-7B7A-43D3-8B79-37D633B846F1}">
                  <asvg:svgBlip xmlns:asvg="http://schemas.microsoft.com/office/drawing/2016/SVG/main" r:embed="rId67"/>
                </a:ext>
              </a:extLst>
            </a:blip>
            <a:stretch>
              <a:fillRect/>
            </a:stretch>
          </p:blipFill>
          <p:spPr>
            <a:xfrm>
              <a:off x="288000" y="6523200"/>
              <a:ext cx="339391" cy="118982"/>
            </a:xfrm>
            <a:prstGeom prst="rect">
              <a:avLst/>
            </a:prstGeom>
          </p:spPr>
        </p:pic>
        <p:pic>
          <p:nvPicPr>
            <p:cNvPr id="6" name="Picture 3">
              <a:extLst>
                <a:ext uri="{FF2B5EF4-FFF2-40B4-BE49-F238E27FC236}">
                  <a16:creationId xmlns:a16="http://schemas.microsoft.com/office/drawing/2014/main" id="{664D5EE6-C129-910E-CDB1-E3E88F73BE4B}"/>
                </a:ext>
              </a:extLst>
            </p:cNvPr>
            <p:cNvPicPr>
              <a:picLocks noChangeAspect="1"/>
            </p:cNvPicPr>
            <p:nvPr userDrawn="1"/>
          </p:nvPicPr>
          <p:blipFill>
            <a:blip>
              <a:extLst>
                <a:ext uri="{96DAC541-7B7A-43D3-8B79-37D633B846F1}">
                  <asvg:svgBlip xmlns:asvg="http://schemas.microsoft.com/office/drawing/2016/SVG/main" r:embed="rId68"/>
                </a:ext>
              </a:extLst>
            </a:blip>
            <a:srcRect/>
            <a:stretch/>
          </p:blipFill>
          <p:spPr>
            <a:xfrm>
              <a:off x="11451600" y="6523200"/>
              <a:ext cx="450751" cy="117503"/>
            </a:xfrm>
            <a:prstGeom prst="rect">
              <a:avLst/>
            </a:prstGeom>
          </p:spPr>
        </p:pic>
      </p:grpSp>
    </p:spTree>
  </p:cSld>
  <p:clrMap bg1="lt1" tx1="dk1" bg2="lt2" tx2="dk2" accent1="accent1" accent2="accent2" accent3="accent3" accent4="accent4" accent5="accent5" accent6="accent6" hlink="hlink" folHlink="folHlink"/>
  <p:sldLayoutIdLst>
    <p:sldLayoutId id="2147484232" r:id="rId1"/>
    <p:sldLayoutId id="2147484234" r:id="rId2"/>
    <p:sldLayoutId id="2147484245" r:id="rId3"/>
    <p:sldLayoutId id="2147484246" r:id="rId4"/>
    <p:sldLayoutId id="2147484233" r:id="rId5"/>
    <p:sldLayoutId id="2147484243" r:id="rId6"/>
    <p:sldLayoutId id="2147484235" r:id="rId7"/>
    <p:sldLayoutId id="2147484255" r:id="rId8"/>
    <p:sldLayoutId id="2147484256" r:id="rId9"/>
    <p:sldLayoutId id="2147484253" r:id="rId10"/>
    <p:sldLayoutId id="2147484254" r:id="rId11"/>
    <p:sldLayoutId id="2147484257" r:id="rId12"/>
    <p:sldLayoutId id="2147484258" r:id="rId13"/>
    <p:sldLayoutId id="2147484248" r:id="rId14"/>
    <p:sldLayoutId id="2147484265" r:id="rId15"/>
    <p:sldLayoutId id="2147484238" r:id="rId16"/>
    <p:sldLayoutId id="2147484239" r:id="rId17"/>
    <p:sldLayoutId id="2147484240" r:id="rId18"/>
    <p:sldLayoutId id="2147484259" r:id="rId19"/>
    <p:sldLayoutId id="2147484297" r:id="rId20"/>
    <p:sldLayoutId id="2147484296" r:id="rId21"/>
    <p:sldLayoutId id="2147484291" r:id="rId22"/>
    <p:sldLayoutId id="2147484292" r:id="rId23"/>
    <p:sldLayoutId id="2147484295" r:id="rId24"/>
    <p:sldLayoutId id="2147484293" r:id="rId25"/>
    <p:sldLayoutId id="2147484236" r:id="rId26"/>
    <p:sldLayoutId id="2147484241" r:id="rId27"/>
    <p:sldLayoutId id="2147484282" r:id="rId28"/>
    <p:sldLayoutId id="2147484271" r:id="rId29"/>
    <p:sldLayoutId id="2147484242" r:id="rId30"/>
    <p:sldLayoutId id="2147484280" r:id="rId31"/>
    <p:sldLayoutId id="2147484281" r:id="rId32"/>
    <p:sldLayoutId id="2147484244" r:id="rId33"/>
    <p:sldLayoutId id="2147484264" r:id="rId34"/>
    <p:sldLayoutId id="2147484251" r:id="rId35"/>
    <p:sldLayoutId id="2147484269" r:id="rId36"/>
    <p:sldLayoutId id="2147484267" r:id="rId37"/>
    <p:sldLayoutId id="2147484266" r:id="rId38"/>
    <p:sldLayoutId id="2147484283" r:id="rId39"/>
    <p:sldLayoutId id="2147484284" r:id="rId40"/>
    <p:sldLayoutId id="2147484268" r:id="rId41"/>
    <p:sldLayoutId id="2147484263" r:id="rId42"/>
    <p:sldLayoutId id="2147484274" r:id="rId43"/>
    <p:sldLayoutId id="2147484261" r:id="rId44"/>
    <p:sldLayoutId id="2147484276" r:id="rId45"/>
    <p:sldLayoutId id="2147484270" r:id="rId46"/>
    <p:sldLayoutId id="2147484286" r:id="rId47"/>
    <p:sldLayoutId id="2147484247" r:id="rId48"/>
    <p:sldLayoutId id="2147484285" r:id="rId49"/>
    <p:sldLayoutId id="2147484279" r:id="rId50"/>
    <p:sldLayoutId id="2147484287" r:id="rId51"/>
    <p:sldLayoutId id="2147484288" r:id="rId52"/>
    <p:sldLayoutId id="2147484262" r:id="rId53"/>
    <p:sldLayoutId id="2147484290" r:id="rId54"/>
    <p:sldLayoutId id="2147484249" r:id="rId55"/>
    <p:sldLayoutId id="2147484260" r:id="rId56"/>
    <p:sldLayoutId id="2147484289" r:id="rId57"/>
    <p:sldLayoutId id="2147484278" r:id="rId58"/>
    <p:sldLayoutId id="2147484277" r:id="rId59"/>
    <p:sldLayoutId id="2147484294" r:id="rId60"/>
    <p:sldLayoutId id="2147484273" r:id="rId61"/>
    <p:sldLayoutId id="2147484272" r:id="rId62"/>
    <p:sldLayoutId id="2147484143" r:id="rId63"/>
    <p:sldLayoutId id="2147484237" r:id="rId64"/>
    <p:sldLayoutId id="2147484275" r:id="rId65"/>
  </p:sldLayoutIdLst>
  <p:transition/>
  <p:hf hdr="0" dt="0"/>
  <p:txStyles>
    <p:title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p:titleStyle>
    <p:bodyStyle>
      <a:lvl1pPr marL="0" indent="0" algn="l" rtl="0" eaLnBrk="1" fontAlgn="base" hangingPunct="1">
        <a:lnSpc>
          <a:spcPct val="110000"/>
        </a:lnSpc>
        <a:spcBef>
          <a:spcPts val="0"/>
        </a:spcBef>
        <a:spcAft>
          <a:spcPts val="0"/>
        </a:spcAft>
        <a:buClrTx/>
        <a:buSzPct val="108000"/>
        <a:buFont typeface="Arial" panose="020B0604020202020204" pitchFamily="34" charset="0"/>
        <a:buChar char="​"/>
        <a:tabLst/>
        <a:defRPr sz="1300" b="0" i="0" kern="0" spc="0" baseline="0">
          <a:solidFill>
            <a:schemeClr val="tx2"/>
          </a:solidFill>
          <a:latin typeface="+mn-lt"/>
          <a:ea typeface="Aptos" panose="020B0004020202020204" pitchFamily="34" charset="0"/>
          <a:cs typeface="Arial" panose="020B0604020202020204" pitchFamily="34" charset="0"/>
        </a:defRPr>
      </a:lvl1pPr>
      <a:lvl2pPr marL="0" indent="0" algn="l" rtl="0" eaLnBrk="1" fontAlgn="base" hangingPunct="1">
        <a:lnSpc>
          <a:spcPct val="100000"/>
        </a:lnSpc>
        <a:spcBef>
          <a:spcPts val="0"/>
        </a:spcBef>
        <a:spcAft>
          <a:spcPts val="0"/>
        </a:spcAft>
        <a:buClrTx/>
        <a:buSzPct val="100000"/>
        <a:buFont typeface="Arial" panose="020B0604020202020204" pitchFamily="34" charset="0"/>
        <a:buChar char="​"/>
        <a:defRPr sz="1800" b="0" i="0" kern="0" spc="0" baseline="0">
          <a:solidFill>
            <a:schemeClr val="tx2"/>
          </a:solidFill>
          <a:latin typeface="+mn-lt"/>
          <a:ea typeface="Aptos" panose="020B0004020202020204" pitchFamily="34" charset="0"/>
          <a:cs typeface="Arial" panose="020B0604020202020204" pitchFamily="34" charset="0"/>
        </a:defRPr>
      </a:lvl2pPr>
      <a:lvl3pPr marL="180000" indent="-180000" algn="l" rtl="0" eaLnBrk="1" fontAlgn="base" hangingPunct="1">
        <a:lnSpc>
          <a:spcPct val="118000"/>
        </a:lnSpc>
        <a:spcBef>
          <a:spcPts val="0"/>
        </a:spcBef>
        <a:spcAft>
          <a:spcPts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3pPr>
      <a:lvl4pPr marL="360000" indent="-180000" algn="l" rtl="0" eaLnBrk="1" fontAlgn="base" hangingPunct="1">
        <a:lnSpc>
          <a:spcPct val="118000"/>
        </a:lnSpc>
        <a:spcBef>
          <a:spcPts val="0"/>
        </a:spcBef>
        <a:spcAft>
          <a:spcPct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4pPr>
      <a:lvl5pPr marL="540000" indent="-180000" algn="l" rtl="0" eaLnBrk="1" fontAlgn="base" hangingPunct="1">
        <a:lnSpc>
          <a:spcPct val="118000"/>
        </a:lnSpc>
        <a:spcBef>
          <a:spcPts val="0"/>
        </a:spcBef>
        <a:spcAft>
          <a:spcPct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5pPr>
      <a:lvl6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6pPr>
      <a:lvl7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7pPr>
      <a:lvl8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8pPr>
      <a:lvl9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9pPr>
    </p:bodyStyle>
    <p:otherStyle>
      <a:defPPr>
        <a:defRPr lang="da-DK"/>
      </a:defPPr>
      <a:lvl1pPr marL="0" algn="l" defTabSz="1275934" rtl="0" eaLnBrk="1" latinLnBrk="0" hangingPunct="1">
        <a:defRPr sz="2533" kern="1200">
          <a:solidFill>
            <a:schemeClr val="tx1"/>
          </a:solidFill>
          <a:latin typeface="+mn-lt"/>
          <a:ea typeface="+mn-ea"/>
          <a:cs typeface="+mn-cs"/>
        </a:defRPr>
      </a:lvl1pPr>
      <a:lvl2pPr marL="637968" algn="l" defTabSz="1275934" rtl="0" eaLnBrk="1" latinLnBrk="0" hangingPunct="1">
        <a:defRPr sz="2533" kern="1200">
          <a:solidFill>
            <a:schemeClr val="tx1"/>
          </a:solidFill>
          <a:latin typeface="+mn-lt"/>
          <a:ea typeface="+mn-ea"/>
          <a:cs typeface="+mn-cs"/>
        </a:defRPr>
      </a:lvl2pPr>
      <a:lvl3pPr marL="1275934" algn="l" defTabSz="1275934" rtl="0" eaLnBrk="1" latinLnBrk="0" hangingPunct="1">
        <a:defRPr sz="2533" kern="1200">
          <a:solidFill>
            <a:schemeClr val="tx1"/>
          </a:solidFill>
          <a:latin typeface="+mn-lt"/>
          <a:ea typeface="+mn-ea"/>
          <a:cs typeface="+mn-cs"/>
        </a:defRPr>
      </a:lvl3pPr>
      <a:lvl4pPr marL="1913900" algn="l" defTabSz="1275934" rtl="0" eaLnBrk="1" latinLnBrk="0" hangingPunct="1">
        <a:defRPr sz="2533" kern="1200">
          <a:solidFill>
            <a:schemeClr val="tx1"/>
          </a:solidFill>
          <a:latin typeface="+mn-lt"/>
          <a:ea typeface="+mn-ea"/>
          <a:cs typeface="+mn-cs"/>
        </a:defRPr>
      </a:lvl4pPr>
      <a:lvl5pPr marL="2551867" algn="l" defTabSz="1275934" rtl="0" eaLnBrk="1" latinLnBrk="0" hangingPunct="1">
        <a:defRPr sz="2533" kern="1200">
          <a:solidFill>
            <a:schemeClr val="tx1"/>
          </a:solidFill>
          <a:latin typeface="+mn-lt"/>
          <a:ea typeface="+mn-ea"/>
          <a:cs typeface="+mn-cs"/>
        </a:defRPr>
      </a:lvl5pPr>
      <a:lvl6pPr marL="3189830" algn="l" defTabSz="1275934" rtl="0" eaLnBrk="1" latinLnBrk="0" hangingPunct="1">
        <a:defRPr sz="2533" kern="1200">
          <a:solidFill>
            <a:schemeClr val="tx1"/>
          </a:solidFill>
          <a:latin typeface="+mn-lt"/>
          <a:ea typeface="+mn-ea"/>
          <a:cs typeface="+mn-cs"/>
        </a:defRPr>
      </a:lvl6pPr>
      <a:lvl7pPr marL="3827797" algn="l" defTabSz="1275934" rtl="0" eaLnBrk="1" latinLnBrk="0" hangingPunct="1">
        <a:defRPr sz="2533" kern="1200">
          <a:solidFill>
            <a:schemeClr val="tx1"/>
          </a:solidFill>
          <a:latin typeface="+mn-lt"/>
          <a:ea typeface="+mn-ea"/>
          <a:cs typeface="+mn-cs"/>
        </a:defRPr>
      </a:lvl7pPr>
      <a:lvl8pPr marL="4465763" algn="l" defTabSz="1275934" rtl="0" eaLnBrk="1" latinLnBrk="0" hangingPunct="1">
        <a:defRPr sz="2533" kern="1200">
          <a:solidFill>
            <a:schemeClr val="tx1"/>
          </a:solidFill>
          <a:latin typeface="+mn-lt"/>
          <a:ea typeface="+mn-ea"/>
          <a:cs typeface="+mn-cs"/>
        </a:defRPr>
      </a:lvl8pPr>
      <a:lvl9pPr marL="5103730" algn="l" defTabSz="1275934" rtl="0" eaLnBrk="1" latinLnBrk="0" hangingPunct="1">
        <a:defRPr sz="253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2" userDrawn="1">
          <p15:clr>
            <a:srgbClr val="F26B43"/>
          </p15:clr>
        </p15:guide>
        <p15:guide id="3" pos="74" userDrawn="1">
          <p15:clr>
            <a:srgbClr val="F26B43"/>
          </p15:clr>
        </p15:guide>
        <p15:guide id="4" pos="3794" userDrawn="1">
          <p15:clr>
            <a:srgbClr val="F26B43"/>
          </p15:clr>
        </p15:guide>
        <p15:guide id="6" pos="3884" userDrawn="1">
          <p15:clr>
            <a:srgbClr val="F26B43"/>
          </p15:clr>
        </p15:guide>
        <p15:guide id="9" pos="7604" userDrawn="1">
          <p15:clr>
            <a:srgbClr val="F26B43"/>
          </p15:clr>
        </p15:guide>
        <p15:guide id="10" orient="horz" pos="4064" userDrawn="1">
          <p15:clr>
            <a:srgbClr val="F26B43"/>
          </p15:clr>
        </p15:guide>
        <p15:guide id="11" orient="horz" pos="2069" userDrawn="1">
          <p15:clr>
            <a:srgbClr val="F26B43"/>
          </p15:clr>
        </p15:guide>
        <p15:guide id="12" pos="38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0.jpeg"/><Relationship Id="rId1" Type="http://schemas.openxmlformats.org/officeDocument/2006/relationships/slideLayout" Target="../slideLayouts/slideLayout1.xml"/><Relationship Id="rId4" Type="http://schemas.openxmlformats.org/officeDocument/2006/relationships/image" Target="../media/image5.svg"/></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1.jpeg"/><Relationship Id="rId1" Type="http://schemas.openxmlformats.org/officeDocument/2006/relationships/slideLayout" Target="../slideLayouts/slideLayout1.xml"/><Relationship Id="rId4" Type="http://schemas.openxmlformats.org/officeDocument/2006/relationships/image" Target="../media/image1.sv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1.svg"/></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3.jpe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4.jpg"/><Relationship Id="rId1" Type="http://schemas.openxmlformats.org/officeDocument/2006/relationships/slideLayout" Target="../slideLayouts/slideLayout1.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5.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6.jpeg"/><Relationship Id="rId1" Type="http://schemas.openxmlformats.org/officeDocument/2006/relationships/slideLayout" Target="../slideLayouts/slideLayout4.xml"/><Relationship Id="rId4" Type="http://schemas.openxmlformats.org/officeDocument/2006/relationships/image" Target="../media/image5.svg"/></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7.jpeg"/><Relationship Id="rId1" Type="http://schemas.openxmlformats.org/officeDocument/2006/relationships/slideLayout" Target="../slideLayouts/slideLayout4.xml"/><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3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7.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8.xml"/></Relationships>
</file>

<file path=ppt/slides/_rels/slide3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9.xml"/></Relationships>
</file>

<file path=ppt/slides/_rels/slide3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9.xml"/></Relationships>
</file>

<file path=ppt/slides/_rels/slide4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0.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1.xml"/></Relationships>
</file>

<file path=ppt/slides/_rels/slide4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2.xml"/></Relationships>
</file>

<file path=ppt/slides/_rels/slide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3.xml"/></Relationships>
</file>

<file path=ppt/slides/_rels/slide44.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image" Target="../media/image39.png"/><Relationship Id="rId1" Type="http://schemas.openxmlformats.org/officeDocument/2006/relationships/slideLayout" Target="../slideLayouts/slideLayout34.xml"/><Relationship Id="rId5" Type="http://schemas.openxmlformats.org/officeDocument/2006/relationships/image" Target="../media/image38.png"/><Relationship Id="rId4"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43.jpeg"/><Relationship Id="rId1" Type="http://schemas.openxmlformats.org/officeDocument/2006/relationships/slideLayout" Target="../slideLayouts/slideLayout36.xml"/><Relationship Id="rId4" Type="http://schemas.openxmlformats.org/officeDocument/2006/relationships/image" Target="../media/image5.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5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44.jpeg"/><Relationship Id="rId1" Type="http://schemas.openxmlformats.org/officeDocument/2006/relationships/slideLayout" Target="../slideLayouts/slideLayout41.xml"/><Relationship Id="rId4" Type="http://schemas.openxmlformats.org/officeDocument/2006/relationships/image" Target="../media/image5.svg"/></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3.xml"/></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4.xml"/><Relationship Id="rId4" Type="http://schemas.openxmlformats.org/officeDocument/2006/relationships/image" Target="../media/image42.png"/></Relationships>
</file>

<file path=ppt/slides/_rels/slide55.xml.rels><?xml version="1.0" encoding="UTF-8" standalone="yes"?>
<Relationships xmlns="http://schemas.openxmlformats.org/package/2006/relationships"><Relationship Id="rId8" Type="http://schemas.openxmlformats.org/officeDocument/2006/relationships/image" Target="../media/image51.jpg"/><Relationship Id="rId3" Type="http://schemas.openxmlformats.org/officeDocument/2006/relationships/image" Target="../media/image46.jpg"/><Relationship Id="rId7" Type="http://schemas.openxmlformats.org/officeDocument/2006/relationships/image" Target="../media/image50.jpg"/><Relationship Id="rId2" Type="http://schemas.openxmlformats.org/officeDocument/2006/relationships/image" Target="../media/image45.jpg"/><Relationship Id="rId1" Type="http://schemas.openxmlformats.org/officeDocument/2006/relationships/slideLayout" Target="../slideLayouts/slideLayout45.xml"/><Relationship Id="rId6" Type="http://schemas.openxmlformats.org/officeDocument/2006/relationships/image" Target="../media/image49.jpeg"/><Relationship Id="rId5" Type="http://schemas.openxmlformats.org/officeDocument/2006/relationships/image" Target="../media/image48.jpg"/><Relationship Id="rId4" Type="http://schemas.openxmlformats.org/officeDocument/2006/relationships/image" Target="../media/image47.jpg"/></Relationships>
</file>

<file path=ppt/slides/_rels/slide5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2.jpeg"/><Relationship Id="rId1" Type="http://schemas.openxmlformats.org/officeDocument/2006/relationships/slideLayout" Target="../slideLayouts/slideLayout46.xml"/><Relationship Id="rId4" Type="http://schemas.openxmlformats.org/officeDocument/2006/relationships/image" Target="../media/image5.svg"/></Relationships>
</file>

<file path=ppt/slides/_rels/slide5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53.png"/><Relationship Id="rId1" Type="http://schemas.openxmlformats.org/officeDocument/2006/relationships/slideLayout" Target="../slideLayouts/slideLayout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5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9.xml"/><Relationship Id="rId4" Type="http://schemas.openxmlformats.org/officeDocument/2006/relationships/image" Target="../media/image38.png"/></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50.xml"/><Relationship Id="rId5" Type="http://schemas.openxmlformats.org/officeDocument/2006/relationships/image" Target="../media/image42.png"/><Relationship Id="rId4" Type="http://schemas.openxmlformats.org/officeDocument/2006/relationships/image" Target="../media/image3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53.png"/><Relationship Id="rId1" Type="http://schemas.openxmlformats.org/officeDocument/2006/relationships/slideLayout" Target="../slideLayouts/slideLayout53.xml"/><Relationship Id="rId5" Type="http://schemas.openxmlformats.org/officeDocument/2006/relationships/image" Target="../media/image54.pn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68.xml.rels><?xml version="1.0" encoding="UTF-8" standalone="yes"?>
<Relationships xmlns="http://schemas.openxmlformats.org/package/2006/relationships"><Relationship Id="rId3" Type="http://schemas.openxmlformats.org/officeDocument/2006/relationships/image" Target="../media/image56.jpg"/><Relationship Id="rId7" Type="http://schemas.openxmlformats.org/officeDocument/2006/relationships/image" Target="../media/image53.png"/><Relationship Id="rId2" Type="http://schemas.openxmlformats.org/officeDocument/2006/relationships/image" Target="../media/image38.png"/><Relationship Id="rId1" Type="http://schemas.openxmlformats.org/officeDocument/2006/relationships/slideLayout" Target="../slideLayouts/slideLayout58.xml"/><Relationship Id="rId6" Type="http://schemas.openxmlformats.org/officeDocument/2006/relationships/image" Target="../media/image58.jpg"/><Relationship Id="rId5" Type="http://schemas.openxmlformats.org/officeDocument/2006/relationships/image" Target="../media/image57.jpg"/><Relationship Id="rId4" Type="http://schemas.openxmlformats.org/officeDocument/2006/relationships/image" Target="../media/image54.png"/></Relationships>
</file>

<file path=ppt/slides/_rels/slide69.xml.rels><?xml version="1.0" encoding="UTF-8" standalone="yes"?>
<Relationships xmlns="http://schemas.openxmlformats.org/package/2006/relationships"><Relationship Id="rId8" Type="http://schemas.openxmlformats.org/officeDocument/2006/relationships/image" Target="../media/image58.jpg"/><Relationship Id="rId3" Type="http://schemas.openxmlformats.org/officeDocument/2006/relationships/image" Target="../media/image38.png"/><Relationship Id="rId7" Type="http://schemas.openxmlformats.org/officeDocument/2006/relationships/image" Target="../media/image60.png"/><Relationship Id="rId2" Type="http://schemas.openxmlformats.org/officeDocument/2006/relationships/image" Target="../media/image59.jpg"/><Relationship Id="rId1" Type="http://schemas.openxmlformats.org/officeDocument/2006/relationships/slideLayout" Target="../slideLayouts/slideLayout59.xml"/><Relationship Id="rId6" Type="http://schemas.openxmlformats.org/officeDocument/2006/relationships/image" Target="../media/image57.jpg"/><Relationship Id="rId5" Type="http://schemas.openxmlformats.org/officeDocument/2006/relationships/image" Target="../media/image54.png"/><Relationship Id="rId4" Type="http://schemas.openxmlformats.org/officeDocument/2006/relationships/image" Target="../media/image56.jpg"/><Relationship Id="rId9" Type="http://schemas.openxmlformats.org/officeDocument/2006/relationships/image" Target="../media/image53.png"/></Relationships>
</file>

<file path=ppt/slides/_rels/slide70.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1.jpg"/><Relationship Id="rId1" Type="http://schemas.openxmlformats.org/officeDocument/2006/relationships/slideLayout" Target="../slideLayouts/slideLayout61.xml"/><Relationship Id="rId5" Type="http://schemas.openxmlformats.org/officeDocument/2006/relationships/image" Target="../media/image64.jpg"/><Relationship Id="rId4" Type="http://schemas.openxmlformats.org/officeDocument/2006/relationships/image" Target="../media/image63.jpg"/></Relationships>
</file>

<file path=ppt/slides/_rels/slide71.xml.rels><?xml version="1.0" encoding="UTF-8" standalone="yes"?>
<Relationships xmlns="http://schemas.openxmlformats.org/package/2006/relationships"><Relationship Id="rId8" Type="http://schemas.openxmlformats.org/officeDocument/2006/relationships/image" Target="../media/image70.jpg"/><Relationship Id="rId13" Type="http://schemas.openxmlformats.org/officeDocument/2006/relationships/image" Target="../media/image72.jpg"/><Relationship Id="rId3" Type="http://schemas.openxmlformats.org/officeDocument/2006/relationships/image" Target="../media/image66.jpg"/><Relationship Id="rId7" Type="http://schemas.openxmlformats.org/officeDocument/2006/relationships/image" Target="../media/image69.jpg"/><Relationship Id="rId12" Type="http://schemas.openxmlformats.org/officeDocument/2006/relationships/image" Target="../media/image64.jpg"/><Relationship Id="rId2" Type="http://schemas.openxmlformats.org/officeDocument/2006/relationships/image" Target="../media/image65.jpg"/><Relationship Id="rId1" Type="http://schemas.openxmlformats.org/officeDocument/2006/relationships/slideLayout" Target="../slideLayouts/slideLayout60.xml"/><Relationship Id="rId6" Type="http://schemas.openxmlformats.org/officeDocument/2006/relationships/image" Target="../media/image68.jpg"/><Relationship Id="rId11" Type="http://schemas.openxmlformats.org/officeDocument/2006/relationships/image" Target="../media/image63.jpg"/><Relationship Id="rId5" Type="http://schemas.openxmlformats.org/officeDocument/2006/relationships/image" Target="../media/image61.jpg"/><Relationship Id="rId10" Type="http://schemas.openxmlformats.org/officeDocument/2006/relationships/image" Target="../media/image71.jpg"/><Relationship Id="rId4" Type="http://schemas.openxmlformats.org/officeDocument/2006/relationships/image" Target="../media/image67.jpg"/><Relationship Id="rId9" Type="http://schemas.openxmlformats.org/officeDocument/2006/relationships/image" Target="../media/image62.jpg"/></Relationships>
</file>

<file path=ppt/slides/_rels/slide72.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C03DBDE2-9A6A-3724-0836-5B05D2B51ADD}"/>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906" b="7906"/>
          <a:stretch/>
        </p:blipFill>
        <p:spPr>
          <a:xfrm>
            <a:off x="-1" y="0"/>
            <a:ext cx="12188825" cy="6858000"/>
          </a:xfrm>
        </p:spPr>
      </p:pic>
      <p:sp>
        <p:nvSpPr>
          <p:cNvPr id="3" name="Titel 2">
            <a:extLst>
              <a:ext uri="{FF2B5EF4-FFF2-40B4-BE49-F238E27FC236}">
                <a16:creationId xmlns:a16="http://schemas.microsoft.com/office/drawing/2014/main" id="{9E72C054-8D52-6941-27FE-267FC1D686F1}"/>
              </a:ext>
            </a:extLst>
          </p:cNvPr>
          <p:cNvSpPr>
            <a:spLocks noGrp="1"/>
          </p:cNvSpPr>
          <p:nvPr>
            <p:ph type="title"/>
          </p:nvPr>
        </p:nvSpPr>
        <p:spPr>
          <a:xfrm>
            <a:off x="288001" y="288000"/>
            <a:ext cx="11621502" cy="2181706"/>
          </a:xfrm>
        </p:spPr>
        <p:txBody>
          <a:bodyPr/>
          <a:lstStyle/>
          <a:p>
            <a:r>
              <a:rPr lang="en-US"/>
              <a:t>Lorem amet</a:t>
            </a:r>
            <a:br>
              <a:rPr lang="en-US"/>
            </a:br>
            <a:r>
              <a:rPr lang="en-US"/>
              <a:t>ipsum sit</a:t>
            </a:r>
          </a:p>
        </p:txBody>
      </p:sp>
      <p:sp>
        <p:nvSpPr>
          <p:cNvPr id="4" name="Pladsholder til tekst 3">
            <a:extLst>
              <a:ext uri="{FF2B5EF4-FFF2-40B4-BE49-F238E27FC236}">
                <a16:creationId xmlns:a16="http://schemas.microsoft.com/office/drawing/2014/main" id="{977B5549-4D8A-0551-9725-97CA684E6805}"/>
              </a:ext>
            </a:extLst>
          </p:cNvPr>
          <p:cNvSpPr>
            <a:spLocks noGrp="1"/>
          </p:cNvSpPr>
          <p:nvPr>
            <p:ph type="body" sz="quarter" idx="13"/>
          </p:nvPr>
        </p:nvSpPr>
        <p:spPr>
          <a:xfrm>
            <a:off x="324000" y="2484000"/>
            <a:ext cx="9936213" cy="384465"/>
          </a:xfrm>
        </p:spPr>
        <p:txBody>
          <a:bodyPr/>
          <a:lstStyle/>
          <a:p>
            <a:r>
              <a:rPr lang="en-US"/>
              <a:t>Client name / Project name</a:t>
            </a:r>
          </a:p>
        </p:txBody>
      </p:sp>
      <p:sp>
        <p:nvSpPr>
          <p:cNvPr id="2" name="Pladsholder til billede 6">
            <a:extLst>
              <a:ext uri="{FF2B5EF4-FFF2-40B4-BE49-F238E27FC236}">
                <a16:creationId xmlns:a16="http://schemas.microsoft.com/office/drawing/2014/main" id="{AC07B918-A4CC-7A84-1825-DECC13A5607C}"/>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02AFEF3E-EEE3-54B2-9964-FA0C34950280}"/>
              </a:ext>
            </a:extLst>
          </p:cNvPr>
          <p:cNvSpPr>
            <a:spLocks noGrp="1"/>
          </p:cNvSpPr>
          <p:nvPr>
            <p:ph type="pic" sz="quarter" idx="16"/>
          </p:nvPr>
        </p:nvSpPr>
        <p:spPr>
          <a:xfrm>
            <a:off x="288000" y="6444000"/>
            <a:ext cx="471600" cy="165600"/>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26088830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A66E0-5D2A-80F0-0088-FED4EF2281E8}"/>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48EA1C12-C12B-E7D9-D787-C08248D14D2F}"/>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723" b="7723"/>
          <a:stretch/>
        </p:blipFill>
        <p:spPr>
          <a:xfrm>
            <a:off x="-1" y="0"/>
            <a:ext cx="12188825" cy="6858000"/>
          </a:xfrm>
        </p:spPr>
      </p:pic>
      <p:sp>
        <p:nvSpPr>
          <p:cNvPr id="3" name="Titel 2">
            <a:extLst>
              <a:ext uri="{FF2B5EF4-FFF2-40B4-BE49-F238E27FC236}">
                <a16:creationId xmlns:a16="http://schemas.microsoft.com/office/drawing/2014/main" id="{5C429B7D-BEE3-BE2A-2B50-432F36849A52}"/>
              </a:ext>
            </a:extLst>
          </p:cNvPr>
          <p:cNvSpPr>
            <a:spLocks noGrp="1"/>
          </p:cNvSpPr>
          <p:nvPr>
            <p:ph type="title"/>
          </p:nvPr>
        </p:nvSpPr>
        <p:spPr>
          <a:xfrm>
            <a:off x="288001" y="288000"/>
            <a:ext cx="11621502" cy="2181706"/>
          </a:xfrm>
        </p:spPr>
        <p:txBody>
          <a:bodyPr/>
          <a:lstStyle/>
          <a:p>
            <a:r>
              <a:rPr lang="en-US"/>
              <a:t>Lorem amet</a:t>
            </a:r>
            <a:br>
              <a:rPr lang="en-US"/>
            </a:br>
            <a:r>
              <a:rPr lang="en-US"/>
              <a:t>ipsum sit</a:t>
            </a:r>
          </a:p>
        </p:txBody>
      </p:sp>
      <p:sp>
        <p:nvSpPr>
          <p:cNvPr id="4" name="Pladsholder til tekst 3">
            <a:extLst>
              <a:ext uri="{FF2B5EF4-FFF2-40B4-BE49-F238E27FC236}">
                <a16:creationId xmlns:a16="http://schemas.microsoft.com/office/drawing/2014/main" id="{4949964D-A2B0-CD9A-45AC-F18E95830BD7}"/>
              </a:ext>
            </a:extLst>
          </p:cNvPr>
          <p:cNvSpPr>
            <a:spLocks noGrp="1"/>
          </p:cNvSpPr>
          <p:nvPr>
            <p:ph type="body" sz="quarter" idx="13"/>
          </p:nvPr>
        </p:nvSpPr>
        <p:spPr>
          <a:xfrm>
            <a:off x="324000" y="2484000"/>
            <a:ext cx="9936213" cy="384465"/>
          </a:xfrm>
        </p:spPr>
        <p:txBody>
          <a:bodyPr/>
          <a:lstStyle/>
          <a:p>
            <a:r>
              <a:rPr lang="en-US"/>
              <a:t>Client name / Project name</a:t>
            </a:r>
          </a:p>
        </p:txBody>
      </p:sp>
      <p:sp>
        <p:nvSpPr>
          <p:cNvPr id="2" name="Pladsholder til billede 6">
            <a:extLst>
              <a:ext uri="{FF2B5EF4-FFF2-40B4-BE49-F238E27FC236}">
                <a16:creationId xmlns:a16="http://schemas.microsoft.com/office/drawing/2014/main" id="{EA9A7277-7AB6-85B8-9B27-9669C9B349CE}"/>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68AED895-0660-B8BA-E74A-676B0026FC4F}"/>
              </a:ext>
            </a:extLst>
          </p:cNvPr>
          <p:cNvSpPr>
            <a:spLocks noGrp="1"/>
          </p:cNvSpPr>
          <p:nvPr>
            <p:ph type="pic" sz="quarter" idx="16"/>
          </p:nvPr>
        </p:nvSpPr>
        <p:spPr>
          <a:xfrm>
            <a:off x="288000" y="6476852"/>
            <a:ext cx="471600" cy="165600"/>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98029278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06323-D0F6-2233-D4A9-AFCF38AD4043}"/>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28109A1A-C2CB-5E8B-CE86-965B2617565E}"/>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9767"/>
          <a:stretch>
            <a:fillRect/>
          </a:stretch>
        </p:blipFill>
        <p:spPr>
          <a:xfrm>
            <a:off x="0" y="0"/>
            <a:ext cx="12188825" cy="6858000"/>
          </a:xfrm>
        </p:spPr>
      </p:pic>
      <p:sp>
        <p:nvSpPr>
          <p:cNvPr id="3" name="Titel 2">
            <a:extLst>
              <a:ext uri="{FF2B5EF4-FFF2-40B4-BE49-F238E27FC236}">
                <a16:creationId xmlns:a16="http://schemas.microsoft.com/office/drawing/2014/main" id="{A6460320-5312-C398-1EAA-42686B5304E8}"/>
              </a:ext>
            </a:extLst>
          </p:cNvPr>
          <p:cNvSpPr>
            <a:spLocks noGrp="1"/>
          </p:cNvSpPr>
          <p:nvPr>
            <p:ph type="title"/>
          </p:nvPr>
        </p:nvSpPr>
        <p:spPr>
          <a:xfrm>
            <a:off x="288000" y="288000"/>
            <a:ext cx="11757598" cy="2172609"/>
          </a:xfrm>
        </p:spPr>
        <p:txBody>
          <a:bodyPr/>
          <a:lstStyle/>
          <a:p>
            <a:r>
              <a:rPr lang="en-US"/>
              <a:t>Lorem amet</a:t>
            </a:r>
            <a:br>
              <a:rPr lang="en-US"/>
            </a:br>
            <a:r>
              <a:rPr lang="en-US"/>
              <a:t>ipsum sit</a:t>
            </a:r>
          </a:p>
        </p:txBody>
      </p:sp>
      <p:sp>
        <p:nvSpPr>
          <p:cNvPr id="4" name="Pladsholder til tekst 3">
            <a:extLst>
              <a:ext uri="{FF2B5EF4-FFF2-40B4-BE49-F238E27FC236}">
                <a16:creationId xmlns:a16="http://schemas.microsoft.com/office/drawing/2014/main" id="{C595D0E6-020A-B105-2EB3-31601533E4A0}"/>
              </a:ext>
            </a:extLst>
          </p:cNvPr>
          <p:cNvSpPr>
            <a:spLocks noGrp="1"/>
          </p:cNvSpPr>
          <p:nvPr>
            <p:ph type="body" sz="quarter" idx="13"/>
          </p:nvPr>
        </p:nvSpPr>
        <p:spPr>
          <a:xfrm>
            <a:off x="324000" y="2484000"/>
            <a:ext cx="9945688" cy="384465"/>
          </a:xfrm>
        </p:spPr>
        <p:txBody>
          <a:bodyPr/>
          <a:lstStyle/>
          <a:p>
            <a:r>
              <a:rPr lang="en-US"/>
              <a:t>Client name / Project name</a:t>
            </a:r>
          </a:p>
        </p:txBody>
      </p:sp>
      <p:sp>
        <p:nvSpPr>
          <p:cNvPr id="2" name="Pladsholder til billede 6">
            <a:extLst>
              <a:ext uri="{FF2B5EF4-FFF2-40B4-BE49-F238E27FC236}">
                <a16:creationId xmlns:a16="http://schemas.microsoft.com/office/drawing/2014/main" id="{8B0C0C14-1823-9489-7C8A-362CF3EA6E51}"/>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127BA50B-D191-F736-E63C-1CA82842DC67}"/>
              </a:ext>
            </a:extLst>
          </p:cNvPr>
          <p:cNvSpPr>
            <a:spLocks noGrp="1"/>
          </p:cNvSpPr>
          <p:nvPr>
            <p:ph type="pic" sz="quarter" idx="16"/>
          </p:nvPr>
        </p:nvSpPr>
        <p:spPr>
          <a:xfrm>
            <a:off x="288000" y="6476852"/>
            <a:ext cx="471600" cy="165600"/>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152574264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D708F-31D5-2A11-8B8C-84730BA2E967}"/>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EBDEF4B4-2172-6F0B-09E0-2311CAFE86E5}"/>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2421" b="12421"/>
          <a:stretch/>
        </p:blipFill>
        <p:spPr>
          <a:xfrm>
            <a:off x="-1" y="0"/>
            <a:ext cx="12188825" cy="6858000"/>
          </a:xfrm>
        </p:spPr>
      </p:pic>
      <p:sp>
        <p:nvSpPr>
          <p:cNvPr id="3" name="Titel 2">
            <a:extLst>
              <a:ext uri="{FF2B5EF4-FFF2-40B4-BE49-F238E27FC236}">
                <a16:creationId xmlns:a16="http://schemas.microsoft.com/office/drawing/2014/main" id="{9E4E48FC-559E-AF12-657A-6A8E052D26F7}"/>
              </a:ext>
            </a:extLst>
          </p:cNvPr>
          <p:cNvSpPr>
            <a:spLocks noGrp="1"/>
          </p:cNvSpPr>
          <p:nvPr>
            <p:ph type="title"/>
          </p:nvPr>
        </p:nvSpPr>
        <p:spPr>
          <a:xfrm>
            <a:off x="288000" y="288000"/>
            <a:ext cx="11757598" cy="2172609"/>
          </a:xfrm>
        </p:spPr>
        <p:txBody>
          <a:bodyPr/>
          <a:lstStyle/>
          <a:p>
            <a:r>
              <a:rPr lang="en-US"/>
              <a:t>Lorem amet</a:t>
            </a:r>
            <a:br>
              <a:rPr lang="en-US"/>
            </a:br>
            <a:r>
              <a:rPr lang="en-US"/>
              <a:t>ipsum sit</a:t>
            </a:r>
          </a:p>
        </p:txBody>
      </p:sp>
      <p:sp>
        <p:nvSpPr>
          <p:cNvPr id="4" name="Pladsholder til tekst 3">
            <a:extLst>
              <a:ext uri="{FF2B5EF4-FFF2-40B4-BE49-F238E27FC236}">
                <a16:creationId xmlns:a16="http://schemas.microsoft.com/office/drawing/2014/main" id="{C468114D-6553-9563-6E7B-B4ABE176E8B3}"/>
              </a:ext>
            </a:extLst>
          </p:cNvPr>
          <p:cNvSpPr>
            <a:spLocks noGrp="1"/>
          </p:cNvSpPr>
          <p:nvPr>
            <p:ph type="body" sz="quarter" idx="13"/>
          </p:nvPr>
        </p:nvSpPr>
        <p:spPr>
          <a:xfrm>
            <a:off x="324000" y="2484000"/>
            <a:ext cx="9945688" cy="384465"/>
          </a:xfrm>
        </p:spPr>
        <p:txBody>
          <a:bodyPr/>
          <a:lstStyle/>
          <a:p>
            <a:r>
              <a:rPr lang="en-US"/>
              <a:t>Client name / Project name</a:t>
            </a:r>
          </a:p>
        </p:txBody>
      </p:sp>
      <p:sp>
        <p:nvSpPr>
          <p:cNvPr id="2" name="Pladsholder til billede 6">
            <a:extLst>
              <a:ext uri="{FF2B5EF4-FFF2-40B4-BE49-F238E27FC236}">
                <a16:creationId xmlns:a16="http://schemas.microsoft.com/office/drawing/2014/main" id="{65ED58DD-049F-32FF-0164-00CF65A346CD}"/>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15E436BD-C5C1-FAC1-B613-0880B575662A}"/>
              </a:ext>
            </a:extLst>
          </p:cNvPr>
          <p:cNvSpPr>
            <a:spLocks noGrp="1"/>
          </p:cNvSpPr>
          <p:nvPr>
            <p:ph type="pic" sz="quarter" idx="16"/>
          </p:nvPr>
        </p:nvSpPr>
        <p:spPr>
          <a:xfrm>
            <a:off x="288000" y="6444000"/>
            <a:ext cx="471600" cy="165600"/>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2117451507"/>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778E-1DAE-131E-DC7C-2259B1C2370D}"/>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0E30C5F0-6124-A359-831E-9EC95F9EAC48}"/>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15570"/>
          <a:stretch>
            <a:fillRect/>
          </a:stretch>
        </p:blipFill>
        <p:spPr>
          <a:xfrm>
            <a:off x="-1" y="0"/>
            <a:ext cx="12188825" cy="6858000"/>
          </a:xfrm>
        </p:spPr>
      </p:pic>
      <p:sp>
        <p:nvSpPr>
          <p:cNvPr id="3" name="Titel 2">
            <a:extLst>
              <a:ext uri="{FF2B5EF4-FFF2-40B4-BE49-F238E27FC236}">
                <a16:creationId xmlns:a16="http://schemas.microsoft.com/office/drawing/2014/main" id="{77E58C02-5DB4-A253-91F2-9FD175ACFF4F}"/>
              </a:ext>
            </a:extLst>
          </p:cNvPr>
          <p:cNvSpPr>
            <a:spLocks noGrp="1"/>
          </p:cNvSpPr>
          <p:nvPr>
            <p:ph type="title"/>
          </p:nvPr>
        </p:nvSpPr>
        <p:spPr/>
        <p:txBody>
          <a:bodyPr/>
          <a:lstStyle/>
          <a:p>
            <a:r>
              <a:rPr lang="en-US"/>
              <a:t>Lorem amet</a:t>
            </a:r>
            <a:br>
              <a:rPr lang="en-US"/>
            </a:br>
            <a:r>
              <a:rPr lang="en-US"/>
              <a:t>ipsum sit</a:t>
            </a:r>
          </a:p>
        </p:txBody>
      </p:sp>
      <p:sp>
        <p:nvSpPr>
          <p:cNvPr id="4" name="Pladsholder til tekst 3">
            <a:extLst>
              <a:ext uri="{FF2B5EF4-FFF2-40B4-BE49-F238E27FC236}">
                <a16:creationId xmlns:a16="http://schemas.microsoft.com/office/drawing/2014/main" id="{31D6D66B-0816-E344-DB4A-0D27BF9AD8CF}"/>
              </a:ext>
            </a:extLst>
          </p:cNvPr>
          <p:cNvSpPr>
            <a:spLocks noGrp="1"/>
          </p:cNvSpPr>
          <p:nvPr>
            <p:ph type="body" sz="quarter" idx="13"/>
          </p:nvPr>
        </p:nvSpPr>
        <p:spPr/>
        <p:txBody>
          <a:bodyPr/>
          <a:lstStyle/>
          <a:p>
            <a:r>
              <a:rPr lang="en-US"/>
              <a:t>Client name / Project name</a:t>
            </a:r>
          </a:p>
        </p:txBody>
      </p:sp>
      <p:sp>
        <p:nvSpPr>
          <p:cNvPr id="2" name="Pladsholder til billede 6">
            <a:extLst>
              <a:ext uri="{FF2B5EF4-FFF2-40B4-BE49-F238E27FC236}">
                <a16:creationId xmlns:a16="http://schemas.microsoft.com/office/drawing/2014/main" id="{CB694D05-F8E0-9AEE-DAAB-7DD0D6F04295}"/>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065C8F3D-6B8C-A4C4-9742-0B7BB29D4009}"/>
              </a:ext>
            </a:extLst>
          </p:cNvPr>
          <p:cNvSpPr>
            <a:spLocks noGrp="1"/>
          </p:cNvSpPr>
          <p:nvPr>
            <p:ph type="pic" sz="quarter" idx="16"/>
          </p:nvPr>
        </p:nvSpPr>
        <p:spPr>
          <a:xfrm>
            <a:off x="288000" y="6444000"/>
            <a:ext cx="471600" cy="165600"/>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178388869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DEA4F-5D72-2698-0B2C-0366F587F0BD}"/>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BD355EB6-7812-4D8E-1155-37905466FE1C}"/>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0378" r="20378"/>
          <a:stretch/>
        </p:blipFill>
        <p:spPr>
          <a:xfrm>
            <a:off x="6094412" y="0"/>
            <a:ext cx="6094412" cy="6858000"/>
          </a:xfrm>
        </p:spPr>
      </p:pic>
      <p:sp>
        <p:nvSpPr>
          <p:cNvPr id="3" name="Titel 2">
            <a:extLst>
              <a:ext uri="{FF2B5EF4-FFF2-40B4-BE49-F238E27FC236}">
                <a16:creationId xmlns:a16="http://schemas.microsoft.com/office/drawing/2014/main" id="{7222EC70-A6A1-7424-0C03-2BB40D158778}"/>
              </a:ext>
            </a:extLst>
          </p:cNvPr>
          <p:cNvSpPr>
            <a:spLocks noGrp="1"/>
          </p:cNvSpPr>
          <p:nvPr>
            <p:ph type="title"/>
          </p:nvPr>
        </p:nvSpPr>
        <p:spPr>
          <a:xfrm>
            <a:off x="288000" y="288000"/>
            <a:ext cx="5373143" cy="2039259"/>
          </a:xfrm>
        </p:spPr>
        <p:txBody>
          <a:bodyPr/>
          <a:lstStyle/>
          <a:p>
            <a:r>
              <a:rPr lang="en-US"/>
              <a:t>Lorem</a:t>
            </a:r>
            <a:br>
              <a:rPr lang="en-US"/>
            </a:br>
            <a:r>
              <a:rPr lang="en-US"/>
              <a:t>ipsum sit</a:t>
            </a:r>
          </a:p>
        </p:txBody>
      </p:sp>
      <p:sp>
        <p:nvSpPr>
          <p:cNvPr id="4" name="Pladsholder til tekst 3">
            <a:extLst>
              <a:ext uri="{FF2B5EF4-FFF2-40B4-BE49-F238E27FC236}">
                <a16:creationId xmlns:a16="http://schemas.microsoft.com/office/drawing/2014/main" id="{7A6F60E8-BFA4-5207-9051-77C4C3743B8B}"/>
              </a:ext>
            </a:extLst>
          </p:cNvPr>
          <p:cNvSpPr>
            <a:spLocks noGrp="1"/>
          </p:cNvSpPr>
          <p:nvPr>
            <p:ph type="body" sz="quarter" idx="13"/>
          </p:nvPr>
        </p:nvSpPr>
        <p:spPr>
          <a:xfrm>
            <a:off x="324000" y="2484000"/>
            <a:ext cx="5373143" cy="384465"/>
          </a:xfrm>
        </p:spPr>
        <p:txBody>
          <a:bodyPr/>
          <a:lstStyle/>
          <a:p>
            <a:r>
              <a:rPr lang="en-US"/>
              <a:t>Client name / Project name</a:t>
            </a:r>
          </a:p>
        </p:txBody>
      </p:sp>
      <p:sp>
        <p:nvSpPr>
          <p:cNvPr id="5" name="Pladsholder til billede 6">
            <a:extLst>
              <a:ext uri="{FF2B5EF4-FFF2-40B4-BE49-F238E27FC236}">
                <a16:creationId xmlns:a16="http://schemas.microsoft.com/office/drawing/2014/main" id="{B7A4A63F-CF45-6CDE-C121-85BC316D3204}"/>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Tree>
    <p:extLst>
      <p:ext uri="{BB962C8B-B14F-4D97-AF65-F5344CB8AC3E}">
        <p14:creationId xmlns:p14="http://schemas.microsoft.com/office/powerpoint/2010/main" val="193606909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C2DFB-81FF-D540-1D71-1F7A9B84D7CA}"/>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9D0AAA2D-13EC-44C8-80D9-0879E1BF585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8053" b="28053"/>
          <a:stretch/>
        </p:blipFill>
        <p:spPr>
          <a:xfrm>
            <a:off x="0" y="3284538"/>
            <a:ext cx="12188824" cy="3573462"/>
          </a:xfrm>
        </p:spPr>
      </p:pic>
      <p:sp>
        <p:nvSpPr>
          <p:cNvPr id="3" name="Titel 2">
            <a:extLst>
              <a:ext uri="{FF2B5EF4-FFF2-40B4-BE49-F238E27FC236}">
                <a16:creationId xmlns:a16="http://schemas.microsoft.com/office/drawing/2014/main" id="{C1C6777E-AC10-9F85-0256-D782E9DEA24A}"/>
              </a:ext>
            </a:extLst>
          </p:cNvPr>
          <p:cNvSpPr>
            <a:spLocks noGrp="1"/>
          </p:cNvSpPr>
          <p:nvPr>
            <p:ph type="title"/>
          </p:nvPr>
        </p:nvSpPr>
        <p:spPr>
          <a:xfrm>
            <a:off x="288000" y="288000"/>
            <a:ext cx="5373143" cy="2172609"/>
          </a:xfrm>
        </p:spPr>
        <p:txBody>
          <a:bodyPr/>
          <a:lstStyle/>
          <a:p>
            <a:r>
              <a:rPr lang="en-US"/>
              <a:t>Lorem</a:t>
            </a:r>
            <a:br>
              <a:rPr lang="en-US"/>
            </a:br>
            <a:r>
              <a:rPr lang="en-US"/>
              <a:t>ipsum sit</a:t>
            </a:r>
          </a:p>
        </p:txBody>
      </p:sp>
      <p:sp>
        <p:nvSpPr>
          <p:cNvPr id="4" name="Pladsholder til tekst 3">
            <a:extLst>
              <a:ext uri="{FF2B5EF4-FFF2-40B4-BE49-F238E27FC236}">
                <a16:creationId xmlns:a16="http://schemas.microsoft.com/office/drawing/2014/main" id="{E7B80674-A3E9-C944-FE06-16C59D584E1A}"/>
              </a:ext>
            </a:extLst>
          </p:cNvPr>
          <p:cNvSpPr>
            <a:spLocks noGrp="1"/>
          </p:cNvSpPr>
          <p:nvPr>
            <p:ph type="body" sz="quarter" idx="13"/>
          </p:nvPr>
        </p:nvSpPr>
        <p:spPr>
          <a:xfrm>
            <a:off x="324000" y="2484000"/>
            <a:ext cx="5373143" cy="384465"/>
          </a:xfrm>
        </p:spPr>
        <p:txBody>
          <a:bodyPr/>
          <a:lstStyle/>
          <a:p>
            <a:r>
              <a:rPr lang="en-US"/>
              <a:t>Client name / Project name</a:t>
            </a:r>
          </a:p>
        </p:txBody>
      </p:sp>
      <p:sp>
        <p:nvSpPr>
          <p:cNvPr id="2" name="Pladsholder til billede 6">
            <a:extLst>
              <a:ext uri="{FF2B5EF4-FFF2-40B4-BE49-F238E27FC236}">
                <a16:creationId xmlns:a16="http://schemas.microsoft.com/office/drawing/2014/main" id="{010AFEEF-E95A-031F-78DE-4D086DB536C6}"/>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D16395E0-8DD3-F96B-BDD0-170A4A9B305A}"/>
              </a:ext>
            </a:extLst>
          </p:cNvPr>
          <p:cNvSpPr>
            <a:spLocks noGrp="1"/>
          </p:cNvSpPr>
          <p:nvPr>
            <p:ph type="pic" sz="quarter" idx="16"/>
          </p:nvPr>
        </p:nvSpPr>
        <p:spPr>
          <a:xfrm>
            <a:off x="288000" y="6444000"/>
            <a:ext cx="471600" cy="165600"/>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717974783"/>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520B7-FF59-0DAB-7203-9122A8C673FC}"/>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817F9EE5-FB26-3C6E-95FE-086A38A507A4}"/>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7998" b="27998"/>
          <a:stretch/>
        </p:blipFill>
        <p:spPr>
          <a:xfrm>
            <a:off x="0" y="3284538"/>
            <a:ext cx="12188824" cy="3573462"/>
          </a:xfrm>
        </p:spPr>
      </p:pic>
      <p:sp>
        <p:nvSpPr>
          <p:cNvPr id="3" name="Titel 2">
            <a:extLst>
              <a:ext uri="{FF2B5EF4-FFF2-40B4-BE49-F238E27FC236}">
                <a16:creationId xmlns:a16="http://schemas.microsoft.com/office/drawing/2014/main" id="{E4452FA1-9E48-BDCC-66BE-A22572C7F851}"/>
              </a:ext>
            </a:extLst>
          </p:cNvPr>
          <p:cNvSpPr>
            <a:spLocks noGrp="1"/>
          </p:cNvSpPr>
          <p:nvPr>
            <p:ph type="title"/>
          </p:nvPr>
        </p:nvSpPr>
        <p:spPr>
          <a:xfrm>
            <a:off x="288000" y="288000"/>
            <a:ext cx="5373143" cy="2172609"/>
          </a:xfrm>
        </p:spPr>
        <p:txBody>
          <a:bodyPr/>
          <a:lstStyle/>
          <a:p>
            <a:r>
              <a:rPr lang="en-US"/>
              <a:t>Lorem</a:t>
            </a:r>
            <a:br>
              <a:rPr lang="en-US"/>
            </a:br>
            <a:r>
              <a:rPr lang="en-US"/>
              <a:t>ipsum sit</a:t>
            </a:r>
          </a:p>
        </p:txBody>
      </p:sp>
      <p:sp>
        <p:nvSpPr>
          <p:cNvPr id="4" name="Pladsholder til tekst 3">
            <a:extLst>
              <a:ext uri="{FF2B5EF4-FFF2-40B4-BE49-F238E27FC236}">
                <a16:creationId xmlns:a16="http://schemas.microsoft.com/office/drawing/2014/main" id="{23CEBD40-CEC8-C7CB-A45C-2881427D1225}"/>
              </a:ext>
            </a:extLst>
          </p:cNvPr>
          <p:cNvSpPr>
            <a:spLocks noGrp="1"/>
          </p:cNvSpPr>
          <p:nvPr>
            <p:ph type="body" sz="quarter" idx="13"/>
          </p:nvPr>
        </p:nvSpPr>
        <p:spPr>
          <a:xfrm>
            <a:off x="324000" y="2484000"/>
            <a:ext cx="5373143" cy="384465"/>
          </a:xfrm>
        </p:spPr>
        <p:txBody>
          <a:bodyPr/>
          <a:lstStyle/>
          <a:p>
            <a:r>
              <a:rPr lang="en-US"/>
              <a:t>Client name / Project name</a:t>
            </a:r>
          </a:p>
        </p:txBody>
      </p:sp>
      <p:sp>
        <p:nvSpPr>
          <p:cNvPr id="2" name="Pladsholder til billede 6">
            <a:extLst>
              <a:ext uri="{FF2B5EF4-FFF2-40B4-BE49-F238E27FC236}">
                <a16:creationId xmlns:a16="http://schemas.microsoft.com/office/drawing/2014/main" id="{C6D8ADD4-63D7-4A5F-7136-BF973ECECA01}"/>
              </a:ext>
            </a:extLst>
          </p:cNvPr>
          <p:cNvSpPr>
            <a:spLocks noGrp="1"/>
          </p:cNvSpPr>
          <p:nvPr>
            <p:ph type="pic" sz="quarter" idx="15"/>
          </p:nvPr>
        </p:nvSpPr>
        <p:spPr>
          <a:xfrm>
            <a:off x="11271600" y="6444000"/>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A5E8BC1F-0014-7B6C-005B-27ECE059B701}"/>
              </a:ext>
            </a:extLst>
          </p:cNvPr>
          <p:cNvSpPr>
            <a:spLocks noGrp="1"/>
          </p:cNvSpPr>
          <p:nvPr>
            <p:ph type="pic" sz="quarter" idx="16"/>
          </p:nvPr>
        </p:nvSpPr>
        <p:spPr>
          <a:xfrm>
            <a:off x="288000" y="6444000"/>
            <a:ext cx="471600" cy="165600"/>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22651592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97CDA-E133-B64E-4067-6E057FAE3351}"/>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E4A4D07-9C59-C0A8-0AE8-D0886450326E}"/>
              </a:ext>
            </a:extLst>
          </p:cNvPr>
          <p:cNvSpPr>
            <a:spLocks noGrp="1"/>
          </p:cNvSpPr>
          <p:nvPr>
            <p:ph type="title"/>
          </p:nvPr>
        </p:nvSpPr>
        <p:spPr>
          <a:xfrm>
            <a:off x="288000" y="288000"/>
            <a:ext cx="11614049" cy="1836000"/>
          </a:xfrm>
        </p:spPr>
        <p:txBody>
          <a:bodyPr/>
          <a:lstStyle/>
          <a:p>
            <a:r>
              <a:rPr lang="en-US"/>
              <a:t>Lorem ipsum sit </a:t>
            </a:r>
            <a:br>
              <a:rPr lang="en-US"/>
            </a:br>
            <a:r>
              <a:rPr lang="en-US"/>
              <a:t>amet con incidunct</a:t>
            </a:r>
          </a:p>
        </p:txBody>
      </p:sp>
      <p:sp>
        <p:nvSpPr>
          <p:cNvPr id="4" name="Pladsholder til tekst 3">
            <a:extLst>
              <a:ext uri="{FF2B5EF4-FFF2-40B4-BE49-F238E27FC236}">
                <a16:creationId xmlns:a16="http://schemas.microsoft.com/office/drawing/2014/main" id="{BCCCC330-412B-B635-E17A-E84636BD788A}"/>
              </a:ext>
            </a:extLst>
          </p:cNvPr>
          <p:cNvSpPr>
            <a:spLocks noGrp="1"/>
          </p:cNvSpPr>
          <p:nvPr>
            <p:ph type="body" sz="quarter" idx="13"/>
          </p:nvPr>
        </p:nvSpPr>
        <p:spPr>
          <a:xfrm>
            <a:off x="324000" y="2484000"/>
            <a:ext cx="9945688" cy="384465"/>
          </a:xfrm>
        </p:spPr>
        <p:txBody>
          <a:bodyPr/>
          <a:lstStyle/>
          <a:p>
            <a:r>
              <a:rPr lang="en-US"/>
              <a:t>Client name / Project name</a:t>
            </a:r>
          </a:p>
        </p:txBody>
      </p:sp>
    </p:spTree>
    <p:extLst>
      <p:ext uri="{BB962C8B-B14F-4D97-AF65-F5344CB8AC3E}">
        <p14:creationId xmlns:p14="http://schemas.microsoft.com/office/powerpoint/2010/main" val="166798832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D53EB-7B9E-FC9D-6965-7C1B218C62A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F01DF510-A33C-4CA9-DA8D-818336251485}"/>
              </a:ext>
            </a:extLst>
          </p:cNvPr>
          <p:cNvSpPr>
            <a:spLocks noGrp="1"/>
          </p:cNvSpPr>
          <p:nvPr>
            <p:ph type="title"/>
          </p:nvPr>
        </p:nvSpPr>
        <p:spPr>
          <a:xfrm>
            <a:off x="288000" y="288000"/>
            <a:ext cx="11757598" cy="1836000"/>
          </a:xfrm>
        </p:spPr>
        <p:txBody>
          <a:bodyPr/>
          <a:lstStyle/>
          <a:p>
            <a:r>
              <a:rPr lang="en-US"/>
              <a:t>Lorem ipsum sit </a:t>
            </a:r>
            <a:br>
              <a:rPr lang="en-US"/>
            </a:br>
            <a:r>
              <a:rPr lang="en-US"/>
              <a:t>amet con incidunct</a:t>
            </a:r>
          </a:p>
        </p:txBody>
      </p:sp>
      <p:sp>
        <p:nvSpPr>
          <p:cNvPr id="4" name="Pladsholder til tekst 3">
            <a:extLst>
              <a:ext uri="{FF2B5EF4-FFF2-40B4-BE49-F238E27FC236}">
                <a16:creationId xmlns:a16="http://schemas.microsoft.com/office/drawing/2014/main" id="{7C0A9CD3-5B17-9F93-FB06-9F9E7D2BA045}"/>
              </a:ext>
            </a:extLst>
          </p:cNvPr>
          <p:cNvSpPr>
            <a:spLocks noGrp="1"/>
          </p:cNvSpPr>
          <p:nvPr>
            <p:ph type="body" sz="quarter" idx="13"/>
          </p:nvPr>
        </p:nvSpPr>
        <p:spPr>
          <a:xfrm>
            <a:off x="324000" y="2484000"/>
            <a:ext cx="9945688" cy="384465"/>
          </a:xfrm>
        </p:spPr>
        <p:txBody>
          <a:bodyPr/>
          <a:lstStyle/>
          <a:p>
            <a:r>
              <a:rPr lang="en-US"/>
              <a:t>Client name / Project name</a:t>
            </a:r>
          </a:p>
        </p:txBody>
      </p:sp>
    </p:spTree>
    <p:extLst>
      <p:ext uri="{BB962C8B-B14F-4D97-AF65-F5344CB8AC3E}">
        <p14:creationId xmlns:p14="http://schemas.microsoft.com/office/powerpoint/2010/main" val="332192330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F793D-9C79-8599-0F6B-5E2CF1859363}"/>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FB0751C-0B27-331E-3609-F23D9F3BD3E4}"/>
              </a:ext>
            </a:extLst>
          </p:cNvPr>
          <p:cNvSpPr>
            <a:spLocks noGrp="1"/>
          </p:cNvSpPr>
          <p:nvPr>
            <p:ph type="title"/>
          </p:nvPr>
        </p:nvSpPr>
        <p:spPr>
          <a:xfrm>
            <a:off x="288000" y="288000"/>
            <a:ext cx="11757598" cy="1835999"/>
          </a:xfrm>
        </p:spPr>
        <p:txBody>
          <a:bodyPr/>
          <a:lstStyle/>
          <a:p>
            <a:r>
              <a:rPr lang="en-US"/>
              <a:t>Lorem ipsum sit </a:t>
            </a:r>
            <a:br>
              <a:rPr lang="en-US"/>
            </a:br>
            <a:r>
              <a:rPr lang="en-US"/>
              <a:t>amet con incidunct</a:t>
            </a:r>
          </a:p>
        </p:txBody>
      </p:sp>
      <p:sp>
        <p:nvSpPr>
          <p:cNvPr id="4" name="Pladsholder til tekst 3">
            <a:extLst>
              <a:ext uri="{FF2B5EF4-FFF2-40B4-BE49-F238E27FC236}">
                <a16:creationId xmlns:a16="http://schemas.microsoft.com/office/drawing/2014/main" id="{39A96CDC-5F16-5607-2206-9F25E56BFEB4}"/>
              </a:ext>
            </a:extLst>
          </p:cNvPr>
          <p:cNvSpPr>
            <a:spLocks noGrp="1"/>
          </p:cNvSpPr>
          <p:nvPr>
            <p:ph type="body" sz="quarter" idx="13"/>
          </p:nvPr>
        </p:nvSpPr>
        <p:spPr>
          <a:xfrm>
            <a:off x="324000" y="2484000"/>
            <a:ext cx="9945688" cy="384465"/>
          </a:xfrm>
        </p:spPr>
        <p:txBody>
          <a:bodyPr/>
          <a:lstStyle/>
          <a:p>
            <a:r>
              <a:rPr lang="en-US"/>
              <a:t>Client name / Project name</a:t>
            </a:r>
          </a:p>
          <a:p>
            <a:endParaRPr lang="en-US"/>
          </a:p>
        </p:txBody>
      </p:sp>
    </p:spTree>
    <p:extLst>
      <p:ext uri="{BB962C8B-B14F-4D97-AF65-F5344CB8AC3E}">
        <p14:creationId xmlns:p14="http://schemas.microsoft.com/office/powerpoint/2010/main" val="184581140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8F0A6-1269-3749-8D20-1EE4BC9DB8D0}"/>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34FCB3B0-07A2-CABB-257F-62531524AEBC}"/>
              </a:ext>
            </a:extLst>
          </p:cNvPr>
          <p:cNvSpPr>
            <a:spLocks noGrp="1"/>
          </p:cNvSpPr>
          <p:nvPr>
            <p:ph type="title"/>
          </p:nvPr>
        </p:nvSpPr>
        <p:spPr>
          <a:xfrm>
            <a:off x="288000" y="288000"/>
            <a:ext cx="11757598" cy="1835999"/>
          </a:xfrm>
        </p:spPr>
        <p:txBody>
          <a:bodyPr/>
          <a:lstStyle/>
          <a:p>
            <a:r>
              <a:rPr lang="en-US"/>
              <a:t>Lorem ipsum sit </a:t>
            </a:r>
            <a:br>
              <a:rPr lang="en-US"/>
            </a:br>
            <a:r>
              <a:rPr lang="en-US"/>
              <a:t>amet con incidunct</a:t>
            </a:r>
          </a:p>
        </p:txBody>
      </p:sp>
      <p:sp>
        <p:nvSpPr>
          <p:cNvPr id="4" name="Pladsholder til tekst 3">
            <a:extLst>
              <a:ext uri="{FF2B5EF4-FFF2-40B4-BE49-F238E27FC236}">
                <a16:creationId xmlns:a16="http://schemas.microsoft.com/office/drawing/2014/main" id="{1975A3E7-23E0-183F-4F7E-71B746E88DBE}"/>
              </a:ext>
            </a:extLst>
          </p:cNvPr>
          <p:cNvSpPr>
            <a:spLocks noGrp="1"/>
          </p:cNvSpPr>
          <p:nvPr>
            <p:ph type="body" sz="quarter" idx="13"/>
          </p:nvPr>
        </p:nvSpPr>
        <p:spPr>
          <a:xfrm>
            <a:off x="324000" y="2484000"/>
            <a:ext cx="9945688" cy="384465"/>
          </a:xfrm>
        </p:spPr>
        <p:txBody>
          <a:bodyPr/>
          <a:lstStyle/>
          <a:p>
            <a:r>
              <a:rPr lang="en-US"/>
              <a:t>Client name / Project name</a:t>
            </a:r>
          </a:p>
          <a:p>
            <a:endParaRPr lang="en-US"/>
          </a:p>
        </p:txBody>
      </p:sp>
    </p:spTree>
    <p:extLst>
      <p:ext uri="{BB962C8B-B14F-4D97-AF65-F5344CB8AC3E}">
        <p14:creationId xmlns:p14="http://schemas.microsoft.com/office/powerpoint/2010/main" val="211100433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15A99-B99E-4B06-5E71-F2FE1984C684}"/>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AA524ABA-0680-5A0A-163F-58A95DA00ACB}"/>
              </a:ext>
            </a:extLst>
          </p:cNvPr>
          <p:cNvSpPr>
            <a:spLocks noGrp="1"/>
          </p:cNvSpPr>
          <p:nvPr>
            <p:ph type="title"/>
          </p:nvPr>
        </p:nvSpPr>
        <p:spPr>
          <a:xfrm>
            <a:off x="288000" y="288000"/>
            <a:ext cx="11757598" cy="1835999"/>
          </a:xfrm>
        </p:spPr>
        <p:txBody>
          <a:bodyPr/>
          <a:lstStyle/>
          <a:p>
            <a:r>
              <a:rPr lang="en-US"/>
              <a:t>Lorem ipsum sit </a:t>
            </a:r>
            <a:br>
              <a:rPr lang="en-US"/>
            </a:br>
            <a:r>
              <a:rPr lang="en-US"/>
              <a:t>amet con incidunct</a:t>
            </a:r>
          </a:p>
        </p:txBody>
      </p:sp>
      <p:sp>
        <p:nvSpPr>
          <p:cNvPr id="4" name="Pladsholder til tekst 3">
            <a:extLst>
              <a:ext uri="{FF2B5EF4-FFF2-40B4-BE49-F238E27FC236}">
                <a16:creationId xmlns:a16="http://schemas.microsoft.com/office/drawing/2014/main" id="{5812C5A7-1460-8083-C0CD-0251A7DA60D3}"/>
              </a:ext>
            </a:extLst>
          </p:cNvPr>
          <p:cNvSpPr>
            <a:spLocks noGrp="1"/>
          </p:cNvSpPr>
          <p:nvPr>
            <p:ph type="body" sz="quarter" idx="13"/>
          </p:nvPr>
        </p:nvSpPr>
        <p:spPr>
          <a:xfrm>
            <a:off x="324000" y="2484000"/>
            <a:ext cx="9945688" cy="384465"/>
          </a:xfrm>
        </p:spPr>
        <p:txBody>
          <a:bodyPr/>
          <a:lstStyle/>
          <a:p>
            <a:r>
              <a:rPr lang="en-US"/>
              <a:t>Client name / Project name</a:t>
            </a:r>
          </a:p>
          <a:p>
            <a:endParaRPr lang="en-US"/>
          </a:p>
        </p:txBody>
      </p:sp>
    </p:spTree>
    <p:extLst>
      <p:ext uri="{BB962C8B-B14F-4D97-AF65-F5344CB8AC3E}">
        <p14:creationId xmlns:p14="http://schemas.microsoft.com/office/powerpoint/2010/main" val="248833467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A6C351-07D2-0D28-B8CD-9E0434CEB8AD}"/>
              </a:ext>
            </a:extLst>
          </p:cNvPr>
          <p:cNvSpPr>
            <a:spLocks noGrp="1"/>
          </p:cNvSpPr>
          <p:nvPr>
            <p:ph type="title"/>
          </p:nvPr>
        </p:nvSpPr>
        <p:spPr>
          <a:xfrm>
            <a:off x="288000" y="252000"/>
            <a:ext cx="5760938" cy="1093915"/>
          </a:xfrm>
        </p:spPr>
        <p:txBody>
          <a:bodyPr/>
          <a:lstStyle/>
          <a:p>
            <a:r>
              <a:rPr lang="en-US" sz="2400"/>
              <a:t>Lorem ipsum sit amet</a:t>
            </a:r>
            <a:br>
              <a:rPr lang="en-US"/>
            </a:br>
            <a:r>
              <a:rPr lang="en-US"/>
              <a:t>Con incidunct</a:t>
            </a:r>
          </a:p>
        </p:txBody>
      </p:sp>
      <p:sp>
        <p:nvSpPr>
          <p:cNvPr id="5" name="Pladsholder til tekst 4">
            <a:extLst>
              <a:ext uri="{FF2B5EF4-FFF2-40B4-BE49-F238E27FC236}">
                <a16:creationId xmlns:a16="http://schemas.microsoft.com/office/drawing/2014/main" id="{CA5AEEA5-FD48-DFBE-8103-C63805C3B6AC}"/>
              </a:ext>
            </a:extLst>
          </p:cNvPr>
          <p:cNvSpPr>
            <a:spLocks noGrp="1"/>
          </p:cNvSpPr>
          <p:nvPr>
            <p:ph type="body" sz="quarter" idx="13"/>
          </p:nvPr>
        </p:nvSpPr>
        <p:spPr>
          <a:xfrm>
            <a:off x="288000" y="1425575"/>
            <a:ext cx="5754941" cy="200342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en-US"/>
          </a:p>
        </p:txBody>
      </p:sp>
    </p:spTree>
    <p:extLst>
      <p:ext uri="{BB962C8B-B14F-4D97-AF65-F5344CB8AC3E}">
        <p14:creationId xmlns:p14="http://schemas.microsoft.com/office/powerpoint/2010/main" val="76976987"/>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B96B1-BF95-F202-CCB8-F95D5C8446B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9B9869-44D6-FF62-FB7E-365C7BB3CEE7}"/>
              </a:ext>
            </a:extLst>
          </p:cNvPr>
          <p:cNvSpPr>
            <a:spLocks noGrp="1"/>
          </p:cNvSpPr>
          <p:nvPr>
            <p:ph type="title"/>
          </p:nvPr>
        </p:nvSpPr>
        <p:spPr>
          <a:xfrm>
            <a:off x="288000" y="252000"/>
            <a:ext cx="5760938" cy="1093915"/>
          </a:xfrm>
        </p:spPr>
        <p:txBody>
          <a:bodyPr/>
          <a:lstStyle/>
          <a:p>
            <a:r>
              <a:rPr lang="en-US" sz="2400"/>
              <a:t>Lorem ipsum sit amet</a:t>
            </a:r>
          </a:p>
        </p:txBody>
      </p:sp>
      <p:sp>
        <p:nvSpPr>
          <p:cNvPr id="5" name="Pladsholder til tekst 4">
            <a:extLst>
              <a:ext uri="{FF2B5EF4-FFF2-40B4-BE49-F238E27FC236}">
                <a16:creationId xmlns:a16="http://schemas.microsoft.com/office/drawing/2014/main" id="{FCC4E9FD-B508-A3E7-3DC5-7C19485CAE10}"/>
              </a:ext>
            </a:extLst>
          </p:cNvPr>
          <p:cNvSpPr>
            <a:spLocks noGrp="1"/>
          </p:cNvSpPr>
          <p:nvPr>
            <p:ph type="body" sz="quarter" idx="13"/>
          </p:nvPr>
        </p:nvSpPr>
        <p:spPr>
          <a:xfrm>
            <a:off x="287338" y="736836"/>
            <a:ext cx="5756275" cy="200342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en-US"/>
          </a:p>
        </p:txBody>
      </p:sp>
    </p:spTree>
    <p:extLst>
      <p:ext uri="{BB962C8B-B14F-4D97-AF65-F5344CB8AC3E}">
        <p14:creationId xmlns:p14="http://schemas.microsoft.com/office/powerpoint/2010/main" val="1241424715"/>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7988A-109E-7A7D-2B22-0E937C8C6211}"/>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C12EFD58-8C97-9539-1CE5-8B5DE16D06CA}"/>
              </a:ext>
            </a:extLst>
          </p:cNvPr>
          <p:cNvSpPr>
            <a:spLocks noGrp="1"/>
          </p:cNvSpPr>
          <p:nvPr>
            <p:ph type="title"/>
          </p:nvPr>
        </p:nvSpPr>
        <p:spPr>
          <a:xfrm>
            <a:off x="288000" y="288000"/>
            <a:ext cx="11757598" cy="1835999"/>
          </a:xfrm>
        </p:spPr>
        <p:txBody>
          <a:bodyPr/>
          <a:lstStyle/>
          <a:p>
            <a:r>
              <a:rPr lang="en-US"/>
              <a:t>Lorem ipsum sit </a:t>
            </a:r>
            <a:br>
              <a:rPr lang="en-US"/>
            </a:br>
            <a:r>
              <a:rPr lang="en-US"/>
              <a:t>amet con incidunct</a:t>
            </a:r>
          </a:p>
        </p:txBody>
      </p:sp>
      <p:sp>
        <p:nvSpPr>
          <p:cNvPr id="4" name="Pladsholder til tekst 3">
            <a:extLst>
              <a:ext uri="{FF2B5EF4-FFF2-40B4-BE49-F238E27FC236}">
                <a16:creationId xmlns:a16="http://schemas.microsoft.com/office/drawing/2014/main" id="{19616A3F-872A-B09C-362A-AB99BF1A9E8A}"/>
              </a:ext>
            </a:extLst>
          </p:cNvPr>
          <p:cNvSpPr>
            <a:spLocks noGrp="1"/>
          </p:cNvSpPr>
          <p:nvPr>
            <p:ph type="body" sz="quarter" idx="13"/>
          </p:nvPr>
        </p:nvSpPr>
        <p:spPr>
          <a:xfrm>
            <a:off x="324000" y="2484000"/>
            <a:ext cx="9945688" cy="384465"/>
          </a:xfrm>
        </p:spPr>
        <p:txBody>
          <a:bodyPr/>
          <a:lstStyle/>
          <a:p>
            <a:r>
              <a:rPr lang="en-US"/>
              <a:t>Client name / Project name</a:t>
            </a:r>
          </a:p>
        </p:txBody>
      </p:sp>
    </p:spTree>
    <p:extLst>
      <p:ext uri="{BB962C8B-B14F-4D97-AF65-F5344CB8AC3E}">
        <p14:creationId xmlns:p14="http://schemas.microsoft.com/office/powerpoint/2010/main" val="142690333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A8596-1FB5-C0F1-9A91-3A8CBC89147A}"/>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91B834B2-B463-D12A-2451-A5BB79606211}"/>
              </a:ext>
            </a:extLst>
          </p:cNvPr>
          <p:cNvSpPr>
            <a:spLocks noGrp="1"/>
          </p:cNvSpPr>
          <p:nvPr>
            <p:ph type="title"/>
          </p:nvPr>
        </p:nvSpPr>
        <p:spPr>
          <a:xfrm>
            <a:off x="288000" y="288000"/>
            <a:ext cx="11757598" cy="1836000"/>
          </a:xfrm>
        </p:spPr>
        <p:txBody>
          <a:bodyPr/>
          <a:lstStyle/>
          <a:p>
            <a:r>
              <a:rPr lang="en-US"/>
              <a:t>Lorem</a:t>
            </a:r>
            <a:br>
              <a:rPr lang="en-US"/>
            </a:br>
            <a:r>
              <a:rPr lang="en-US"/>
              <a:t>incidunct</a:t>
            </a:r>
          </a:p>
        </p:txBody>
      </p:sp>
      <p:sp>
        <p:nvSpPr>
          <p:cNvPr id="4" name="Pladsholder til tekst 3">
            <a:extLst>
              <a:ext uri="{FF2B5EF4-FFF2-40B4-BE49-F238E27FC236}">
                <a16:creationId xmlns:a16="http://schemas.microsoft.com/office/drawing/2014/main" id="{2EF2E91A-FA83-EAA9-EBC1-CE99DFF0F3C8}"/>
              </a:ext>
            </a:extLst>
          </p:cNvPr>
          <p:cNvSpPr>
            <a:spLocks noGrp="1"/>
          </p:cNvSpPr>
          <p:nvPr>
            <p:ph type="body" sz="quarter" idx="13"/>
          </p:nvPr>
        </p:nvSpPr>
        <p:spPr>
          <a:xfrm>
            <a:off x="324000" y="2484000"/>
            <a:ext cx="9945688" cy="384465"/>
          </a:xfrm>
        </p:spPr>
        <p:txBody>
          <a:bodyPr/>
          <a:lstStyle/>
          <a:p>
            <a:r>
              <a:rPr lang="en-US"/>
              <a:t>Client name / Project name</a:t>
            </a:r>
          </a:p>
        </p:txBody>
      </p:sp>
    </p:spTree>
    <p:extLst>
      <p:ext uri="{BB962C8B-B14F-4D97-AF65-F5344CB8AC3E}">
        <p14:creationId xmlns:p14="http://schemas.microsoft.com/office/powerpoint/2010/main" val="377656093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84502-32BF-3978-B362-9D104DC56B44}"/>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3A1FAC-922F-A263-9F98-60A935E0C312}"/>
              </a:ext>
            </a:extLst>
          </p:cNvPr>
          <p:cNvSpPr>
            <a:spLocks noGrp="1"/>
          </p:cNvSpPr>
          <p:nvPr>
            <p:ph type="title"/>
          </p:nvPr>
        </p:nvSpPr>
        <p:spPr>
          <a:xfrm>
            <a:off x="288000" y="288000"/>
            <a:ext cx="11757598" cy="1836000"/>
          </a:xfrm>
        </p:spPr>
        <p:txBody>
          <a:bodyPr/>
          <a:lstStyle/>
          <a:p>
            <a:r>
              <a:rPr lang="en-US"/>
              <a:t>Lorem</a:t>
            </a:r>
            <a:br>
              <a:rPr lang="en-US"/>
            </a:br>
            <a:r>
              <a:rPr lang="en-US"/>
              <a:t>incidunct</a:t>
            </a:r>
          </a:p>
        </p:txBody>
      </p:sp>
      <p:sp>
        <p:nvSpPr>
          <p:cNvPr id="4" name="Pladsholder til tekst 3">
            <a:extLst>
              <a:ext uri="{FF2B5EF4-FFF2-40B4-BE49-F238E27FC236}">
                <a16:creationId xmlns:a16="http://schemas.microsoft.com/office/drawing/2014/main" id="{4E694433-D08C-9908-3F9D-0B77B89CACEC}"/>
              </a:ext>
            </a:extLst>
          </p:cNvPr>
          <p:cNvSpPr>
            <a:spLocks noGrp="1"/>
          </p:cNvSpPr>
          <p:nvPr>
            <p:ph type="body" sz="quarter" idx="13"/>
          </p:nvPr>
        </p:nvSpPr>
        <p:spPr>
          <a:xfrm>
            <a:off x="324000" y="2484000"/>
            <a:ext cx="9945688" cy="384465"/>
          </a:xfrm>
        </p:spPr>
        <p:txBody>
          <a:bodyPr/>
          <a:lstStyle/>
          <a:p>
            <a:r>
              <a:rPr lang="en-US"/>
              <a:t>Client name / Project name</a:t>
            </a:r>
          </a:p>
        </p:txBody>
      </p:sp>
    </p:spTree>
    <p:extLst>
      <p:ext uri="{BB962C8B-B14F-4D97-AF65-F5344CB8AC3E}">
        <p14:creationId xmlns:p14="http://schemas.microsoft.com/office/powerpoint/2010/main" val="1381200866"/>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CB0D-D86F-5B95-682D-9B2AC9E47420}"/>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86B14657-4C69-B116-E332-6A6BC4D72B4F}"/>
              </a:ext>
            </a:extLst>
          </p:cNvPr>
          <p:cNvSpPr>
            <a:spLocks noGrp="1"/>
          </p:cNvSpPr>
          <p:nvPr>
            <p:ph type="title"/>
          </p:nvPr>
        </p:nvSpPr>
        <p:spPr>
          <a:xfrm>
            <a:off x="288000" y="288000"/>
            <a:ext cx="11757598" cy="1836000"/>
          </a:xfrm>
        </p:spPr>
        <p:txBody>
          <a:bodyPr/>
          <a:lstStyle/>
          <a:p>
            <a:r>
              <a:rPr lang="en-US"/>
              <a:t>Lorem</a:t>
            </a:r>
            <a:br>
              <a:rPr lang="en-US"/>
            </a:br>
            <a:r>
              <a:rPr lang="en-US"/>
              <a:t>incidunct</a:t>
            </a:r>
          </a:p>
        </p:txBody>
      </p:sp>
      <p:sp>
        <p:nvSpPr>
          <p:cNvPr id="4" name="Pladsholder til tekst 3">
            <a:extLst>
              <a:ext uri="{FF2B5EF4-FFF2-40B4-BE49-F238E27FC236}">
                <a16:creationId xmlns:a16="http://schemas.microsoft.com/office/drawing/2014/main" id="{03F3DE11-3EB3-9858-1F64-F47D8C9CE55C}"/>
              </a:ext>
            </a:extLst>
          </p:cNvPr>
          <p:cNvSpPr>
            <a:spLocks noGrp="1"/>
          </p:cNvSpPr>
          <p:nvPr>
            <p:ph type="body" sz="quarter" idx="13"/>
          </p:nvPr>
        </p:nvSpPr>
        <p:spPr>
          <a:xfrm>
            <a:off x="324000" y="2484000"/>
            <a:ext cx="9936213" cy="384465"/>
          </a:xfrm>
        </p:spPr>
        <p:txBody>
          <a:bodyPr/>
          <a:lstStyle/>
          <a:p>
            <a:r>
              <a:rPr lang="en-US"/>
              <a:t>Client name / Project name</a:t>
            </a:r>
          </a:p>
        </p:txBody>
      </p:sp>
    </p:spTree>
    <p:extLst>
      <p:ext uri="{BB962C8B-B14F-4D97-AF65-F5344CB8AC3E}">
        <p14:creationId xmlns:p14="http://schemas.microsoft.com/office/powerpoint/2010/main" val="257871233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Tabel 14">
            <a:extLst>
              <a:ext uri="{FF2B5EF4-FFF2-40B4-BE49-F238E27FC236}">
                <a16:creationId xmlns:a16="http://schemas.microsoft.com/office/drawing/2014/main" id="{3BAE0CBC-7BDB-4D37-9AC2-A9B76FBED9ED}"/>
              </a:ext>
            </a:extLst>
          </p:cNvPr>
          <p:cNvGraphicFramePr>
            <a:graphicFrameLocks noGrp="1"/>
          </p:cNvGraphicFramePr>
          <p:nvPr>
            <p:extLst>
              <p:ext uri="{D42A27DB-BD31-4B8C-83A1-F6EECF244321}">
                <p14:modId xmlns:p14="http://schemas.microsoft.com/office/powerpoint/2010/main" val="2775578201"/>
              </p:ext>
            </p:extLst>
          </p:nvPr>
        </p:nvGraphicFramePr>
        <p:xfrm>
          <a:off x="6156325" y="181537"/>
          <a:ext cx="5780087" cy="4248472"/>
        </p:xfrm>
        <a:graphic>
          <a:graphicData uri="http://schemas.openxmlformats.org/drawingml/2006/table">
            <a:tbl>
              <a:tblPr firstRow="1" bandRow="1">
                <a:tableStyleId>{5C22544A-7EE6-4342-B048-85BDC9FD1C3A}</a:tableStyleId>
              </a:tblPr>
              <a:tblGrid>
                <a:gridCol w="733353">
                  <a:extLst>
                    <a:ext uri="{9D8B030D-6E8A-4147-A177-3AD203B41FA5}">
                      <a16:colId xmlns:a16="http://schemas.microsoft.com/office/drawing/2014/main" val="1028424974"/>
                    </a:ext>
                  </a:extLst>
                </a:gridCol>
                <a:gridCol w="5046734">
                  <a:extLst>
                    <a:ext uri="{9D8B030D-6E8A-4147-A177-3AD203B41FA5}">
                      <a16:colId xmlns:a16="http://schemas.microsoft.com/office/drawing/2014/main" val="4239876561"/>
                    </a:ext>
                  </a:extLst>
                </a:gridCol>
              </a:tblGrid>
              <a:tr h="531059">
                <a:tc>
                  <a:txBody>
                    <a:bodyPr/>
                    <a:lstStyle/>
                    <a:p>
                      <a:r>
                        <a:rPr lang="en-US" sz="2800" b="0">
                          <a:solidFill>
                            <a:schemeClr val="tx2"/>
                          </a:solidFill>
                        </a:rPr>
                        <a:t>01</a:t>
                      </a:r>
                    </a:p>
                  </a:txBody>
                  <a:tcPr>
                    <a:lnB w="9525" cap="flat" cmpd="sng" algn="ctr">
                      <a:solidFill>
                        <a:schemeClr val="tx2"/>
                      </a:solidFill>
                      <a:prstDash val="solid"/>
                      <a:round/>
                      <a:headEnd type="none" w="med" len="med"/>
                      <a:tailEnd type="none" w="med" len="med"/>
                    </a:lnB>
                    <a:noFill/>
                  </a:tcPr>
                </a:tc>
                <a:tc>
                  <a:txBody>
                    <a:bodyPr/>
                    <a:lstStyle/>
                    <a:p>
                      <a:pPr marL="0" marR="0" lvl="0" indent="0" algn="l" defTabSz="1275934" rtl="0" eaLnBrk="1" fontAlgn="auto" latinLnBrk="0" hangingPunct="1">
                        <a:lnSpc>
                          <a:spcPct val="100000"/>
                        </a:lnSpc>
                        <a:spcBef>
                          <a:spcPts val="0"/>
                        </a:spcBef>
                        <a:spcAft>
                          <a:spcPts val="0"/>
                        </a:spcAft>
                        <a:buClrTx/>
                        <a:buSzTx/>
                        <a:buFontTx/>
                        <a:buNone/>
                        <a:tabLst/>
                        <a:defRPr/>
                      </a:pPr>
                      <a:r>
                        <a:rPr lang="en-US" sz="2800" b="0">
                          <a:solidFill>
                            <a:schemeClr val="tx2"/>
                          </a:solidFill>
                        </a:rPr>
                        <a:t>Lorem ipsum sit amet</a:t>
                      </a:r>
                    </a:p>
                  </a:txBody>
                  <a:tcPr>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090219515"/>
                  </a:ext>
                </a:extLst>
              </a:tr>
              <a:tr h="531059">
                <a:tc>
                  <a:txBody>
                    <a:bodyPr/>
                    <a:lstStyle/>
                    <a:p>
                      <a:r>
                        <a:rPr lang="en-US" sz="2800" b="0">
                          <a:solidFill>
                            <a:schemeClr val="tx2"/>
                          </a:solidFill>
                        </a:rPr>
                        <a:t>02</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en-US" sz="2800"/>
                        <a:t>Donec non</a:t>
                      </a:r>
                      <a:endParaRPr lang="en-US" sz="2800" b="0">
                        <a:solidFill>
                          <a:schemeClr val="tx2"/>
                        </a:solidFill>
                      </a:endParaRP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983218592"/>
                  </a:ext>
                </a:extLst>
              </a:tr>
              <a:tr h="531059">
                <a:tc>
                  <a:txBody>
                    <a:bodyPr/>
                    <a:lstStyle/>
                    <a:p>
                      <a:r>
                        <a:rPr lang="en-US" sz="2800" b="0">
                          <a:solidFill>
                            <a:schemeClr val="tx2"/>
                          </a:solidFill>
                        </a:rPr>
                        <a:t>03</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en-US" sz="2800" b="0">
                          <a:solidFill>
                            <a:schemeClr val="tx2"/>
                          </a:solidFill>
                        </a:rPr>
                        <a:t>Mauris pharetra lorem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967947242"/>
                  </a:ext>
                </a:extLst>
              </a:tr>
              <a:tr h="531059">
                <a:tc>
                  <a:txBody>
                    <a:bodyPr/>
                    <a:lstStyle/>
                    <a:p>
                      <a:r>
                        <a:rPr lang="en-US" sz="2800" b="0">
                          <a:solidFill>
                            <a:schemeClr val="tx2"/>
                          </a:solidFill>
                        </a:rPr>
                        <a:t>04</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en-US" sz="2800" b="0">
                          <a:solidFill>
                            <a:schemeClr val="tx2"/>
                          </a:solidFill>
                        </a:rPr>
                        <a:t>Suspendisse sed</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291380250"/>
                  </a:ext>
                </a:extLst>
              </a:tr>
              <a:tr h="531059">
                <a:tc>
                  <a:txBody>
                    <a:bodyPr/>
                    <a:lstStyle/>
                    <a:p>
                      <a:r>
                        <a:rPr lang="en-US" sz="2800" b="0">
                          <a:solidFill>
                            <a:schemeClr val="tx2"/>
                          </a:solidFill>
                        </a:rPr>
                        <a:t>05</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en-US" sz="2800" b="0">
                          <a:solidFill>
                            <a:schemeClr val="tx2"/>
                          </a:solidFill>
                        </a:rPr>
                        <a:t>A ligula rutrum venenatis</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620145121"/>
                  </a:ext>
                </a:extLst>
              </a:tr>
              <a:tr h="531059">
                <a:tc>
                  <a:txBody>
                    <a:bodyPr/>
                    <a:lstStyle/>
                    <a:p>
                      <a:r>
                        <a:rPr lang="en-US" sz="2800" b="0">
                          <a:solidFill>
                            <a:schemeClr val="tx2"/>
                          </a:solidFill>
                        </a:rPr>
                        <a:t>06</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en-US" sz="2800" b="0">
                          <a:solidFill>
                            <a:schemeClr val="tx2"/>
                          </a:solidFill>
                        </a:rPr>
                        <a:t>Onec non sem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032045"/>
                  </a:ext>
                </a:extLst>
              </a:tr>
              <a:tr h="531059">
                <a:tc>
                  <a:txBody>
                    <a:bodyPr/>
                    <a:lstStyle/>
                    <a:p>
                      <a:r>
                        <a:rPr lang="en-US" sz="2800" b="0">
                          <a:solidFill>
                            <a:schemeClr val="tx2"/>
                          </a:solidFill>
                        </a:rPr>
                        <a:t>07</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en-US" sz="2800" b="0">
                          <a:solidFill>
                            <a:schemeClr val="tx2"/>
                          </a:solidFill>
                        </a:rPr>
                        <a:t>Mauris pharetra lorem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0398070"/>
                  </a:ext>
                </a:extLst>
              </a:tr>
              <a:tr h="531059">
                <a:tc>
                  <a:txBody>
                    <a:bodyPr/>
                    <a:lstStyle/>
                    <a:p>
                      <a:r>
                        <a:rPr lang="en-US" sz="2800" b="0">
                          <a:solidFill>
                            <a:schemeClr val="tx2"/>
                          </a:solidFill>
                        </a:rPr>
                        <a:t>08</a:t>
                      </a:r>
                    </a:p>
                  </a:txBody>
                  <a:tcPr>
                    <a:lnT w="9525" cap="flat" cmpd="sng" algn="ctr">
                      <a:solidFill>
                        <a:schemeClr val="tx2"/>
                      </a:solidFill>
                      <a:prstDash val="solid"/>
                      <a:round/>
                      <a:headEnd type="none" w="med" len="med"/>
                      <a:tailEnd type="none" w="med" len="med"/>
                    </a:lnT>
                    <a:noFill/>
                  </a:tcPr>
                </a:tc>
                <a:tc>
                  <a:txBody>
                    <a:bodyPr/>
                    <a:lstStyle/>
                    <a:p>
                      <a:r>
                        <a:rPr lang="en-US" sz="2800" b="0">
                          <a:solidFill>
                            <a:schemeClr val="tx2"/>
                          </a:solidFill>
                        </a:rPr>
                        <a:t>Suspensisse sed ague</a:t>
                      </a:r>
                    </a:p>
                  </a:txBody>
                  <a:tcPr>
                    <a:lnT w="9525" cap="flat" cmpd="sng" algn="ctr">
                      <a:solidFill>
                        <a:schemeClr val="tx2"/>
                      </a:solidFill>
                      <a:prstDash val="solid"/>
                      <a:round/>
                      <a:headEnd type="none" w="med" len="med"/>
                      <a:tailEnd type="none" w="med" len="med"/>
                    </a:lnT>
                    <a:noFill/>
                  </a:tcPr>
                </a:tc>
                <a:extLst>
                  <a:ext uri="{0D108BD9-81ED-4DB2-BD59-A6C34878D82A}">
                    <a16:rowId xmlns:a16="http://schemas.microsoft.com/office/drawing/2014/main" val="1982415373"/>
                  </a:ext>
                </a:extLst>
              </a:tr>
            </a:tbl>
          </a:graphicData>
        </a:graphic>
      </p:graphicFrame>
      <p:sp>
        <p:nvSpPr>
          <p:cNvPr id="2" name="Titel 1">
            <a:extLst>
              <a:ext uri="{FF2B5EF4-FFF2-40B4-BE49-F238E27FC236}">
                <a16:creationId xmlns:a16="http://schemas.microsoft.com/office/drawing/2014/main" id="{5EA6A9F7-3665-7BCD-657F-BA7444D9B1DE}"/>
              </a:ext>
            </a:extLst>
          </p:cNvPr>
          <p:cNvSpPr>
            <a:spLocks noGrp="1"/>
          </p:cNvSpPr>
          <p:nvPr>
            <p:ph type="title"/>
          </p:nvPr>
        </p:nvSpPr>
        <p:spPr>
          <a:xfrm>
            <a:off x="288000" y="288000"/>
            <a:ext cx="5752412" cy="1914096"/>
          </a:xfrm>
        </p:spPr>
        <p:txBody>
          <a:bodyPr/>
          <a:lstStyle/>
          <a:p>
            <a:r>
              <a:rPr lang="en-US"/>
              <a:t>Agenda:</a:t>
            </a:r>
          </a:p>
        </p:txBody>
      </p:sp>
    </p:spTree>
    <p:extLst>
      <p:ext uri="{BB962C8B-B14F-4D97-AF65-F5344CB8AC3E}">
        <p14:creationId xmlns:p14="http://schemas.microsoft.com/office/powerpoint/2010/main" val="4212050593"/>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1EE1D3-7799-87CB-9E78-43E786BAEB2F}"/>
              </a:ext>
            </a:extLst>
          </p:cNvPr>
          <p:cNvSpPr>
            <a:spLocks noGrp="1"/>
          </p:cNvSpPr>
          <p:nvPr>
            <p:ph type="title"/>
          </p:nvPr>
        </p:nvSpPr>
        <p:spPr>
          <a:xfrm>
            <a:off x="288000" y="288000"/>
            <a:ext cx="5752412" cy="729762"/>
          </a:xfrm>
        </p:spPr>
        <p:txBody>
          <a:bodyPr/>
          <a:lstStyle/>
          <a:p>
            <a:r>
              <a:rPr lang="en-US"/>
              <a:t>Lorem ipsum </a:t>
            </a:r>
            <a:br>
              <a:rPr lang="en-US"/>
            </a:br>
            <a:r>
              <a:rPr lang="en-US"/>
              <a:t>sit amet</a:t>
            </a:r>
          </a:p>
        </p:txBody>
      </p:sp>
      <p:sp>
        <p:nvSpPr>
          <p:cNvPr id="5" name="Pladsholder til indhold 4">
            <a:extLst>
              <a:ext uri="{FF2B5EF4-FFF2-40B4-BE49-F238E27FC236}">
                <a16:creationId xmlns:a16="http://schemas.microsoft.com/office/drawing/2014/main" id="{F9D73B86-91A5-30EF-F358-1E6DAE77D5F8}"/>
              </a:ext>
            </a:extLst>
          </p:cNvPr>
          <p:cNvSpPr>
            <a:spLocks noGrp="1"/>
          </p:cNvSpPr>
          <p:nvPr>
            <p:ph idx="15"/>
          </p:nvPr>
        </p:nvSpPr>
        <p:spPr>
          <a:xfrm>
            <a:off x="6145882" y="1527349"/>
            <a:ext cx="5752413" cy="451824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en-US"/>
          </a:p>
        </p:txBody>
      </p:sp>
      <p:sp>
        <p:nvSpPr>
          <p:cNvPr id="6" name="Pladsholder til tekst 5">
            <a:extLst>
              <a:ext uri="{FF2B5EF4-FFF2-40B4-BE49-F238E27FC236}">
                <a16:creationId xmlns:a16="http://schemas.microsoft.com/office/drawing/2014/main" id="{4242973D-5C7E-AB97-5F5C-717B80DA4F45}"/>
              </a:ext>
            </a:extLst>
          </p:cNvPr>
          <p:cNvSpPr>
            <a:spLocks noGrp="1"/>
          </p:cNvSpPr>
          <p:nvPr>
            <p:ph type="body" sz="quarter" idx="16"/>
          </p:nvPr>
        </p:nvSpPr>
        <p:spPr>
          <a:xfrm>
            <a:off x="288000" y="1366575"/>
            <a:ext cx="5752412" cy="4679021"/>
          </a:xfrm>
        </p:spPr>
        <p:txBody>
          <a:bodyPr/>
          <a:lstStyle/>
          <a:p>
            <a:r>
              <a:rPr lang="en-US"/>
              <a:t>First agenda</a:t>
            </a:r>
          </a:p>
          <a:p>
            <a:pPr lvl="1"/>
            <a:r>
              <a:rPr lang="en-US"/>
              <a:t>Second agenda</a:t>
            </a:r>
          </a:p>
          <a:p>
            <a:pPr lvl="1"/>
            <a:r>
              <a:rPr lang="en-US"/>
              <a:t>Third agenda</a:t>
            </a:r>
          </a:p>
          <a:p>
            <a:pPr lvl="1"/>
            <a:r>
              <a:rPr lang="en-US"/>
              <a:t>Fourth agenda</a:t>
            </a:r>
          </a:p>
        </p:txBody>
      </p:sp>
    </p:spTree>
    <p:extLst>
      <p:ext uri="{BB962C8B-B14F-4D97-AF65-F5344CB8AC3E}">
        <p14:creationId xmlns:p14="http://schemas.microsoft.com/office/powerpoint/2010/main" val="33759517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32F66-71F1-D9AA-2660-70D5B420852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7E5B39-EB98-A3AD-0985-DFBA3E56DDB3}"/>
              </a:ext>
            </a:extLst>
          </p:cNvPr>
          <p:cNvSpPr>
            <a:spLocks noGrp="1"/>
          </p:cNvSpPr>
          <p:nvPr>
            <p:ph type="title"/>
          </p:nvPr>
        </p:nvSpPr>
        <p:spPr>
          <a:xfrm>
            <a:off x="288000" y="288000"/>
            <a:ext cx="5752412" cy="729762"/>
          </a:xfrm>
        </p:spPr>
        <p:txBody>
          <a:bodyPr/>
          <a:lstStyle/>
          <a:p>
            <a:r>
              <a:rPr lang="en-US"/>
              <a:t>Lorem ipsum </a:t>
            </a:r>
            <a:br>
              <a:rPr lang="en-US"/>
            </a:br>
            <a:r>
              <a:rPr lang="en-US"/>
              <a:t>sit amet</a:t>
            </a:r>
          </a:p>
        </p:txBody>
      </p:sp>
      <p:sp>
        <p:nvSpPr>
          <p:cNvPr id="5" name="Pladsholder til indhold 4">
            <a:extLst>
              <a:ext uri="{FF2B5EF4-FFF2-40B4-BE49-F238E27FC236}">
                <a16:creationId xmlns:a16="http://schemas.microsoft.com/office/drawing/2014/main" id="{D2F8CCF0-A4BE-49C8-02F5-6D018303138D}"/>
              </a:ext>
            </a:extLst>
          </p:cNvPr>
          <p:cNvSpPr>
            <a:spLocks noGrp="1"/>
          </p:cNvSpPr>
          <p:nvPr>
            <p:ph idx="15"/>
          </p:nvPr>
        </p:nvSpPr>
        <p:spPr>
          <a:xfrm>
            <a:off x="6145882" y="1527349"/>
            <a:ext cx="5752413" cy="451824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en-US"/>
          </a:p>
        </p:txBody>
      </p:sp>
      <p:sp>
        <p:nvSpPr>
          <p:cNvPr id="6" name="Pladsholder til tekst 5">
            <a:extLst>
              <a:ext uri="{FF2B5EF4-FFF2-40B4-BE49-F238E27FC236}">
                <a16:creationId xmlns:a16="http://schemas.microsoft.com/office/drawing/2014/main" id="{95086A41-EE3E-DDEE-5735-48D8B1A5FB9B}"/>
              </a:ext>
            </a:extLst>
          </p:cNvPr>
          <p:cNvSpPr>
            <a:spLocks noGrp="1"/>
          </p:cNvSpPr>
          <p:nvPr>
            <p:ph type="body" sz="quarter" idx="16"/>
          </p:nvPr>
        </p:nvSpPr>
        <p:spPr>
          <a:xfrm>
            <a:off x="288000" y="1366575"/>
            <a:ext cx="5752412" cy="4679021"/>
          </a:xfrm>
        </p:spPr>
        <p:txBody>
          <a:bodyPr/>
          <a:lstStyle/>
          <a:p>
            <a:pPr lvl="1"/>
            <a:r>
              <a:rPr lang="en-US"/>
              <a:t>First agenda</a:t>
            </a:r>
          </a:p>
          <a:p>
            <a:r>
              <a:rPr lang="en-US"/>
              <a:t>Second agenda</a:t>
            </a:r>
          </a:p>
          <a:p>
            <a:pPr lvl="1"/>
            <a:r>
              <a:rPr lang="en-US"/>
              <a:t>Third agenda</a:t>
            </a:r>
          </a:p>
          <a:p>
            <a:pPr lvl="1"/>
            <a:r>
              <a:rPr lang="en-US"/>
              <a:t>Fourth agenda</a:t>
            </a:r>
          </a:p>
        </p:txBody>
      </p:sp>
    </p:spTree>
    <p:extLst>
      <p:ext uri="{BB962C8B-B14F-4D97-AF65-F5344CB8AC3E}">
        <p14:creationId xmlns:p14="http://schemas.microsoft.com/office/powerpoint/2010/main" val="51310053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0BB9A-0443-D37D-B729-00E42B68366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0EE3F3B-49F5-F7D0-F5F3-9A266A17B29F}"/>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endParaRPr lang="en-US"/>
          </a:p>
        </p:txBody>
      </p:sp>
    </p:spTree>
    <p:extLst>
      <p:ext uri="{BB962C8B-B14F-4D97-AF65-F5344CB8AC3E}">
        <p14:creationId xmlns:p14="http://schemas.microsoft.com/office/powerpoint/2010/main" val="3536125693"/>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980B-826A-EC6F-2401-F2B27B8D4527}"/>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EABF7890-B377-CBAB-90E2-F81D98BBC622}"/>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endParaRPr lang="en-US"/>
          </a:p>
        </p:txBody>
      </p:sp>
    </p:spTree>
    <p:extLst>
      <p:ext uri="{BB962C8B-B14F-4D97-AF65-F5344CB8AC3E}">
        <p14:creationId xmlns:p14="http://schemas.microsoft.com/office/powerpoint/2010/main" val="3327471461"/>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90D47-8665-953A-C794-1CDC1EBBD8E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412CF90-0E74-40C0-27F4-9F12EC0BA921}"/>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endParaRPr lang="en-US"/>
          </a:p>
        </p:txBody>
      </p:sp>
    </p:spTree>
    <p:extLst>
      <p:ext uri="{BB962C8B-B14F-4D97-AF65-F5344CB8AC3E}">
        <p14:creationId xmlns:p14="http://schemas.microsoft.com/office/powerpoint/2010/main" val="1019104299"/>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E0607-3329-BFAE-7930-A0BADD633DAB}"/>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9C7CF1A4-D8C2-640F-0337-31254C8EE045}"/>
              </a:ext>
            </a:extLst>
          </p:cNvPr>
          <p:cNvSpPr>
            <a:spLocks noGrp="1"/>
          </p:cNvSpPr>
          <p:nvPr>
            <p:ph type="title"/>
          </p:nvPr>
        </p:nvSpPr>
        <p:spPr>
          <a:xfrm>
            <a:off x="288000" y="252000"/>
            <a:ext cx="5752413" cy="5871007"/>
          </a:xfrm>
        </p:spPr>
        <p:txBody>
          <a:bodyPr/>
          <a:lstStyle/>
          <a:p>
            <a:r>
              <a:rPr lang="da-DK"/>
              <a:t>Caborepe porum exerume nobitio nsequos dellat ut as duntese cor aspit poris modignit </a:t>
            </a:r>
            <a:br>
              <a:rPr lang="da-DK"/>
            </a:br>
            <a:br>
              <a:rPr lang="da-DK"/>
            </a:br>
            <a:br>
              <a:rPr lang="da-DK"/>
            </a:br>
            <a:r>
              <a:rPr lang="da-DK"/>
              <a:t>Alibus vollore con</a:t>
            </a:r>
            <a:endParaRPr lang="en-US"/>
          </a:p>
        </p:txBody>
      </p:sp>
    </p:spTree>
    <p:extLst>
      <p:ext uri="{BB962C8B-B14F-4D97-AF65-F5344CB8AC3E}">
        <p14:creationId xmlns:p14="http://schemas.microsoft.com/office/powerpoint/2010/main" val="269442896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12206-AE1F-184C-F336-F0A16567648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7D98D02-2D0D-41B3-4BD4-F71172259A76}"/>
              </a:ext>
            </a:extLst>
          </p:cNvPr>
          <p:cNvSpPr>
            <a:spLocks noGrp="1"/>
          </p:cNvSpPr>
          <p:nvPr>
            <p:ph type="title"/>
          </p:nvPr>
        </p:nvSpPr>
        <p:spPr>
          <a:xfrm>
            <a:off x="288000" y="252000"/>
            <a:ext cx="5662414" cy="1811099"/>
          </a:xfrm>
        </p:spPr>
        <p:txBody>
          <a:bodyPr/>
          <a:lstStyle/>
          <a:p>
            <a:r>
              <a:rPr lang="en-US"/>
              <a:t>Lorem ipsum sit amet con incidunct</a:t>
            </a:r>
          </a:p>
        </p:txBody>
      </p:sp>
      <p:sp>
        <p:nvSpPr>
          <p:cNvPr id="3" name="Pladsholder til indhold 2">
            <a:extLst>
              <a:ext uri="{FF2B5EF4-FFF2-40B4-BE49-F238E27FC236}">
                <a16:creationId xmlns:a16="http://schemas.microsoft.com/office/drawing/2014/main" id="{3141B92F-FC01-7FCE-8C5E-BD0CFDC7750B}"/>
              </a:ext>
            </a:extLst>
          </p:cNvPr>
          <p:cNvSpPr>
            <a:spLocks noGrp="1"/>
          </p:cNvSpPr>
          <p:nvPr>
            <p:ph idx="14"/>
          </p:nvPr>
        </p:nvSpPr>
        <p:spPr>
          <a:xfrm>
            <a:off x="288000" y="208800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Tree>
    <p:extLst>
      <p:ext uri="{BB962C8B-B14F-4D97-AF65-F5344CB8AC3E}">
        <p14:creationId xmlns:p14="http://schemas.microsoft.com/office/powerpoint/2010/main" val="2095732420"/>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D79FB-A94B-0244-C872-05F0A572BC4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BF64E8E-E677-2E48-A538-A1E078927A64}"/>
              </a:ext>
            </a:extLst>
          </p:cNvPr>
          <p:cNvSpPr>
            <a:spLocks noGrp="1"/>
          </p:cNvSpPr>
          <p:nvPr>
            <p:ph type="title"/>
          </p:nvPr>
        </p:nvSpPr>
        <p:spPr>
          <a:xfrm>
            <a:off x="288000" y="252000"/>
            <a:ext cx="5662414" cy="1811099"/>
          </a:xfrm>
        </p:spPr>
        <p:txBody>
          <a:bodyPr/>
          <a:lstStyle/>
          <a:p>
            <a:r>
              <a:rPr lang="en-US"/>
              <a:t>Lorem ipsum sit amet con incidunct</a:t>
            </a:r>
          </a:p>
        </p:txBody>
      </p:sp>
      <p:sp>
        <p:nvSpPr>
          <p:cNvPr id="3" name="Pladsholder til indhold 2">
            <a:extLst>
              <a:ext uri="{FF2B5EF4-FFF2-40B4-BE49-F238E27FC236}">
                <a16:creationId xmlns:a16="http://schemas.microsoft.com/office/drawing/2014/main" id="{026324B7-2396-55E0-FCA8-FB67A8532E20}"/>
              </a:ext>
            </a:extLst>
          </p:cNvPr>
          <p:cNvSpPr>
            <a:spLocks noGrp="1"/>
          </p:cNvSpPr>
          <p:nvPr>
            <p:ph idx="14"/>
          </p:nvPr>
        </p:nvSpPr>
        <p:spPr>
          <a:xfrm>
            <a:off x="288000" y="209880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Tree>
    <p:extLst>
      <p:ext uri="{BB962C8B-B14F-4D97-AF65-F5344CB8AC3E}">
        <p14:creationId xmlns:p14="http://schemas.microsoft.com/office/powerpoint/2010/main" val="1809989233"/>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FC5EB-C3CD-F7A5-3081-655B380E7A6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4D31C67-29A8-4972-611A-52B474762DF4}"/>
              </a:ext>
            </a:extLst>
          </p:cNvPr>
          <p:cNvSpPr>
            <a:spLocks noGrp="1"/>
          </p:cNvSpPr>
          <p:nvPr>
            <p:ph type="title"/>
          </p:nvPr>
        </p:nvSpPr>
        <p:spPr>
          <a:xfrm>
            <a:off x="288000" y="252000"/>
            <a:ext cx="5662414" cy="1811099"/>
          </a:xfrm>
        </p:spPr>
        <p:txBody>
          <a:bodyPr/>
          <a:lstStyle/>
          <a:p>
            <a:r>
              <a:rPr lang="en-US"/>
              <a:t>Lorem ipsum sit amet con incidunct</a:t>
            </a:r>
          </a:p>
        </p:txBody>
      </p:sp>
      <p:sp>
        <p:nvSpPr>
          <p:cNvPr id="3" name="Pladsholder til indhold 2">
            <a:extLst>
              <a:ext uri="{FF2B5EF4-FFF2-40B4-BE49-F238E27FC236}">
                <a16:creationId xmlns:a16="http://schemas.microsoft.com/office/drawing/2014/main" id="{46906078-063F-7F8C-0019-B52BD1670461}"/>
              </a:ext>
            </a:extLst>
          </p:cNvPr>
          <p:cNvSpPr>
            <a:spLocks noGrp="1"/>
          </p:cNvSpPr>
          <p:nvPr>
            <p:ph idx="14"/>
          </p:nvPr>
        </p:nvSpPr>
        <p:spPr>
          <a:xfrm>
            <a:off x="288000" y="210042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Tree>
    <p:extLst>
      <p:ext uri="{BB962C8B-B14F-4D97-AF65-F5344CB8AC3E}">
        <p14:creationId xmlns:p14="http://schemas.microsoft.com/office/powerpoint/2010/main" val="364993853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837B-CC37-3E0D-773A-F9EDBF8864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12830B3-9AD5-C001-4085-1971DFEE41A7}"/>
              </a:ext>
            </a:extLst>
          </p:cNvPr>
          <p:cNvSpPr>
            <a:spLocks noGrp="1"/>
          </p:cNvSpPr>
          <p:nvPr>
            <p:ph type="title"/>
          </p:nvPr>
        </p:nvSpPr>
        <p:spPr>
          <a:xfrm>
            <a:off x="288000" y="252000"/>
            <a:ext cx="5662414" cy="1811099"/>
          </a:xfrm>
        </p:spPr>
        <p:txBody>
          <a:bodyPr/>
          <a:lstStyle/>
          <a:p>
            <a:r>
              <a:rPr lang="en-US"/>
              <a:t>Lorem ipsum sit amet con incidunct</a:t>
            </a:r>
          </a:p>
        </p:txBody>
      </p:sp>
      <p:sp>
        <p:nvSpPr>
          <p:cNvPr id="3" name="Pladsholder til indhold 2">
            <a:extLst>
              <a:ext uri="{FF2B5EF4-FFF2-40B4-BE49-F238E27FC236}">
                <a16:creationId xmlns:a16="http://schemas.microsoft.com/office/drawing/2014/main" id="{4F056EE4-B7C8-3AE5-0669-413279AA57A2}"/>
              </a:ext>
            </a:extLst>
          </p:cNvPr>
          <p:cNvSpPr>
            <a:spLocks noGrp="1"/>
          </p:cNvSpPr>
          <p:nvPr>
            <p:ph idx="14"/>
          </p:nvPr>
        </p:nvSpPr>
        <p:spPr>
          <a:xfrm>
            <a:off x="288000" y="210042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Tree>
    <p:extLst>
      <p:ext uri="{BB962C8B-B14F-4D97-AF65-F5344CB8AC3E}">
        <p14:creationId xmlns:p14="http://schemas.microsoft.com/office/powerpoint/2010/main" val="370735073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432293-BC20-8CC3-FC98-EF56839904F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B6F1051-8131-87FE-4AAC-CA36F1735DBA}"/>
              </a:ext>
            </a:extLst>
          </p:cNvPr>
          <p:cNvSpPr>
            <a:spLocks noGrp="1"/>
          </p:cNvSpPr>
          <p:nvPr>
            <p:ph type="title"/>
          </p:nvPr>
        </p:nvSpPr>
        <p:spPr>
          <a:xfrm>
            <a:off x="288000" y="252000"/>
            <a:ext cx="5662414" cy="1811099"/>
          </a:xfrm>
        </p:spPr>
        <p:txBody>
          <a:bodyPr/>
          <a:lstStyle/>
          <a:p>
            <a:r>
              <a:rPr lang="en-US"/>
              <a:t>Lorem ipsum sit amet con incidunct</a:t>
            </a:r>
          </a:p>
        </p:txBody>
      </p:sp>
      <p:graphicFrame>
        <p:nvGraphicFramePr>
          <p:cNvPr id="9" name="Tabel 8">
            <a:extLst>
              <a:ext uri="{FF2B5EF4-FFF2-40B4-BE49-F238E27FC236}">
                <a16:creationId xmlns:a16="http://schemas.microsoft.com/office/drawing/2014/main" id="{D01B2D32-18E6-3CB8-9716-7BD71F7DC548}"/>
              </a:ext>
            </a:extLst>
          </p:cNvPr>
          <p:cNvGraphicFramePr>
            <a:graphicFrameLocks noGrp="1"/>
          </p:cNvGraphicFramePr>
          <p:nvPr>
            <p:extLst>
              <p:ext uri="{D42A27DB-BD31-4B8C-83A1-F6EECF244321}">
                <p14:modId xmlns:p14="http://schemas.microsoft.com/office/powerpoint/2010/main" val="2793251911"/>
              </p:ext>
            </p:extLst>
          </p:nvPr>
        </p:nvGraphicFramePr>
        <p:xfrm>
          <a:off x="288000" y="2354379"/>
          <a:ext cx="11650022" cy="3063841"/>
        </p:xfrm>
        <a:graphic>
          <a:graphicData uri="http://schemas.openxmlformats.org/drawingml/2006/table">
            <a:tbl>
              <a:tblPr firstRow="1" bandRow="1">
                <a:tableStyleId>{5C22544A-7EE6-4342-B048-85BDC9FD1C3A}</a:tableStyleId>
              </a:tblPr>
              <a:tblGrid>
                <a:gridCol w="2501757">
                  <a:extLst>
                    <a:ext uri="{9D8B030D-6E8A-4147-A177-3AD203B41FA5}">
                      <a16:colId xmlns:a16="http://schemas.microsoft.com/office/drawing/2014/main" val="739040183"/>
                    </a:ext>
                  </a:extLst>
                </a:gridCol>
                <a:gridCol w="261379">
                  <a:extLst>
                    <a:ext uri="{9D8B030D-6E8A-4147-A177-3AD203B41FA5}">
                      <a16:colId xmlns:a16="http://schemas.microsoft.com/office/drawing/2014/main" val="3746708319"/>
                    </a:ext>
                  </a:extLst>
                </a:gridCol>
                <a:gridCol w="261379">
                  <a:extLst>
                    <a:ext uri="{9D8B030D-6E8A-4147-A177-3AD203B41FA5}">
                      <a16:colId xmlns:a16="http://schemas.microsoft.com/office/drawing/2014/main" val="3819056520"/>
                    </a:ext>
                  </a:extLst>
                </a:gridCol>
                <a:gridCol w="261379">
                  <a:extLst>
                    <a:ext uri="{9D8B030D-6E8A-4147-A177-3AD203B41FA5}">
                      <a16:colId xmlns:a16="http://schemas.microsoft.com/office/drawing/2014/main" val="3143088114"/>
                    </a:ext>
                  </a:extLst>
                </a:gridCol>
                <a:gridCol w="261379">
                  <a:extLst>
                    <a:ext uri="{9D8B030D-6E8A-4147-A177-3AD203B41FA5}">
                      <a16:colId xmlns:a16="http://schemas.microsoft.com/office/drawing/2014/main" val="742213440"/>
                    </a:ext>
                  </a:extLst>
                </a:gridCol>
                <a:gridCol w="261379">
                  <a:extLst>
                    <a:ext uri="{9D8B030D-6E8A-4147-A177-3AD203B41FA5}">
                      <a16:colId xmlns:a16="http://schemas.microsoft.com/office/drawing/2014/main" val="1994384821"/>
                    </a:ext>
                  </a:extLst>
                </a:gridCol>
                <a:gridCol w="261379">
                  <a:extLst>
                    <a:ext uri="{9D8B030D-6E8A-4147-A177-3AD203B41FA5}">
                      <a16:colId xmlns:a16="http://schemas.microsoft.com/office/drawing/2014/main" val="1492362350"/>
                    </a:ext>
                  </a:extLst>
                </a:gridCol>
                <a:gridCol w="261379">
                  <a:extLst>
                    <a:ext uri="{9D8B030D-6E8A-4147-A177-3AD203B41FA5}">
                      <a16:colId xmlns:a16="http://schemas.microsoft.com/office/drawing/2014/main" val="2721998776"/>
                    </a:ext>
                  </a:extLst>
                </a:gridCol>
                <a:gridCol w="261379">
                  <a:extLst>
                    <a:ext uri="{9D8B030D-6E8A-4147-A177-3AD203B41FA5}">
                      <a16:colId xmlns:a16="http://schemas.microsoft.com/office/drawing/2014/main" val="2796974392"/>
                    </a:ext>
                  </a:extLst>
                </a:gridCol>
                <a:gridCol w="261379">
                  <a:extLst>
                    <a:ext uri="{9D8B030D-6E8A-4147-A177-3AD203B41FA5}">
                      <a16:colId xmlns:a16="http://schemas.microsoft.com/office/drawing/2014/main" val="3439729225"/>
                    </a:ext>
                  </a:extLst>
                </a:gridCol>
                <a:gridCol w="261379">
                  <a:extLst>
                    <a:ext uri="{9D8B030D-6E8A-4147-A177-3AD203B41FA5}">
                      <a16:colId xmlns:a16="http://schemas.microsoft.com/office/drawing/2014/main" val="3256722298"/>
                    </a:ext>
                  </a:extLst>
                </a:gridCol>
                <a:gridCol w="261379">
                  <a:extLst>
                    <a:ext uri="{9D8B030D-6E8A-4147-A177-3AD203B41FA5}">
                      <a16:colId xmlns:a16="http://schemas.microsoft.com/office/drawing/2014/main" val="3459350590"/>
                    </a:ext>
                  </a:extLst>
                </a:gridCol>
                <a:gridCol w="261379">
                  <a:extLst>
                    <a:ext uri="{9D8B030D-6E8A-4147-A177-3AD203B41FA5}">
                      <a16:colId xmlns:a16="http://schemas.microsoft.com/office/drawing/2014/main" val="86828"/>
                    </a:ext>
                  </a:extLst>
                </a:gridCol>
                <a:gridCol w="261379">
                  <a:extLst>
                    <a:ext uri="{9D8B030D-6E8A-4147-A177-3AD203B41FA5}">
                      <a16:colId xmlns:a16="http://schemas.microsoft.com/office/drawing/2014/main" val="3965091568"/>
                    </a:ext>
                  </a:extLst>
                </a:gridCol>
                <a:gridCol w="261379">
                  <a:extLst>
                    <a:ext uri="{9D8B030D-6E8A-4147-A177-3AD203B41FA5}">
                      <a16:colId xmlns:a16="http://schemas.microsoft.com/office/drawing/2014/main" val="3051517092"/>
                    </a:ext>
                  </a:extLst>
                </a:gridCol>
                <a:gridCol w="261379">
                  <a:extLst>
                    <a:ext uri="{9D8B030D-6E8A-4147-A177-3AD203B41FA5}">
                      <a16:colId xmlns:a16="http://schemas.microsoft.com/office/drawing/2014/main" val="2563455335"/>
                    </a:ext>
                  </a:extLst>
                </a:gridCol>
                <a:gridCol w="261379">
                  <a:extLst>
                    <a:ext uri="{9D8B030D-6E8A-4147-A177-3AD203B41FA5}">
                      <a16:colId xmlns:a16="http://schemas.microsoft.com/office/drawing/2014/main" val="839606531"/>
                    </a:ext>
                  </a:extLst>
                </a:gridCol>
                <a:gridCol w="261379">
                  <a:extLst>
                    <a:ext uri="{9D8B030D-6E8A-4147-A177-3AD203B41FA5}">
                      <a16:colId xmlns:a16="http://schemas.microsoft.com/office/drawing/2014/main" val="4265204496"/>
                    </a:ext>
                  </a:extLst>
                </a:gridCol>
                <a:gridCol w="261379">
                  <a:extLst>
                    <a:ext uri="{9D8B030D-6E8A-4147-A177-3AD203B41FA5}">
                      <a16:colId xmlns:a16="http://schemas.microsoft.com/office/drawing/2014/main" val="587524229"/>
                    </a:ext>
                  </a:extLst>
                </a:gridCol>
                <a:gridCol w="261379">
                  <a:extLst>
                    <a:ext uri="{9D8B030D-6E8A-4147-A177-3AD203B41FA5}">
                      <a16:colId xmlns:a16="http://schemas.microsoft.com/office/drawing/2014/main" val="1594440789"/>
                    </a:ext>
                  </a:extLst>
                </a:gridCol>
                <a:gridCol w="261379">
                  <a:extLst>
                    <a:ext uri="{9D8B030D-6E8A-4147-A177-3AD203B41FA5}">
                      <a16:colId xmlns:a16="http://schemas.microsoft.com/office/drawing/2014/main" val="586589505"/>
                    </a:ext>
                  </a:extLst>
                </a:gridCol>
                <a:gridCol w="261379">
                  <a:extLst>
                    <a:ext uri="{9D8B030D-6E8A-4147-A177-3AD203B41FA5}">
                      <a16:colId xmlns:a16="http://schemas.microsoft.com/office/drawing/2014/main" val="1493452863"/>
                    </a:ext>
                  </a:extLst>
                </a:gridCol>
                <a:gridCol w="261379">
                  <a:extLst>
                    <a:ext uri="{9D8B030D-6E8A-4147-A177-3AD203B41FA5}">
                      <a16:colId xmlns:a16="http://schemas.microsoft.com/office/drawing/2014/main" val="2310262401"/>
                    </a:ext>
                  </a:extLst>
                </a:gridCol>
                <a:gridCol w="261379">
                  <a:extLst>
                    <a:ext uri="{9D8B030D-6E8A-4147-A177-3AD203B41FA5}">
                      <a16:colId xmlns:a16="http://schemas.microsoft.com/office/drawing/2014/main" val="3779816116"/>
                    </a:ext>
                  </a:extLst>
                </a:gridCol>
                <a:gridCol w="261379">
                  <a:extLst>
                    <a:ext uri="{9D8B030D-6E8A-4147-A177-3AD203B41FA5}">
                      <a16:colId xmlns:a16="http://schemas.microsoft.com/office/drawing/2014/main" val="1271897856"/>
                    </a:ext>
                  </a:extLst>
                </a:gridCol>
                <a:gridCol w="261379">
                  <a:extLst>
                    <a:ext uri="{9D8B030D-6E8A-4147-A177-3AD203B41FA5}">
                      <a16:colId xmlns:a16="http://schemas.microsoft.com/office/drawing/2014/main" val="2788434642"/>
                    </a:ext>
                  </a:extLst>
                </a:gridCol>
                <a:gridCol w="261379">
                  <a:extLst>
                    <a:ext uri="{9D8B030D-6E8A-4147-A177-3AD203B41FA5}">
                      <a16:colId xmlns:a16="http://schemas.microsoft.com/office/drawing/2014/main" val="3464217053"/>
                    </a:ext>
                  </a:extLst>
                </a:gridCol>
                <a:gridCol w="261379">
                  <a:extLst>
                    <a:ext uri="{9D8B030D-6E8A-4147-A177-3AD203B41FA5}">
                      <a16:colId xmlns:a16="http://schemas.microsoft.com/office/drawing/2014/main" val="1371427250"/>
                    </a:ext>
                  </a:extLst>
                </a:gridCol>
                <a:gridCol w="261379">
                  <a:extLst>
                    <a:ext uri="{9D8B030D-6E8A-4147-A177-3AD203B41FA5}">
                      <a16:colId xmlns:a16="http://schemas.microsoft.com/office/drawing/2014/main" val="3012667286"/>
                    </a:ext>
                  </a:extLst>
                </a:gridCol>
                <a:gridCol w="261379">
                  <a:extLst>
                    <a:ext uri="{9D8B030D-6E8A-4147-A177-3AD203B41FA5}">
                      <a16:colId xmlns:a16="http://schemas.microsoft.com/office/drawing/2014/main" val="2170705404"/>
                    </a:ext>
                  </a:extLst>
                </a:gridCol>
                <a:gridCol w="261379">
                  <a:extLst>
                    <a:ext uri="{9D8B030D-6E8A-4147-A177-3AD203B41FA5}">
                      <a16:colId xmlns:a16="http://schemas.microsoft.com/office/drawing/2014/main" val="3650316564"/>
                    </a:ext>
                  </a:extLst>
                </a:gridCol>
                <a:gridCol w="261379">
                  <a:extLst>
                    <a:ext uri="{9D8B030D-6E8A-4147-A177-3AD203B41FA5}">
                      <a16:colId xmlns:a16="http://schemas.microsoft.com/office/drawing/2014/main" val="2129905410"/>
                    </a:ext>
                  </a:extLst>
                </a:gridCol>
                <a:gridCol w="261379">
                  <a:extLst>
                    <a:ext uri="{9D8B030D-6E8A-4147-A177-3AD203B41FA5}">
                      <a16:colId xmlns:a16="http://schemas.microsoft.com/office/drawing/2014/main" val="138437768"/>
                    </a:ext>
                  </a:extLst>
                </a:gridCol>
                <a:gridCol w="261379">
                  <a:extLst>
                    <a:ext uri="{9D8B030D-6E8A-4147-A177-3AD203B41FA5}">
                      <a16:colId xmlns:a16="http://schemas.microsoft.com/office/drawing/2014/main" val="1798566234"/>
                    </a:ext>
                  </a:extLst>
                </a:gridCol>
                <a:gridCol w="261379">
                  <a:extLst>
                    <a:ext uri="{9D8B030D-6E8A-4147-A177-3AD203B41FA5}">
                      <a16:colId xmlns:a16="http://schemas.microsoft.com/office/drawing/2014/main" val="3633124971"/>
                    </a:ext>
                  </a:extLst>
                </a:gridCol>
                <a:gridCol w="261379">
                  <a:extLst>
                    <a:ext uri="{9D8B030D-6E8A-4147-A177-3AD203B41FA5}">
                      <a16:colId xmlns:a16="http://schemas.microsoft.com/office/drawing/2014/main" val="2267300268"/>
                    </a:ext>
                  </a:extLst>
                </a:gridCol>
              </a:tblGrid>
              <a:tr h="360000">
                <a:tc>
                  <a:txBody>
                    <a:bodyPr/>
                    <a:lstStyle/>
                    <a:p>
                      <a:endParaRPr lang="en-US" sz="1200" b="0">
                        <a:solidFill>
                          <a:schemeClr val="tx2"/>
                        </a:solidFill>
                      </a:endParaRPr>
                    </a:p>
                  </a:txBody>
                  <a:tcPr>
                    <a:lnL w="12700" cmpd="sng">
                      <a:noFill/>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algn="ctr"/>
                      <a:r>
                        <a:rPr lang="en-US" sz="1200" b="0">
                          <a:solidFill>
                            <a:schemeClr val="tx2"/>
                          </a:solidFill>
                        </a:rPr>
                        <a:t>Uge 1</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en-US" sz="1200" b="0">
                          <a:solidFill>
                            <a:schemeClr val="tx2"/>
                          </a:solidFill>
                        </a:rPr>
                        <a:t>Uge 2</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en-US" sz="1200" b="0">
                          <a:solidFill>
                            <a:schemeClr val="tx2"/>
                          </a:solidFill>
                        </a:rPr>
                        <a:t>Uge 3</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en-US" sz="1200" b="0">
                          <a:solidFill>
                            <a:schemeClr val="tx2"/>
                          </a:solidFill>
                        </a:rPr>
                        <a:t>Uge 4</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en-US" sz="1200" b="0">
                          <a:solidFill>
                            <a:schemeClr val="tx2"/>
                          </a:solidFill>
                        </a:rPr>
                        <a:t>Uge 5</a:t>
                      </a:r>
                    </a:p>
                  </a:txBody>
                  <a:tcPr>
                    <a:lnL w="6350" cap="flat" cmpd="sng" algn="ctr">
                      <a:solidFill>
                        <a:schemeClr val="accent6"/>
                      </a:solidFill>
                      <a:prstDash val="solid"/>
                      <a:round/>
                      <a:headEnd type="none" w="med" len="med"/>
                      <a:tailEnd type="none" w="med" len="med"/>
                    </a:lnL>
                    <a:lnR w="12700" cmpd="sng">
                      <a:noFill/>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36721186"/>
                  </a:ext>
                </a:extLst>
              </a:tr>
              <a:tr h="386263">
                <a:tc>
                  <a:txBody>
                    <a:bodyPr/>
                    <a:lstStyle/>
                    <a:p>
                      <a:r>
                        <a:rPr lang="en-US" sz="1200" b="0">
                          <a:solidFill>
                            <a:schemeClr val="tx2"/>
                          </a:solidFill>
                        </a:rPr>
                        <a:t>Lorem ipsum</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746210"/>
                  </a:ext>
                </a:extLst>
              </a:tr>
              <a:tr h="386263">
                <a:tc>
                  <a:txBody>
                    <a:bodyPr/>
                    <a:lstStyle/>
                    <a:p>
                      <a:r>
                        <a:rPr lang="en-US" sz="1200" b="0">
                          <a:solidFill>
                            <a:schemeClr val="tx2"/>
                          </a:solidFill>
                        </a:rPr>
                        <a:t>Sit amet con 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8485871"/>
                  </a:ext>
                </a:extLst>
              </a:tr>
              <a:tr h="386263">
                <a:tc>
                  <a:txBody>
                    <a:bodyPr/>
                    <a:lstStyle/>
                    <a:p>
                      <a:r>
                        <a:rPr lang="en-US" sz="1200" b="0">
                          <a:solidFill>
                            <a:schemeClr val="tx2"/>
                          </a:solidFill>
                        </a:rPr>
                        <a:t>Dolore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6891224"/>
                  </a:ext>
                </a:extLst>
              </a:tr>
              <a:tr h="386263">
                <a:tc>
                  <a:txBody>
                    <a:bodyPr/>
                    <a:lstStyle/>
                    <a:p>
                      <a:r>
                        <a:rPr lang="da-DK" sz="1200">
                          <a:solidFill>
                            <a:schemeClr val="tx2"/>
                          </a:solidFill>
                        </a:rPr>
                        <a:t>Quaspeles maximus </a:t>
                      </a:r>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6416741"/>
                  </a:ext>
                </a:extLst>
              </a:tr>
              <a:tr h="386263">
                <a:tc>
                  <a:txBody>
                    <a:bodyPr/>
                    <a:lstStyle/>
                    <a:p>
                      <a:r>
                        <a:rPr lang="en-US" sz="1200" b="0">
                          <a:solidFill>
                            <a:schemeClr val="tx2"/>
                          </a:solidFill>
                        </a:rPr>
                        <a:t>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315525"/>
                  </a:ext>
                </a:extLst>
              </a:tr>
              <a:tr h="386263">
                <a:tc>
                  <a:txBody>
                    <a:bodyPr/>
                    <a:lstStyle/>
                    <a:p>
                      <a:r>
                        <a:rPr lang="en-US" sz="1200" b="0">
                          <a:solidFill>
                            <a:schemeClr val="tx2"/>
                          </a:solidFill>
                        </a:rPr>
                        <a:t>Ipsom majore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4547324"/>
                  </a:ext>
                </a:extLst>
              </a:tr>
              <a:tr h="386263">
                <a:tc>
                  <a:txBody>
                    <a:bodyPr/>
                    <a:lstStyle/>
                    <a:p>
                      <a:r>
                        <a:rPr lang="en-US" sz="1200" b="0">
                          <a:solidFill>
                            <a:schemeClr val="tx2"/>
                          </a:solidFill>
                        </a:rPr>
                        <a:t>Espero anto</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en-US"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729958305"/>
                  </a:ext>
                </a:extLst>
              </a:tr>
            </a:tbl>
          </a:graphicData>
        </a:graphic>
      </p:graphicFrame>
    </p:spTree>
    <p:extLst>
      <p:ext uri="{BB962C8B-B14F-4D97-AF65-F5344CB8AC3E}">
        <p14:creationId xmlns:p14="http://schemas.microsoft.com/office/powerpoint/2010/main" val="173386960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25075F-D790-62C3-C917-01932A6CDDF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D585FA1-3F3E-D32E-5BB5-D3BF56088C7F}"/>
              </a:ext>
            </a:extLst>
          </p:cNvPr>
          <p:cNvSpPr>
            <a:spLocks noGrp="1"/>
          </p:cNvSpPr>
          <p:nvPr>
            <p:ph type="title"/>
          </p:nvPr>
        </p:nvSpPr>
        <p:spPr>
          <a:xfrm>
            <a:off x="288000" y="252000"/>
            <a:ext cx="5662414" cy="1811099"/>
          </a:xfrm>
        </p:spPr>
        <p:txBody>
          <a:bodyPr/>
          <a:lstStyle/>
          <a:p>
            <a:r>
              <a:rPr lang="en-US"/>
              <a:t>Lorem ipsum sit amet con incidunct</a:t>
            </a:r>
          </a:p>
        </p:txBody>
      </p:sp>
      <p:graphicFrame>
        <p:nvGraphicFramePr>
          <p:cNvPr id="9" name="Tabel 8">
            <a:extLst>
              <a:ext uri="{FF2B5EF4-FFF2-40B4-BE49-F238E27FC236}">
                <a16:creationId xmlns:a16="http://schemas.microsoft.com/office/drawing/2014/main" id="{2CA18514-039F-D2D8-4713-026A57D5AE21}"/>
              </a:ext>
            </a:extLst>
          </p:cNvPr>
          <p:cNvGraphicFramePr>
            <a:graphicFrameLocks noGrp="1"/>
          </p:cNvGraphicFramePr>
          <p:nvPr>
            <p:extLst>
              <p:ext uri="{D42A27DB-BD31-4B8C-83A1-F6EECF244321}">
                <p14:modId xmlns:p14="http://schemas.microsoft.com/office/powerpoint/2010/main" val="200273284"/>
              </p:ext>
            </p:extLst>
          </p:nvPr>
        </p:nvGraphicFramePr>
        <p:xfrm>
          <a:off x="287999" y="2354379"/>
          <a:ext cx="11649994" cy="3090104"/>
        </p:xfrm>
        <a:graphic>
          <a:graphicData uri="http://schemas.openxmlformats.org/drawingml/2006/table">
            <a:tbl>
              <a:tblPr firstRow="1" bandRow="1">
                <a:tableStyleId>{5C22544A-7EE6-4342-B048-85BDC9FD1C3A}</a:tableStyleId>
              </a:tblPr>
              <a:tblGrid>
                <a:gridCol w="2568010">
                  <a:extLst>
                    <a:ext uri="{9D8B030D-6E8A-4147-A177-3AD203B41FA5}">
                      <a16:colId xmlns:a16="http://schemas.microsoft.com/office/drawing/2014/main" val="739040183"/>
                    </a:ext>
                  </a:extLst>
                </a:gridCol>
                <a:gridCol w="756832">
                  <a:extLst>
                    <a:ext uri="{9D8B030D-6E8A-4147-A177-3AD203B41FA5}">
                      <a16:colId xmlns:a16="http://schemas.microsoft.com/office/drawing/2014/main" val="3746708319"/>
                    </a:ext>
                  </a:extLst>
                </a:gridCol>
                <a:gridCol w="756832">
                  <a:extLst>
                    <a:ext uri="{9D8B030D-6E8A-4147-A177-3AD203B41FA5}">
                      <a16:colId xmlns:a16="http://schemas.microsoft.com/office/drawing/2014/main" val="3819056520"/>
                    </a:ext>
                  </a:extLst>
                </a:gridCol>
                <a:gridCol w="756832">
                  <a:extLst>
                    <a:ext uri="{9D8B030D-6E8A-4147-A177-3AD203B41FA5}">
                      <a16:colId xmlns:a16="http://schemas.microsoft.com/office/drawing/2014/main" val="3143088114"/>
                    </a:ext>
                  </a:extLst>
                </a:gridCol>
                <a:gridCol w="756832">
                  <a:extLst>
                    <a:ext uri="{9D8B030D-6E8A-4147-A177-3AD203B41FA5}">
                      <a16:colId xmlns:a16="http://schemas.microsoft.com/office/drawing/2014/main" val="742213440"/>
                    </a:ext>
                  </a:extLst>
                </a:gridCol>
                <a:gridCol w="756832">
                  <a:extLst>
                    <a:ext uri="{9D8B030D-6E8A-4147-A177-3AD203B41FA5}">
                      <a16:colId xmlns:a16="http://schemas.microsoft.com/office/drawing/2014/main" val="1994384821"/>
                    </a:ext>
                  </a:extLst>
                </a:gridCol>
                <a:gridCol w="756832">
                  <a:extLst>
                    <a:ext uri="{9D8B030D-6E8A-4147-A177-3AD203B41FA5}">
                      <a16:colId xmlns:a16="http://schemas.microsoft.com/office/drawing/2014/main" val="1492362350"/>
                    </a:ext>
                  </a:extLst>
                </a:gridCol>
                <a:gridCol w="756832">
                  <a:extLst>
                    <a:ext uri="{9D8B030D-6E8A-4147-A177-3AD203B41FA5}">
                      <a16:colId xmlns:a16="http://schemas.microsoft.com/office/drawing/2014/main" val="2721998776"/>
                    </a:ext>
                  </a:extLst>
                </a:gridCol>
                <a:gridCol w="756832">
                  <a:extLst>
                    <a:ext uri="{9D8B030D-6E8A-4147-A177-3AD203B41FA5}">
                      <a16:colId xmlns:a16="http://schemas.microsoft.com/office/drawing/2014/main" val="2796974392"/>
                    </a:ext>
                  </a:extLst>
                </a:gridCol>
                <a:gridCol w="756832">
                  <a:extLst>
                    <a:ext uri="{9D8B030D-6E8A-4147-A177-3AD203B41FA5}">
                      <a16:colId xmlns:a16="http://schemas.microsoft.com/office/drawing/2014/main" val="3439729225"/>
                    </a:ext>
                  </a:extLst>
                </a:gridCol>
                <a:gridCol w="756832">
                  <a:extLst>
                    <a:ext uri="{9D8B030D-6E8A-4147-A177-3AD203B41FA5}">
                      <a16:colId xmlns:a16="http://schemas.microsoft.com/office/drawing/2014/main" val="3256722298"/>
                    </a:ext>
                  </a:extLst>
                </a:gridCol>
                <a:gridCol w="756832">
                  <a:extLst>
                    <a:ext uri="{9D8B030D-6E8A-4147-A177-3AD203B41FA5}">
                      <a16:colId xmlns:a16="http://schemas.microsoft.com/office/drawing/2014/main" val="3459350590"/>
                    </a:ext>
                  </a:extLst>
                </a:gridCol>
                <a:gridCol w="756832">
                  <a:extLst>
                    <a:ext uri="{9D8B030D-6E8A-4147-A177-3AD203B41FA5}">
                      <a16:colId xmlns:a16="http://schemas.microsoft.com/office/drawing/2014/main" val="86828"/>
                    </a:ext>
                  </a:extLst>
                </a:gridCol>
              </a:tblGrid>
              <a:tr h="386263">
                <a:tc>
                  <a:txBody>
                    <a:bodyPr/>
                    <a:lstStyle/>
                    <a:p>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Jan</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Feb</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Mar</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Apr</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Maj</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Jun</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Jul</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Aug</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Sep</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Okt</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Nov</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b="0">
                          <a:solidFill>
                            <a:schemeClr val="tx2"/>
                          </a:solidFill>
                        </a:rPr>
                        <a:t>Dec</a:t>
                      </a: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257436"/>
                  </a:ext>
                </a:extLst>
              </a:tr>
              <a:tr h="386263">
                <a:tc>
                  <a:txBody>
                    <a:bodyPr/>
                    <a:lstStyle/>
                    <a:p>
                      <a:r>
                        <a:rPr lang="en-US" sz="1200" b="0">
                          <a:solidFill>
                            <a:schemeClr val="tx2"/>
                          </a:solidFill>
                        </a:rPr>
                        <a:t>Lorem ipsum</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746210"/>
                  </a:ext>
                </a:extLst>
              </a:tr>
              <a:tr h="386263">
                <a:tc>
                  <a:txBody>
                    <a:bodyPr/>
                    <a:lstStyle/>
                    <a:p>
                      <a:r>
                        <a:rPr lang="en-US" sz="1200" b="0">
                          <a:solidFill>
                            <a:schemeClr val="tx2"/>
                          </a:solidFill>
                        </a:rPr>
                        <a:t>Sit amet con 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8485871"/>
                  </a:ext>
                </a:extLst>
              </a:tr>
              <a:tr h="386263">
                <a:tc>
                  <a:txBody>
                    <a:bodyPr/>
                    <a:lstStyle/>
                    <a:p>
                      <a:r>
                        <a:rPr lang="en-US" sz="1200" b="0">
                          <a:solidFill>
                            <a:schemeClr val="tx2"/>
                          </a:solidFill>
                        </a:rPr>
                        <a:t>Dolore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6891224"/>
                  </a:ext>
                </a:extLst>
              </a:tr>
              <a:tr h="386263">
                <a:tc>
                  <a:txBody>
                    <a:bodyPr/>
                    <a:lstStyle/>
                    <a:p>
                      <a:r>
                        <a:rPr lang="da-DK" sz="1200">
                          <a:solidFill>
                            <a:schemeClr val="tx2"/>
                          </a:solidFill>
                        </a:rPr>
                        <a:t>Quaspeles maximus </a:t>
                      </a:r>
                      <a:endParaRPr lang="en-US"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6416741"/>
                  </a:ext>
                </a:extLst>
              </a:tr>
              <a:tr h="386263">
                <a:tc>
                  <a:txBody>
                    <a:bodyPr/>
                    <a:lstStyle/>
                    <a:p>
                      <a:r>
                        <a:rPr lang="en-US" sz="1200" b="0">
                          <a:solidFill>
                            <a:schemeClr val="tx2"/>
                          </a:solidFill>
                        </a:rPr>
                        <a:t>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315525"/>
                  </a:ext>
                </a:extLst>
              </a:tr>
              <a:tr h="386263">
                <a:tc>
                  <a:txBody>
                    <a:bodyPr/>
                    <a:lstStyle/>
                    <a:p>
                      <a:r>
                        <a:rPr lang="en-US" sz="1200" b="0">
                          <a:solidFill>
                            <a:schemeClr val="tx2"/>
                          </a:solidFill>
                        </a:rPr>
                        <a:t>Ipsom majore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4547324"/>
                  </a:ext>
                </a:extLst>
              </a:tr>
              <a:tr h="386263">
                <a:tc>
                  <a:txBody>
                    <a:bodyPr/>
                    <a:lstStyle/>
                    <a:p>
                      <a:r>
                        <a:rPr lang="en-US" sz="1200" b="0">
                          <a:solidFill>
                            <a:schemeClr val="tx2"/>
                          </a:solidFill>
                        </a:rPr>
                        <a:t>Espero anto</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en-US"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729958305"/>
                  </a:ext>
                </a:extLst>
              </a:tr>
            </a:tbl>
          </a:graphicData>
        </a:graphic>
      </p:graphicFrame>
    </p:spTree>
    <p:extLst>
      <p:ext uri="{BB962C8B-B14F-4D97-AF65-F5344CB8AC3E}">
        <p14:creationId xmlns:p14="http://schemas.microsoft.com/office/powerpoint/2010/main" val="399352513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4550-E838-44C1-E8FF-5F71B22FC9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739EA0-1DA6-3B7E-D4F7-33BE36C3D040}"/>
              </a:ext>
            </a:extLst>
          </p:cNvPr>
          <p:cNvSpPr>
            <a:spLocks noGrp="1"/>
          </p:cNvSpPr>
          <p:nvPr>
            <p:ph type="title"/>
          </p:nvPr>
        </p:nvSpPr>
        <p:spPr>
          <a:xfrm>
            <a:off x="288000" y="252000"/>
            <a:ext cx="5662414" cy="1811099"/>
          </a:xfrm>
        </p:spPr>
        <p:txBody>
          <a:bodyPr/>
          <a:lstStyle/>
          <a:p>
            <a:r>
              <a:rPr lang="en-US"/>
              <a:t>Budget</a:t>
            </a:r>
            <a:br>
              <a:rPr lang="en-US"/>
            </a:br>
            <a:r>
              <a:rPr lang="en-US" sz="1600"/>
              <a:t>I DKK</a:t>
            </a:r>
          </a:p>
        </p:txBody>
      </p:sp>
      <p:graphicFrame>
        <p:nvGraphicFramePr>
          <p:cNvPr id="12" name="Pladsholder til indhold 6">
            <a:extLst>
              <a:ext uri="{FF2B5EF4-FFF2-40B4-BE49-F238E27FC236}">
                <a16:creationId xmlns:a16="http://schemas.microsoft.com/office/drawing/2014/main" id="{D7ACCFA9-65C5-77BC-C44B-FA9DACCC5476}"/>
              </a:ext>
            </a:extLst>
          </p:cNvPr>
          <p:cNvGraphicFramePr>
            <a:graphicFrameLocks/>
          </p:cNvGraphicFramePr>
          <p:nvPr>
            <p:extLst>
              <p:ext uri="{D42A27DB-BD31-4B8C-83A1-F6EECF244321}">
                <p14:modId xmlns:p14="http://schemas.microsoft.com/office/powerpoint/2010/main" val="3754471989"/>
              </p:ext>
            </p:extLst>
          </p:nvPr>
        </p:nvGraphicFramePr>
        <p:xfrm>
          <a:off x="288000" y="1592525"/>
          <a:ext cx="5939612" cy="4275864"/>
        </p:xfrm>
        <a:graphic>
          <a:graphicData uri="http://schemas.openxmlformats.org/drawingml/2006/table">
            <a:tbl>
              <a:tblPr firstRow="1" bandRow="1">
                <a:effectLst/>
                <a:tableStyleId>{5C22544A-7EE6-4342-B048-85BDC9FD1C3A}</a:tableStyleId>
              </a:tblPr>
              <a:tblGrid>
                <a:gridCol w="5040102">
                  <a:extLst>
                    <a:ext uri="{9D8B030D-6E8A-4147-A177-3AD203B41FA5}">
                      <a16:colId xmlns:a16="http://schemas.microsoft.com/office/drawing/2014/main" val="20000"/>
                    </a:ext>
                  </a:extLst>
                </a:gridCol>
                <a:gridCol w="899510">
                  <a:extLst>
                    <a:ext uri="{9D8B030D-6E8A-4147-A177-3AD203B41FA5}">
                      <a16:colId xmlns:a16="http://schemas.microsoft.com/office/drawing/2014/main" val="20001"/>
                    </a:ext>
                  </a:extLst>
                </a:gridCol>
              </a:tblGrid>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Kreativt </a:t>
                      </a:r>
                      <a:r>
                        <a:rPr kumimoji="0" lang="da-DK" sz="1600" b="0" i="0" u="none" strike="noStrike" kern="1200" cap="none" spc="0" normalizeH="0" baseline="0" noProof="0" dirty="0" err="1">
                          <a:ln>
                            <a:noFill/>
                          </a:ln>
                          <a:solidFill>
                            <a:schemeClr val="tx2"/>
                          </a:solidFill>
                          <a:effectLst/>
                          <a:uLnTx/>
                          <a:uFillTx/>
                          <a:latin typeface="+mn-lt"/>
                          <a:ea typeface="Arial" charset="0"/>
                          <a:cs typeface="Arial" charset="0"/>
                        </a:rPr>
                        <a:t>koncet</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160.000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0"/>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Materialebank</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90.000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1"/>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Website</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100.000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2"/>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Mediestrategi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endParaRPr lang="da-DK" sz="12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30.000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3"/>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Distribution og netværksindsats</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35.000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4"/>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Projektledelse og planlægning</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algn="r">
                        <a:spcAft>
                          <a:spcPts val="0"/>
                        </a:spcAft>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80.000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5"/>
                  </a:ext>
                </a:extLst>
              </a:tr>
              <a:tr h="243864">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endParaRPr lang="da-DK" sz="12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algn="l" defTabSz="1275934" rtl="0" eaLnBrk="1" latinLnBrk="0" hangingPunct="1">
                        <a:spcAft>
                          <a:spcPts val="0"/>
                        </a:spcAft>
                      </a:pPr>
                      <a:endParaRPr lang="da-DK" sz="16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6"/>
                  </a:ext>
                </a:extLst>
              </a:tr>
              <a:tr h="576000">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r>
                        <a:rPr kumimoji="0" lang="da-DK" sz="2000" b="0" i="0" u="none" strike="noStrike" kern="1200" cap="none" spc="0" normalizeH="0" baseline="0" noProof="0">
                          <a:ln>
                            <a:noFill/>
                          </a:ln>
                          <a:solidFill>
                            <a:schemeClr val="tx2"/>
                          </a:solidFill>
                          <a:effectLst/>
                          <a:uLnTx/>
                          <a:uFillTx/>
                          <a:latin typeface="+mn-lt"/>
                          <a:ea typeface="Arial" charset="0"/>
                          <a:cs typeface="Arial" charset="0"/>
                        </a:rPr>
                        <a:t>I alt ekskl. moms</a:t>
                      </a:r>
                      <a:endParaRPr lang="da-DK" sz="2000" b="0">
                        <a:solidFill>
                          <a:schemeClr val="tx2"/>
                        </a:solidFill>
                        <a:latin typeface="+mn-lt"/>
                        <a:ea typeface="Arial" charset="0"/>
                        <a:cs typeface="Arial" charset="0"/>
                      </a:endParaRPr>
                    </a:p>
                  </a:txBody>
                  <a:tcPr marL="0" marR="0" marT="72000" marB="72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chemeClr val="tx2"/>
                          </a:solidFill>
                          <a:effectLst/>
                          <a:uLnTx/>
                          <a:uFillTx/>
                          <a:latin typeface="+mn-lt"/>
                          <a:ea typeface="Arial" charset="0"/>
                          <a:cs typeface="Arial" charset="0"/>
                        </a:rPr>
                        <a:t>495.000</a:t>
                      </a:r>
                      <a:endParaRPr lang="da-DK" sz="2000" b="0" dirty="0">
                        <a:solidFill>
                          <a:schemeClr val="tx2"/>
                        </a:solidFill>
                        <a:latin typeface="+mn-lt"/>
                        <a:ea typeface="Arial" charset="0"/>
                        <a:cs typeface="Arial" charset="0"/>
                      </a:endParaRPr>
                    </a:p>
                  </a:txBody>
                  <a:tcPr marL="0" marR="0" marT="72000" marB="72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412965615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8CBDA-842A-20E2-AA85-2FBB08482BD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85D655E-4D08-30C7-F647-9F7BDBE3C105}"/>
              </a:ext>
            </a:extLst>
          </p:cNvPr>
          <p:cNvSpPr>
            <a:spLocks noGrp="1"/>
          </p:cNvSpPr>
          <p:nvPr>
            <p:ph type="title"/>
          </p:nvPr>
        </p:nvSpPr>
        <p:spPr>
          <a:xfrm>
            <a:off x="288000" y="252000"/>
            <a:ext cx="5662414" cy="1811099"/>
          </a:xfrm>
        </p:spPr>
        <p:txBody>
          <a:bodyPr/>
          <a:lstStyle/>
          <a:p>
            <a:r>
              <a:rPr lang="en-US"/>
              <a:t>Budget</a:t>
            </a:r>
            <a:br>
              <a:rPr lang="en-US"/>
            </a:br>
            <a:r>
              <a:rPr lang="en-US" sz="1600"/>
              <a:t>I DKK</a:t>
            </a:r>
          </a:p>
        </p:txBody>
      </p:sp>
      <p:graphicFrame>
        <p:nvGraphicFramePr>
          <p:cNvPr id="6" name="Pladsholder til indhold 6">
            <a:extLst>
              <a:ext uri="{FF2B5EF4-FFF2-40B4-BE49-F238E27FC236}">
                <a16:creationId xmlns:a16="http://schemas.microsoft.com/office/drawing/2014/main" id="{4DEAC63C-3A13-C288-EDE2-DA31A3E7C8C8}"/>
              </a:ext>
            </a:extLst>
          </p:cNvPr>
          <p:cNvGraphicFramePr>
            <a:graphicFrameLocks/>
          </p:cNvGraphicFramePr>
          <p:nvPr>
            <p:extLst>
              <p:ext uri="{D42A27DB-BD31-4B8C-83A1-F6EECF244321}">
                <p14:modId xmlns:p14="http://schemas.microsoft.com/office/powerpoint/2010/main" val="2505203326"/>
              </p:ext>
            </p:extLst>
          </p:nvPr>
        </p:nvGraphicFramePr>
        <p:xfrm>
          <a:off x="288000" y="1311971"/>
          <a:ext cx="9259740" cy="4788001"/>
        </p:xfrm>
        <a:graphic>
          <a:graphicData uri="http://schemas.openxmlformats.org/drawingml/2006/table">
            <a:tbl>
              <a:tblPr firstRow="1" bandRow="1">
                <a:effectLst/>
                <a:tableStyleId>{5C22544A-7EE6-4342-B048-85BDC9FD1C3A}</a:tableStyleId>
              </a:tblPr>
              <a:tblGrid>
                <a:gridCol w="7857421">
                  <a:extLst>
                    <a:ext uri="{9D8B030D-6E8A-4147-A177-3AD203B41FA5}">
                      <a16:colId xmlns:a16="http://schemas.microsoft.com/office/drawing/2014/main" val="20000"/>
                    </a:ext>
                  </a:extLst>
                </a:gridCol>
                <a:gridCol w="1402319">
                  <a:extLst>
                    <a:ext uri="{9D8B030D-6E8A-4147-A177-3AD203B41FA5}">
                      <a16:colId xmlns:a16="http://schemas.microsoft.com/office/drawing/2014/main" val="20001"/>
                    </a:ext>
                  </a:extLst>
                </a:gridCol>
              </a:tblGrid>
              <a:tr h="570777">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Kreativt </a:t>
                      </a:r>
                      <a:r>
                        <a:rPr kumimoji="0" lang="da-DK" sz="1600" b="0" i="0" u="none" strike="noStrike" kern="1200" cap="none" spc="0" normalizeH="0" baseline="0" noProof="0" dirty="0" err="1">
                          <a:ln>
                            <a:noFill/>
                          </a:ln>
                          <a:solidFill>
                            <a:schemeClr val="tx2"/>
                          </a:solidFill>
                          <a:effectLst/>
                          <a:uLnTx/>
                          <a:uFillTx/>
                          <a:latin typeface="+mn-lt"/>
                          <a:ea typeface="Arial" charset="0"/>
                          <a:cs typeface="Arial" charset="0"/>
                        </a:rPr>
                        <a:t>koncet</a:t>
                      </a:r>
                    </a:p>
                    <a:p>
                      <a:pPr marL="0" marR="0" lvl="0" indent="0" algn="l" defTabSz="957190" rtl="0" eaLnBrk="1" fontAlgn="auto" latinLnBrk="0" hangingPunct="1">
                        <a:lnSpc>
                          <a:spcPct val="100000"/>
                        </a:lnSpc>
                        <a:spcBef>
                          <a:spcPts val="0"/>
                        </a:spcBef>
                        <a:spcAft>
                          <a:spcPts val="0"/>
                        </a:spcAft>
                        <a:buClrTx/>
                        <a:buSzTx/>
                        <a:buFontTx/>
                        <a:buNone/>
                        <a:tabLst>
                          <a:tab pos="6088063" algn="r"/>
                        </a:tabLst>
                        <a:defRPr/>
                      </a:pP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Strategisk</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platform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og</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kreativt</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koncept</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inkl</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grafisk</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identitet</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navn</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og</a:t>
                      </a:r>
                      <a:r>
                        <a:rPr kumimoji="0" lang="en-US"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en-US" sz="1200" b="0" i="0" u="none" strike="noStrike" kern="1200" cap="none" spc="0" normalizeH="0" baseline="0" noProof="0" dirty="0" err="1">
                          <a:ln>
                            <a:noFill/>
                          </a:ln>
                          <a:solidFill>
                            <a:schemeClr val="tx2"/>
                          </a:solidFill>
                          <a:effectLst/>
                          <a:uLnTx/>
                          <a:uFillTx/>
                          <a:latin typeface="+mn-lt"/>
                          <a:ea typeface="Arial" charset="0"/>
                          <a:cs typeface="Arial" charset="0"/>
                        </a:rPr>
                        <a:t>kernebudskaber</a:t>
                      </a:r>
                      <a:endParaRPr kumimoji="0" lang="en-US" sz="1200" b="0" i="0" u="none" strike="noStrike" kern="1200" cap="none" spc="0" normalizeH="0" baseline="0" noProof="0" dirty="0">
                        <a:ln>
                          <a:noFill/>
                        </a:ln>
                        <a:solidFill>
                          <a:schemeClr val="tx2"/>
                        </a:solidFill>
                        <a:effectLst/>
                        <a:uLnTx/>
                        <a:uFillTx/>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160.000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0"/>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Materialebank</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Udvikling, design af spørgsmål, tekster til spilvejledning og opbygning af materialebank </a:t>
                      </a:r>
                      <a:br>
                        <a:rPr kumimoji="0" lang="da-DK" sz="1200" b="0" i="0" u="none" strike="noStrike" kern="1200" cap="none" spc="0" normalizeH="0" baseline="0" noProof="0">
                          <a:ln>
                            <a:noFill/>
                          </a:ln>
                          <a:solidFill>
                            <a:schemeClr val="tx2"/>
                          </a:solidFill>
                          <a:effectLst/>
                          <a:uLnTx/>
                          <a:uFillTx/>
                          <a:latin typeface="+mn-lt"/>
                          <a:ea typeface="Arial" charset="0"/>
                          <a:cs typeface="Arial" charset="0"/>
                        </a:rPr>
                      </a:b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herunder indsamling af links, filmklip, baggrundsartikler, interviews etc. Produktion af film inkl. post-produktion</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90.000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1"/>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Website</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Design af indhold, wireframes, tekster og grafik til webplatform</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Udvikling, kodning og implementering af website kodet i UMBRACO og implementeret på GO BASIC-platform</a:t>
                      </a:r>
                      <a:endParaRPr lang="da-DK" sz="1200" dirty="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100.000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2"/>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Mediestrategi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Strategisk og markedsførende PR – udvikling, planlægning og eksekvering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Annoncebudget inkl. produktion af banner til fx Facebook og relevante netværksmedier</a:t>
                      </a:r>
                      <a:endParaRPr lang="da-DK" sz="12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30.000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3"/>
                  </a:ext>
                </a:extLst>
              </a:tr>
              <a:tr h="570777">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Distribution og netværksindsats</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Identificering af kanaler og platforme, samt detaljeret plan og årshjul med indsatser</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35.000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4"/>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Projektledelse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Generel projektledelse. Løbende kontakt inkl. deltagelse i møder samt udarbejdelse af </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statusdokumenter og præsentationer (4-5 t pr. uge frem til 31/6-2015)</a:t>
                      </a:r>
                      <a:endParaRPr kumimoji="0" lang="da-DK" sz="1200" b="1" i="0" u="none" strike="noStrike" kern="1200" cap="none" spc="0" normalizeH="0" baseline="0" noProof="0">
                        <a:ln>
                          <a:noFill/>
                        </a:ln>
                        <a:solidFill>
                          <a:schemeClr val="tx2"/>
                        </a:solidFill>
                        <a:effectLst/>
                        <a:uLnTx/>
                        <a:uFillTx/>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algn="r">
                        <a:spcAft>
                          <a:spcPts val="0"/>
                        </a:spcAft>
                      </a:pPr>
                      <a:r>
                        <a:rPr kumimoji="0" lang="en-US" sz="1600" b="0" i="0" u="none" strike="noStrike" kern="1200" cap="none" spc="0" normalizeH="0" baseline="0" noProof="0">
                          <a:ln>
                            <a:noFill/>
                          </a:ln>
                          <a:solidFill>
                            <a:schemeClr val="tx2"/>
                          </a:solidFill>
                          <a:effectLst/>
                          <a:uLnTx/>
                          <a:uFillTx/>
                          <a:latin typeface="+mn-lt"/>
                          <a:ea typeface="Arial" charset="0"/>
                          <a:cs typeface="Arial" charset="0"/>
                        </a:rPr>
                        <a:t>80.000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5"/>
                  </a:ext>
                </a:extLst>
              </a:tr>
              <a:tr h="243864">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endParaRPr lang="da-DK" sz="12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algn="l" defTabSz="1275934" rtl="0" eaLnBrk="1" latinLnBrk="0" hangingPunct="1">
                        <a:spcAft>
                          <a:spcPts val="0"/>
                        </a:spcAft>
                      </a:pPr>
                      <a:endParaRPr lang="da-DK" sz="16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6"/>
                  </a:ext>
                </a:extLst>
              </a:tr>
              <a:tr h="387879">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I alt ekskl. moms</a:t>
                      </a:r>
                      <a:endParaRPr lang="da-DK" sz="1600" b="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chemeClr val="tx2"/>
                          </a:solidFill>
                          <a:effectLst/>
                          <a:uLnTx/>
                          <a:uFillTx/>
                          <a:latin typeface="+mn-lt"/>
                          <a:ea typeface="Arial" charset="0"/>
                          <a:cs typeface="Arial" charset="0"/>
                        </a:rPr>
                        <a:t>495.000</a:t>
                      </a:r>
                      <a:endParaRPr lang="da-DK" sz="1600" b="0" dirty="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29639263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E092F-5B1F-AAE5-C5F1-D0738D759F2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9F76E35-2039-A08F-9C63-31D5D72F8555}"/>
              </a:ext>
            </a:extLst>
          </p:cNvPr>
          <p:cNvSpPr>
            <a:spLocks noGrp="1"/>
          </p:cNvSpPr>
          <p:nvPr>
            <p:ph type="title"/>
          </p:nvPr>
        </p:nvSpPr>
        <p:spPr>
          <a:xfrm>
            <a:off x="288000" y="252000"/>
            <a:ext cx="5626800" cy="1811099"/>
          </a:xfrm>
        </p:spPr>
        <p:txBody>
          <a:bodyPr/>
          <a:lstStyle/>
          <a:p>
            <a:r>
              <a:rPr lang="en-US"/>
              <a:t>Lorem ipsum sit amet con incidunct</a:t>
            </a:r>
          </a:p>
        </p:txBody>
      </p:sp>
      <p:sp>
        <p:nvSpPr>
          <p:cNvPr id="3" name="Pladsholder til indhold 2">
            <a:extLst>
              <a:ext uri="{FF2B5EF4-FFF2-40B4-BE49-F238E27FC236}">
                <a16:creationId xmlns:a16="http://schemas.microsoft.com/office/drawing/2014/main" id="{9210AF9F-D6B1-EC09-DD64-51665B50A5CC}"/>
              </a:ext>
            </a:extLst>
          </p:cNvPr>
          <p:cNvSpPr>
            <a:spLocks noGrp="1"/>
          </p:cNvSpPr>
          <p:nvPr>
            <p:ph idx="14"/>
          </p:nvPr>
        </p:nvSpPr>
        <p:spPr>
          <a:xfrm>
            <a:off x="324000" y="2289600"/>
            <a:ext cx="5626800" cy="3695707"/>
          </a:xfrm>
        </p:spPr>
        <p:txBody>
          <a:bodyPr/>
          <a:lstStyle/>
          <a:p>
            <a:r>
              <a:rPr lang="da-DK"/>
              <a:t>Lorem ipsum dolor sit amet, consectetur adipiscing elit. Ut dapibus, turpis ac ullamcorper rhoncus, nibh purus facilisis est, sit amet molestie tortor.</a:t>
            </a:r>
          </a:p>
          <a:p>
            <a:endParaRPr lang="da-DK"/>
          </a:p>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a:t>
            </a:r>
            <a:br>
              <a:rPr lang="da-DK"/>
            </a:br>
            <a:endParaRPr lang="da-DK"/>
          </a:p>
          <a:p>
            <a:r>
              <a:rPr lang="da-DK"/>
              <a:t>Volupti ostotat aturias doluptatem ipsae. Ignamus nonsed explaut dolupta ecusand ionsendam quunt fugiantis reptatum verum atem .</a:t>
            </a:r>
          </a:p>
          <a:p>
            <a:endParaRPr lang="da-DK"/>
          </a:p>
        </p:txBody>
      </p:sp>
      <p:sp>
        <p:nvSpPr>
          <p:cNvPr id="4" name="Pladsholder til indhold 3">
            <a:extLst>
              <a:ext uri="{FF2B5EF4-FFF2-40B4-BE49-F238E27FC236}">
                <a16:creationId xmlns:a16="http://schemas.microsoft.com/office/drawing/2014/main" id="{8CD33760-2F0F-49E0-47CF-110273BA0436}"/>
              </a:ext>
            </a:extLst>
          </p:cNvPr>
          <p:cNvSpPr>
            <a:spLocks noGrp="1"/>
          </p:cNvSpPr>
          <p:nvPr>
            <p:ph idx="15"/>
          </p:nvPr>
        </p:nvSpPr>
        <p:spPr>
          <a:xfrm>
            <a:off x="6165850" y="2289600"/>
            <a:ext cx="5734976" cy="3695707"/>
          </a:xfrm>
        </p:spPr>
        <p:txBody>
          <a:bodyPr/>
          <a:lstStyle/>
          <a:p>
            <a:r>
              <a:rPr lang="da-DK"/>
              <a:t>Iti aut quisquis dolupta porporumet odis quatem vid ut ut a pellist, suntias perferum estium voluptate vitam haritia volupti ostotat aturias doluptatem ipsae. Ignamus nonsed explaut dolupta ecusand ionsendam quunt fugiantis reptatum verum atem qui nest maiorro blandit moluptatur, consecatis sunt qui Harumqui cullacera nim in plaut. Minverestin cus aut anisimus</a:t>
            </a:r>
          </a:p>
          <a:p>
            <a:endParaRPr lang="da-DK"/>
          </a:p>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a:p>
            <a:endParaRPr lang="da-DK"/>
          </a:p>
          <a:p>
            <a:r>
              <a:rPr lang="da-DK"/>
              <a:t>Omnis sus aut aut laborios dolor aut modi to veles rerum accabor simint acium acculpario mod magnatur adis et, sequam que ducienis sitibus alictur audam autem nimporiatum quam.</a:t>
            </a:r>
          </a:p>
        </p:txBody>
      </p:sp>
    </p:spTree>
    <p:extLst>
      <p:ext uri="{BB962C8B-B14F-4D97-AF65-F5344CB8AC3E}">
        <p14:creationId xmlns:p14="http://schemas.microsoft.com/office/powerpoint/2010/main" val="358142531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2363D4-D7DF-ED2F-7429-E0F19E277376}"/>
              </a:ext>
            </a:extLst>
          </p:cNvPr>
          <p:cNvSpPr>
            <a:spLocks noGrp="1"/>
          </p:cNvSpPr>
          <p:nvPr>
            <p:ph type="title"/>
          </p:nvPr>
        </p:nvSpPr>
        <p:spPr>
          <a:xfrm>
            <a:off x="288000" y="252000"/>
            <a:ext cx="5662026" cy="1811099"/>
          </a:xfrm>
        </p:spPr>
        <p:txBody>
          <a:bodyPr/>
          <a:lstStyle/>
          <a:p>
            <a:r>
              <a:rPr lang="en-US"/>
              <a:t>Lorem ipsum sit amet con incidunct</a:t>
            </a:r>
          </a:p>
        </p:txBody>
      </p:sp>
      <p:sp>
        <p:nvSpPr>
          <p:cNvPr id="3" name="Pladsholder til indhold 2">
            <a:extLst>
              <a:ext uri="{FF2B5EF4-FFF2-40B4-BE49-F238E27FC236}">
                <a16:creationId xmlns:a16="http://schemas.microsoft.com/office/drawing/2014/main" id="{10F9B9BF-9964-B77F-D9B7-09E79D4B32B7}"/>
              </a:ext>
            </a:extLst>
          </p:cNvPr>
          <p:cNvSpPr>
            <a:spLocks noGrp="1"/>
          </p:cNvSpPr>
          <p:nvPr>
            <p:ph idx="1"/>
          </p:nvPr>
        </p:nvSpPr>
        <p:spPr>
          <a:xfrm>
            <a:off x="288000" y="2186602"/>
            <a:ext cx="5662026" cy="4081221"/>
          </a:xfrm>
        </p:spPr>
        <p:txBody>
          <a:bodyPr/>
          <a:lstStyle/>
          <a:p>
            <a:pPr lvl="1"/>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87C71652-EE74-EF36-830B-78EB8522720F}"/>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476" r="18476"/>
          <a:stretch/>
        </p:blipFill>
        <p:spPr>
          <a:xfrm>
            <a:off x="6145882" y="251999"/>
            <a:ext cx="5790943" cy="6120000"/>
          </a:xfrm>
        </p:spPr>
      </p:pic>
    </p:spTree>
    <p:extLst>
      <p:ext uri="{BB962C8B-B14F-4D97-AF65-F5344CB8AC3E}">
        <p14:creationId xmlns:p14="http://schemas.microsoft.com/office/powerpoint/2010/main" val="577129769"/>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CE837-787C-37B6-51B2-D2283EC1CC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24726BC-9F58-3B5D-D630-F8E88E381DEB}"/>
              </a:ext>
            </a:extLst>
          </p:cNvPr>
          <p:cNvSpPr>
            <a:spLocks noGrp="1"/>
          </p:cNvSpPr>
          <p:nvPr>
            <p:ph type="title"/>
          </p:nvPr>
        </p:nvSpPr>
        <p:spPr>
          <a:xfrm>
            <a:off x="6166800" y="252000"/>
            <a:ext cx="5662026" cy="1811099"/>
          </a:xfrm>
        </p:spPr>
        <p:txBody>
          <a:bodyPr/>
          <a:lstStyle/>
          <a:p>
            <a:r>
              <a:rPr lang="en-US"/>
              <a:t>Lorem ipsum sit amet con incidunct</a:t>
            </a:r>
          </a:p>
        </p:txBody>
      </p:sp>
      <p:sp>
        <p:nvSpPr>
          <p:cNvPr id="10" name="Pladsholder til sidefod 9">
            <a:extLst>
              <a:ext uri="{FF2B5EF4-FFF2-40B4-BE49-F238E27FC236}">
                <a16:creationId xmlns:a16="http://schemas.microsoft.com/office/drawing/2014/main" id="{1C0DEAC9-5AC7-5E1B-9678-3AF10EFCDBC6}"/>
              </a:ext>
            </a:extLst>
          </p:cNvPr>
          <p:cNvSpPr>
            <a:spLocks noGrp="1"/>
          </p:cNvSpPr>
          <p:nvPr>
            <p:ph type="ftr" sz="quarter" idx="10"/>
          </p:nvPr>
        </p:nvSpPr>
        <p:spPr>
          <a:xfrm>
            <a:off x="6145882" y="6508644"/>
            <a:ext cx="4235740" cy="129454"/>
          </a:xfrm>
        </p:spPr>
        <p:txBody>
          <a:bodyPr/>
          <a:lstStyle/>
          <a:p>
            <a:r>
              <a:rPr lang="da-DK"/>
              <a:t>PowerPoint template</a:t>
            </a:r>
          </a:p>
        </p:txBody>
      </p:sp>
      <p:sp>
        <p:nvSpPr>
          <p:cNvPr id="3" name="Pladsholder til indhold 2">
            <a:extLst>
              <a:ext uri="{FF2B5EF4-FFF2-40B4-BE49-F238E27FC236}">
                <a16:creationId xmlns:a16="http://schemas.microsoft.com/office/drawing/2014/main" id="{2255DAB4-3BD7-364B-A424-C38A1FEF5D62}"/>
              </a:ext>
            </a:extLst>
          </p:cNvPr>
          <p:cNvSpPr>
            <a:spLocks noGrp="1"/>
          </p:cNvSpPr>
          <p:nvPr>
            <p:ph idx="1"/>
          </p:nvPr>
        </p:nvSpPr>
        <p:spPr>
          <a:xfrm>
            <a:off x="6166800" y="2186602"/>
            <a:ext cx="5662026" cy="4081221"/>
          </a:xfrm>
        </p:spPr>
        <p:txBody>
          <a:bodyPr/>
          <a:lstStyle/>
          <a:p>
            <a:pPr lvl="1"/>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2672389B-53E1-46B0-C40B-435717031EC0}"/>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848" r="18848"/>
          <a:stretch/>
        </p:blipFill>
        <p:spPr>
          <a:xfrm>
            <a:off x="252001" y="251999"/>
            <a:ext cx="5724000" cy="6120000"/>
          </a:xfrm>
        </p:spPr>
      </p:pic>
    </p:spTree>
    <p:extLst>
      <p:ext uri="{BB962C8B-B14F-4D97-AF65-F5344CB8AC3E}">
        <p14:creationId xmlns:p14="http://schemas.microsoft.com/office/powerpoint/2010/main" val="425644527"/>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D2F8235-31F6-CCE7-8B95-4A25AD9ABAAA}"/>
              </a:ext>
            </a:extLst>
          </p:cNvPr>
          <p:cNvSpPr>
            <a:spLocks noGrp="1"/>
          </p:cNvSpPr>
          <p:nvPr>
            <p:ph type="title"/>
          </p:nvPr>
        </p:nvSpPr>
        <p:spPr>
          <a:xfrm>
            <a:off x="288000" y="252000"/>
            <a:ext cx="5662026" cy="1244943"/>
          </a:xfrm>
        </p:spPr>
        <p:txBody>
          <a:bodyPr/>
          <a:lstStyle/>
          <a:p>
            <a:r>
              <a:rPr lang="en-US"/>
              <a:t>Lorem ipsum </a:t>
            </a:r>
            <a:br>
              <a:rPr lang="en-US"/>
            </a:br>
            <a:r>
              <a:rPr lang="en-US"/>
              <a:t>sit amet</a:t>
            </a:r>
          </a:p>
        </p:txBody>
      </p:sp>
      <p:sp>
        <p:nvSpPr>
          <p:cNvPr id="5" name="Pladsholder til indhold 4">
            <a:extLst>
              <a:ext uri="{FF2B5EF4-FFF2-40B4-BE49-F238E27FC236}">
                <a16:creationId xmlns:a16="http://schemas.microsoft.com/office/drawing/2014/main" id="{C10357E1-5030-AA7E-6CEA-A38EB23C7CE5}"/>
              </a:ext>
            </a:extLst>
          </p:cNvPr>
          <p:cNvSpPr>
            <a:spLocks noGrp="1"/>
          </p:cNvSpPr>
          <p:nvPr>
            <p:ph idx="1"/>
          </p:nvPr>
        </p:nvSpPr>
        <p:spPr>
          <a:xfrm>
            <a:off x="324000" y="1618736"/>
            <a:ext cx="5626026" cy="464908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pPr lvl="1"/>
            <a:r>
              <a:rPr lang="da-DK"/>
              <a:t>Lorem ipsum dolor sit amet</a:t>
            </a:r>
          </a:p>
          <a:p>
            <a:pPr lvl="1"/>
            <a:r>
              <a:rPr lang="da-DK"/>
              <a:t>Donec non sem luctus</a:t>
            </a:r>
          </a:p>
          <a:p>
            <a:pPr lvl="1"/>
            <a:r>
              <a:rPr lang="da-DK"/>
              <a:t>Mauris pharetra lorem at justo</a:t>
            </a:r>
            <a:br>
              <a:rPr lang="da-DK"/>
            </a:br>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a:p>
            <a:endParaRPr lang="en-US"/>
          </a:p>
        </p:txBody>
      </p:sp>
      <p:graphicFrame>
        <p:nvGraphicFramePr>
          <p:cNvPr id="6" name="Diagram 5">
            <a:extLst>
              <a:ext uri="{FF2B5EF4-FFF2-40B4-BE49-F238E27FC236}">
                <a16:creationId xmlns:a16="http://schemas.microsoft.com/office/drawing/2014/main" id="{999169E8-B36E-1230-6B8F-86CAAC306D5E}"/>
              </a:ext>
            </a:extLst>
          </p:cNvPr>
          <p:cNvGraphicFramePr/>
          <p:nvPr>
            <p:extLst>
              <p:ext uri="{D42A27DB-BD31-4B8C-83A1-F6EECF244321}">
                <p14:modId xmlns:p14="http://schemas.microsoft.com/office/powerpoint/2010/main" val="2983111137"/>
              </p:ext>
            </p:extLst>
          </p:nvPr>
        </p:nvGraphicFramePr>
        <p:xfrm>
          <a:off x="6767290" y="908517"/>
          <a:ext cx="4652319" cy="474849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46092906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A5284-0FA5-E5D0-626A-C73C885B7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6C49757-9197-3839-EAEF-6CF8C10E66D0}"/>
              </a:ext>
            </a:extLst>
          </p:cNvPr>
          <p:cNvSpPr>
            <a:spLocks noGrp="1"/>
          </p:cNvSpPr>
          <p:nvPr>
            <p:ph type="title"/>
          </p:nvPr>
        </p:nvSpPr>
        <p:spPr>
          <a:xfrm>
            <a:off x="288000" y="252000"/>
            <a:ext cx="5662026" cy="1244943"/>
          </a:xfrm>
        </p:spPr>
        <p:txBody>
          <a:bodyPr/>
          <a:lstStyle/>
          <a:p>
            <a:r>
              <a:rPr lang="en-US"/>
              <a:t>Lorem ipsum </a:t>
            </a:r>
            <a:br>
              <a:rPr lang="en-US"/>
            </a:br>
            <a:r>
              <a:rPr lang="en-US"/>
              <a:t>sit amet</a:t>
            </a:r>
          </a:p>
        </p:txBody>
      </p:sp>
      <p:sp>
        <p:nvSpPr>
          <p:cNvPr id="5" name="Pladsholder til indhold 4">
            <a:extLst>
              <a:ext uri="{FF2B5EF4-FFF2-40B4-BE49-F238E27FC236}">
                <a16:creationId xmlns:a16="http://schemas.microsoft.com/office/drawing/2014/main" id="{6EA7FC4E-F594-2F17-8FF2-A32B37B58FCE}"/>
              </a:ext>
            </a:extLst>
          </p:cNvPr>
          <p:cNvSpPr>
            <a:spLocks noGrp="1"/>
          </p:cNvSpPr>
          <p:nvPr>
            <p:ph idx="1"/>
          </p:nvPr>
        </p:nvSpPr>
        <p:spPr>
          <a:xfrm>
            <a:off x="324000" y="1618736"/>
            <a:ext cx="5626026" cy="464908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pPr lvl="1"/>
            <a:r>
              <a:rPr lang="da-DK"/>
              <a:t>Lorem ipsum dolor sit amet</a:t>
            </a:r>
          </a:p>
          <a:p>
            <a:pPr lvl="1"/>
            <a:r>
              <a:rPr lang="da-DK"/>
              <a:t>Donec non sem luctus</a:t>
            </a:r>
          </a:p>
          <a:p>
            <a:pPr lvl="1"/>
            <a:r>
              <a:rPr lang="da-DK"/>
              <a:t>Mauris pharetra lorem at justo</a:t>
            </a:r>
            <a:br>
              <a:rPr lang="da-DK"/>
            </a:br>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a:p>
            <a:endParaRPr lang="en-US"/>
          </a:p>
        </p:txBody>
      </p:sp>
      <p:graphicFrame>
        <p:nvGraphicFramePr>
          <p:cNvPr id="6" name="Diagram 5">
            <a:extLst>
              <a:ext uri="{FF2B5EF4-FFF2-40B4-BE49-F238E27FC236}">
                <a16:creationId xmlns:a16="http://schemas.microsoft.com/office/drawing/2014/main" id="{05EB8541-FDF2-C9D3-6865-2813032EB56C}"/>
              </a:ext>
            </a:extLst>
          </p:cNvPr>
          <p:cNvGraphicFramePr/>
          <p:nvPr>
            <p:extLst>
              <p:ext uri="{D42A27DB-BD31-4B8C-83A1-F6EECF244321}">
                <p14:modId xmlns:p14="http://schemas.microsoft.com/office/powerpoint/2010/main" val="1474430977"/>
              </p:ext>
            </p:extLst>
          </p:nvPr>
        </p:nvGraphicFramePr>
        <p:xfrm>
          <a:off x="6767290" y="908517"/>
          <a:ext cx="4652319" cy="4748490"/>
        </p:xfrm>
        <a:graphic>
          <a:graphicData uri="http://schemas.openxmlformats.org/drawingml/2006/chart">
            <c:chart xmlns:c="http://schemas.openxmlformats.org/drawingml/2006/chart" xmlns:r="http://schemas.openxmlformats.org/officeDocument/2006/relationships" r:id="rId2"/>
          </a:graphicData>
        </a:graphic>
      </p:graphicFrame>
      <p:sp>
        <p:nvSpPr>
          <p:cNvPr id="7" name="Titel 1">
            <a:extLst>
              <a:ext uri="{FF2B5EF4-FFF2-40B4-BE49-F238E27FC236}">
                <a16:creationId xmlns:a16="http://schemas.microsoft.com/office/drawing/2014/main" id="{CAE27FD0-BF06-2F1F-4D62-8E7B5E783687}"/>
              </a:ext>
            </a:extLst>
          </p:cNvPr>
          <p:cNvSpPr txBox="1">
            <a:spLocks/>
          </p:cNvSpPr>
          <p:nvPr/>
        </p:nvSpPr>
        <p:spPr>
          <a:xfrm>
            <a:off x="7566143" y="2347955"/>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600"/>
              <a:t>Kategori </a:t>
            </a:r>
            <a:r>
              <a:rPr lang="en-US" sz="1600" b="1"/>
              <a:t>19%</a:t>
            </a:r>
          </a:p>
        </p:txBody>
      </p:sp>
      <p:sp>
        <p:nvSpPr>
          <p:cNvPr id="8" name="Titel 1">
            <a:extLst>
              <a:ext uri="{FF2B5EF4-FFF2-40B4-BE49-F238E27FC236}">
                <a16:creationId xmlns:a16="http://schemas.microsoft.com/office/drawing/2014/main" id="{D2A9D624-639D-2D8A-C36F-1772DE071C22}"/>
              </a:ext>
            </a:extLst>
          </p:cNvPr>
          <p:cNvSpPr txBox="1">
            <a:spLocks/>
          </p:cNvSpPr>
          <p:nvPr/>
        </p:nvSpPr>
        <p:spPr>
          <a:xfrm>
            <a:off x="9533731" y="2556827"/>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600">
                <a:solidFill>
                  <a:schemeClr val="accent4"/>
                </a:solidFill>
              </a:rPr>
              <a:t>Kategori </a:t>
            </a:r>
            <a:r>
              <a:rPr lang="en-US" sz="1600" b="1">
                <a:solidFill>
                  <a:schemeClr val="accent4"/>
                </a:solidFill>
              </a:rPr>
              <a:t>19%</a:t>
            </a:r>
          </a:p>
        </p:txBody>
      </p:sp>
      <p:sp>
        <p:nvSpPr>
          <p:cNvPr id="9" name="Titel 1">
            <a:extLst>
              <a:ext uri="{FF2B5EF4-FFF2-40B4-BE49-F238E27FC236}">
                <a16:creationId xmlns:a16="http://schemas.microsoft.com/office/drawing/2014/main" id="{37710AE6-6A11-6AFF-B792-F81EB22E408D}"/>
              </a:ext>
            </a:extLst>
          </p:cNvPr>
          <p:cNvSpPr txBox="1">
            <a:spLocks/>
          </p:cNvSpPr>
          <p:nvPr/>
        </p:nvSpPr>
        <p:spPr>
          <a:xfrm>
            <a:off x="9515340" y="3965397"/>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600"/>
              <a:t>Kategori </a:t>
            </a:r>
            <a:r>
              <a:rPr lang="en-US" sz="1600" b="1"/>
              <a:t>19%</a:t>
            </a:r>
          </a:p>
        </p:txBody>
      </p:sp>
      <p:sp>
        <p:nvSpPr>
          <p:cNvPr id="10" name="Titel 1">
            <a:extLst>
              <a:ext uri="{FF2B5EF4-FFF2-40B4-BE49-F238E27FC236}">
                <a16:creationId xmlns:a16="http://schemas.microsoft.com/office/drawing/2014/main" id="{2F82A479-711B-E717-07D6-FC2B9F878F56}"/>
              </a:ext>
            </a:extLst>
          </p:cNvPr>
          <p:cNvSpPr txBox="1">
            <a:spLocks/>
          </p:cNvSpPr>
          <p:nvPr/>
        </p:nvSpPr>
        <p:spPr>
          <a:xfrm>
            <a:off x="7793929" y="4273974"/>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600">
                <a:solidFill>
                  <a:schemeClr val="accent4"/>
                </a:solidFill>
              </a:rPr>
              <a:t>Kategori </a:t>
            </a:r>
            <a:r>
              <a:rPr lang="en-US" sz="1600" b="1">
                <a:solidFill>
                  <a:schemeClr val="accent4"/>
                </a:solidFill>
              </a:rPr>
              <a:t>19%</a:t>
            </a:r>
          </a:p>
        </p:txBody>
      </p:sp>
    </p:spTree>
    <p:extLst>
      <p:ext uri="{BB962C8B-B14F-4D97-AF65-F5344CB8AC3E}">
        <p14:creationId xmlns:p14="http://schemas.microsoft.com/office/powerpoint/2010/main" val="3857114270"/>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CB936-7836-47FE-A88E-28CF899C7F8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F393E83-9F19-6492-E1D3-DAC8811DFBD6}"/>
              </a:ext>
            </a:extLst>
          </p:cNvPr>
          <p:cNvSpPr>
            <a:spLocks noGrp="1"/>
          </p:cNvSpPr>
          <p:nvPr>
            <p:ph type="title"/>
          </p:nvPr>
        </p:nvSpPr>
        <p:spPr>
          <a:xfrm>
            <a:off x="288000" y="252000"/>
            <a:ext cx="5760550" cy="3025140"/>
          </a:xfrm>
        </p:spPr>
        <p:txBody>
          <a:bodyPr/>
          <a:lstStyle/>
          <a:p>
            <a:r>
              <a:rPr lang="en-US"/>
              <a:t>Lorem ipsum sit</a:t>
            </a:r>
          </a:p>
        </p:txBody>
      </p:sp>
      <p:sp>
        <p:nvSpPr>
          <p:cNvPr id="3" name="Pladsholder til indhold 2">
            <a:extLst>
              <a:ext uri="{FF2B5EF4-FFF2-40B4-BE49-F238E27FC236}">
                <a16:creationId xmlns:a16="http://schemas.microsoft.com/office/drawing/2014/main" id="{D77B75E6-4156-E2E1-E7A9-D6708D08447E}"/>
              </a:ext>
            </a:extLst>
          </p:cNvPr>
          <p:cNvSpPr>
            <a:spLocks noGrp="1"/>
          </p:cNvSpPr>
          <p:nvPr>
            <p:ph idx="1"/>
          </p:nvPr>
        </p:nvSpPr>
        <p:spPr>
          <a:xfrm>
            <a:off x="6165852" y="252000"/>
            <a:ext cx="5734973" cy="3025141"/>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CE49F209-5060-DB1B-EC45-AFAA778D88B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046" b="2046"/>
          <a:stretch/>
        </p:blipFill>
        <p:spPr>
          <a:xfrm>
            <a:off x="288000" y="3284538"/>
            <a:ext cx="5754941" cy="3087461"/>
          </a:xfrm>
        </p:spPr>
      </p:pic>
      <p:sp>
        <p:nvSpPr>
          <p:cNvPr id="17" name="Pladsholder til indhold 16">
            <a:extLst>
              <a:ext uri="{FF2B5EF4-FFF2-40B4-BE49-F238E27FC236}">
                <a16:creationId xmlns:a16="http://schemas.microsoft.com/office/drawing/2014/main" id="{A061D1A6-21A3-DA70-4B1B-4706934BE8DC}"/>
              </a:ext>
            </a:extLst>
          </p:cNvPr>
          <p:cNvSpPr>
            <a:spLocks noGrp="1"/>
          </p:cNvSpPr>
          <p:nvPr>
            <p:ph idx="17"/>
          </p:nvPr>
        </p:nvSpPr>
        <p:spPr>
          <a:xfrm>
            <a:off x="6165852" y="3284539"/>
            <a:ext cx="5734973" cy="3004502"/>
          </a:xfrm>
        </p:spPr>
        <p:txBody>
          <a:bodyPr/>
          <a:lstStyle/>
          <a:p>
            <a:r>
              <a:rPr lang="en-US"/>
              <a:t>Lorem ipsum dolor sit amet</a:t>
            </a:r>
          </a:p>
          <a:p>
            <a:r>
              <a:rPr lang="en-US"/>
              <a:t>Donec non sem luctus</a:t>
            </a:r>
          </a:p>
          <a:p>
            <a:r>
              <a:rPr lang="en-US"/>
              <a:t>Mauris pharetra lorem at justo</a:t>
            </a:r>
          </a:p>
        </p:txBody>
      </p:sp>
    </p:spTree>
    <p:extLst>
      <p:ext uri="{BB962C8B-B14F-4D97-AF65-F5344CB8AC3E}">
        <p14:creationId xmlns:p14="http://schemas.microsoft.com/office/powerpoint/2010/main" val="4145970847"/>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4924A-DCB2-D36A-5893-4B7FEABBA68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EC93E3-82CD-841F-27BD-84A06F101214}"/>
              </a:ext>
            </a:extLst>
          </p:cNvPr>
          <p:cNvSpPr>
            <a:spLocks noGrp="1"/>
          </p:cNvSpPr>
          <p:nvPr>
            <p:ph type="title"/>
          </p:nvPr>
        </p:nvSpPr>
        <p:spPr>
          <a:xfrm>
            <a:off x="288000" y="252000"/>
            <a:ext cx="5760550" cy="3025140"/>
          </a:xfrm>
        </p:spPr>
        <p:txBody>
          <a:bodyPr/>
          <a:lstStyle/>
          <a:p>
            <a:r>
              <a:rPr lang="en-US"/>
              <a:t>Lorem ipsum sit</a:t>
            </a:r>
          </a:p>
        </p:txBody>
      </p:sp>
      <p:sp>
        <p:nvSpPr>
          <p:cNvPr id="3" name="Pladsholder til indhold 2">
            <a:extLst>
              <a:ext uri="{FF2B5EF4-FFF2-40B4-BE49-F238E27FC236}">
                <a16:creationId xmlns:a16="http://schemas.microsoft.com/office/drawing/2014/main" id="{B4515B5D-2A64-B7C9-4864-D99AC5358F43}"/>
              </a:ext>
            </a:extLst>
          </p:cNvPr>
          <p:cNvSpPr>
            <a:spLocks noGrp="1"/>
          </p:cNvSpPr>
          <p:nvPr>
            <p:ph idx="1"/>
          </p:nvPr>
        </p:nvSpPr>
        <p:spPr>
          <a:xfrm>
            <a:off x="6165852" y="252000"/>
            <a:ext cx="5734973" cy="3025141"/>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435FA2F4-941A-2267-3CFB-608766DE4E57}"/>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874" b="1874"/>
          <a:stretch/>
        </p:blipFill>
        <p:spPr>
          <a:xfrm>
            <a:off x="6165852" y="3284538"/>
            <a:ext cx="5734973" cy="3087461"/>
          </a:xfrm>
        </p:spPr>
      </p:pic>
      <p:sp>
        <p:nvSpPr>
          <p:cNvPr id="17" name="Pladsholder til indhold 16">
            <a:extLst>
              <a:ext uri="{FF2B5EF4-FFF2-40B4-BE49-F238E27FC236}">
                <a16:creationId xmlns:a16="http://schemas.microsoft.com/office/drawing/2014/main" id="{087ED2A0-2CBC-A349-DD07-8F4324AB7785}"/>
              </a:ext>
            </a:extLst>
          </p:cNvPr>
          <p:cNvSpPr>
            <a:spLocks noGrp="1"/>
          </p:cNvSpPr>
          <p:nvPr>
            <p:ph idx="17"/>
          </p:nvPr>
        </p:nvSpPr>
        <p:spPr>
          <a:xfrm>
            <a:off x="288000" y="3284539"/>
            <a:ext cx="5760000" cy="3004502"/>
          </a:xfrm>
        </p:spPr>
        <p:txBody>
          <a:bodyPr/>
          <a:lstStyle/>
          <a:p>
            <a:r>
              <a:rPr lang="en-US"/>
              <a:t>Lorem ipsum dolor sit amet</a:t>
            </a:r>
          </a:p>
          <a:p>
            <a:r>
              <a:rPr lang="en-US"/>
              <a:t>Donec non sem luctus</a:t>
            </a:r>
          </a:p>
          <a:p>
            <a:r>
              <a:rPr lang="en-US"/>
              <a:t>Mauris pharetra lorem at justo</a:t>
            </a:r>
          </a:p>
        </p:txBody>
      </p:sp>
    </p:spTree>
    <p:extLst>
      <p:ext uri="{BB962C8B-B14F-4D97-AF65-F5344CB8AC3E}">
        <p14:creationId xmlns:p14="http://schemas.microsoft.com/office/powerpoint/2010/main" val="3174125196"/>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70B64-28D5-1410-00EF-62AC8EF816E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644049F-F7AA-CB67-EA3E-47A05BCC2DA9}"/>
              </a:ext>
            </a:extLst>
          </p:cNvPr>
          <p:cNvSpPr>
            <a:spLocks noGrp="1"/>
          </p:cNvSpPr>
          <p:nvPr>
            <p:ph type="title"/>
          </p:nvPr>
        </p:nvSpPr>
        <p:spPr>
          <a:xfrm>
            <a:off x="288000" y="252000"/>
            <a:ext cx="5760550" cy="3025140"/>
          </a:xfrm>
        </p:spPr>
        <p:txBody>
          <a:bodyPr/>
          <a:lstStyle/>
          <a:p>
            <a:r>
              <a:rPr lang="en-US"/>
              <a:t>Lorem ipsum sit</a:t>
            </a:r>
          </a:p>
        </p:txBody>
      </p:sp>
      <p:sp>
        <p:nvSpPr>
          <p:cNvPr id="3" name="Pladsholder til indhold 2">
            <a:extLst>
              <a:ext uri="{FF2B5EF4-FFF2-40B4-BE49-F238E27FC236}">
                <a16:creationId xmlns:a16="http://schemas.microsoft.com/office/drawing/2014/main" id="{3CD66BA2-1D93-9066-E0E9-7E78C759F90B}"/>
              </a:ext>
            </a:extLst>
          </p:cNvPr>
          <p:cNvSpPr>
            <a:spLocks noGrp="1"/>
          </p:cNvSpPr>
          <p:nvPr>
            <p:ph idx="1"/>
          </p:nvPr>
        </p:nvSpPr>
        <p:spPr>
          <a:xfrm>
            <a:off x="287339" y="3459163"/>
            <a:ext cx="5470910" cy="2870200"/>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9C107F36-10BF-0AC8-C113-CCA01D343D13}"/>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121" b="2121"/>
          <a:stretch/>
        </p:blipFill>
        <p:spPr>
          <a:xfrm>
            <a:off x="6165852" y="252000"/>
            <a:ext cx="5734973" cy="3072202"/>
          </a:xfrm>
        </p:spPr>
      </p:pic>
      <p:sp>
        <p:nvSpPr>
          <p:cNvPr id="17" name="Pladsholder til indhold 16">
            <a:extLst>
              <a:ext uri="{FF2B5EF4-FFF2-40B4-BE49-F238E27FC236}">
                <a16:creationId xmlns:a16="http://schemas.microsoft.com/office/drawing/2014/main" id="{FDEA64B9-709F-8490-4F96-7EB1CAF7AF3D}"/>
              </a:ext>
            </a:extLst>
          </p:cNvPr>
          <p:cNvSpPr>
            <a:spLocks noGrp="1"/>
          </p:cNvSpPr>
          <p:nvPr>
            <p:ph idx="17"/>
          </p:nvPr>
        </p:nvSpPr>
        <p:spPr>
          <a:xfrm>
            <a:off x="6166800" y="3458623"/>
            <a:ext cx="5734025" cy="2870546"/>
          </a:xfrm>
        </p:spPr>
        <p:txBody>
          <a:bodyPr/>
          <a:lstStyle/>
          <a:p>
            <a:r>
              <a:rPr lang="en-US"/>
              <a:t>Lorem ipsum dolor sit amet</a:t>
            </a:r>
          </a:p>
          <a:p>
            <a:r>
              <a:rPr lang="en-US"/>
              <a:t>Donec non sem luctus</a:t>
            </a:r>
          </a:p>
          <a:p>
            <a:r>
              <a:rPr lang="en-US"/>
              <a:t>Mauris pharetra lorem at justo</a:t>
            </a:r>
          </a:p>
        </p:txBody>
      </p:sp>
    </p:spTree>
    <p:extLst>
      <p:ext uri="{BB962C8B-B14F-4D97-AF65-F5344CB8AC3E}">
        <p14:creationId xmlns:p14="http://schemas.microsoft.com/office/powerpoint/2010/main" val="515304568"/>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93847-EED1-19B3-6E5B-F0F53D4AE1B3}"/>
            </a:ext>
          </a:extLst>
        </p:cNvPr>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9CBB01C2-8856-78FE-640C-729099C4CA53}"/>
              </a:ext>
            </a:extLst>
          </p:cNvPr>
          <p:cNvSpPr>
            <a:spLocks noGrp="1"/>
          </p:cNvSpPr>
          <p:nvPr>
            <p:ph idx="1"/>
          </p:nvPr>
        </p:nvSpPr>
        <p:spPr>
          <a:xfrm>
            <a:off x="288000" y="252000"/>
            <a:ext cx="5760551" cy="298009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p:txBody>
      </p:sp>
      <p:pic>
        <p:nvPicPr>
          <p:cNvPr id="6" name="Pladsholder til billede 5">
            <a:extLst>
              <a:ext uri="{FF2B5EF4-FFF2-40B4-BE49-F238E27FC236}">
                <a16:creationId xmlns:a16="http://schemas.microsoft.com/office/drawing/2014/main" id="{2C40240E-DDCC-28DC-61CE-B4D71F3C476D}"/>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686" r="1686"/>
          <a:stretch/>
        </p:blipFill>
        <p:spPr>
          <a:xfrm>
            <a:off x="6165850" y="3284538"/>
            <a:ext cx="5734975" cy="3087461"/>
          </a:xfrm>
        </p:spPr>
      </p:pic>
      <p:sp>
        <p:nvSpPr>
          <p:cNvPr id="15" name="Pladsholder til indhold 14">
            <a:extLst>
              <a:ext uri="{FF2B5EF4-FFF2-40B4-BE49-F238E27FC236}">
                <a16:creationId xmlns:a16="http://schemas.microsoft.com/office/drawing/2014/main" id="{1B8F2724-4B3C-B168-07C2-15C5A1BE161D}"/>
              </a:ext>
            </a:extLst>
          </p:cNvPr>
          <p:cNvSpPr>
            <a:spLocks noGrp="1"/>
          </p:cNvSpPr>
          <p:nvPr>
            <p:ph idx="17"/>
          </p:nvPr>
        </p:nvSpPr>
        <p:spPr>
          <a:xfrm>
            <a:off x="288000" y="3284539"/>
            <a:ext cx="5760551" cy="2914248"/>
          </a:xfrm>
        </p:spPr>
        <p:txBody>
          <a:bodyPr/>
          <a:lstStyle/>
          <a:p>
            <a:endParaRPr lang="da-DK"/>
          </a:p>
          <a:p>
            <a:endParaRPr lang="da-DK"/>
          </a:p>
          <a:p>
            <a:endParaRPr lang="da-DK"/>
          </a:p>
          <a:p>
            <a:pPr lvl="1"/>
            <a:endParaRPr lang="da-DK"/>
          </a:p>
          <a:p>
            <a:pPr lvl="1"/>
            <a:r>
              <a:rPr lang="da-DK"/>
              <a:t>Lorem ipsum dolor sit amet</a:t>
            </a:r>
          </a:p>
          <a:p>
            <a:pPr lvl="1"/>
            <a:r>
              <a:rPr lang="da-DK"/>
              <a:t>Donec non sem luctus</a:t>
            </a:r>
          </a:p>
          <a:p>
            <a:pPr lvl="1"/>
            <a:r>
              <a:rPr lang="da-DK"/>
              <a:t>Mauris pharetra lorem at justo</a:t>
            </a:r>
          </a:p>
          <a:p>
            <a:endParaRPr lang="en-US"/>
          </a:p>
        </p:txBody>
      </p:sp>
    </p:spTree>
    <p:extLst>
      <p:ext uri="{BB962C8B-B14F-4D97-AF65-F5344CB8AC3E}">
        <p14:creationId xmlns:p14="http://schemas.microsoft.com/office/powerpoint/2010/main" val="707373385"/>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D24E6-41E9-72AE-6A90-07501CEED139}"/>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0B8372EA-4BEA-9A85-407F-F228BFDADB3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939" t="6461" r="52166" b="36318"/>
          <a:stretch>
            <a:fillRect/>
          </a:stretch>
        </p:blipFill>
        <p:spPr>
          <a:xfrm>
            <a:off x="288000" y="5157418"/>
            <a:ext cx="1778306" cy="1214581"/>
          </a:xfrm>
        </p:spPr>
      </p:pic>
      <p:pic>
        <p:nvPicPr>
          <p:cNvPr id="17" name="Pladsholder til billede 16">
            <a:extLst>
              <a:ext uri="{FF2B5EF4-FFF2-40B4-BE49-F238E27FC236}">
                <a16:creationId xmlns:a16="http://schemas.microsoft.com/office/drawing/2014/main" id="{AD307E82-9C5B-E637-940D-368F50DA59BB}"/>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l="1682" r="1682"/>
          <a:stretch/>
        </p:blipFill>
        <p:spPr>
          <a:xfrm>
            <a:off x="2183782" y="5157418"/>
            <a:ext cx="891927" cy="1214581"/>
          </a:xfrm>
          <a:solidFill>
            <a:schemeClr val="bg2"/>
          </a:solidFill>
        </p:spPr>
      </p:pic>
      <p:pic>
        <p:nvPicPr>
          <p:cNvPr id="19" name="Pladsholder til billede 18">
            <a:extLst>
              <a:ext uri="{FF2B5EF4-FFF2-40B4-BE49-F238E27FC236}">
                <a16:creationId xmlns:a16="http://schemas.microsoft.com/office/drawing/2014/main" id="{1AB024CC-6321-CE0B-C95A-1DE72484D7A4}"/>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2914" t="23698" r="2974" b="23698"/>
          <a:stretch>
            <a:fillRect/>
          </a:stretch>
        </p:blipFill>
        <p:spPr>
          <a:xfrm>
            <a:off x="3193185" y="5157418"/>
            <a:ext cx="1820385" cy="1214581"/>
          </a:xfrm>
        </p:spPr>
      </p:pic>
      <p:pic>
        <p:nvPicPr>
          <p:cNvPr id="6" name="Pladsholder til billede 5">
            <a:extLst>
              <a:ext uri="{FF2B5EF4-FFF2-40B4-BE49-F238E27FC236}">
                <a16:creationId xmlns:a16="http://schemas.microsoft.com/office/drawing/2014/main" id="{DCCE820E-EC64-B4B1-BC12-A98802CE3A4B}"/>
              </a:ext>
            </a:extLst>
          </p:cNvPr>
          <p:cNvPicPr>
            <a:picLocks noGrp="1" noChangeAspect="1"/>
          </p:cNvPicPr>
          <p:nvPr>
            <p:ph type="pic" sz="quarter" idx="20"/>
          </p:nvPr>
        </p:nvPicPr>
        <p:blipFill>
          <a:blip r:embed="rId4">
            <a:extLst>
              <a:ext uri="{28A0092B-C50C-407E-A947-70E740481C1C}">
                <a14:useLocalDpi xmlns:a14="http://schemas.microsoft.com/office/drawing/2010/main" val="0"/>
              </a:ext>
            </a:extLst>
          </a:blip>
          <a:srcRect l="9793" r="9793"/>
          <a:stretch/>
        </p:blipFill>
        <p:spPr>
          <a:xfrm>
            <a:off x="5156449" y="5157418"/>
            <a:ext cx="866524" cy="1214581"/>
          </a:xfrm>
        </p:spPr>
      </p:pic>
      <p:sp>
        <p:nvSpPr>
          <p:cNvPr id="2" name="Titel 1">
            <a:extLst>
              <a:ext uri="{FF2B5EF4-FFF2-40B4-BE49-F238E27FC236}">
                <a16:creationId xmlns:a16="http://schemas.microsoft.com/office/drawing/2014/main" id="{89D94975-D219-3695-9837-C9E8D24263BD}"/>
              </a:ext>
            </a:extLst>
          </p:cNvPr>
          <p:cNvSpPr>
            <a:spLocks noGrp="1"/>
          </p:cNvSpPr>
          <p:nvPr>
            <p:ph type="title"/>
          </p:nvPr>
        </p:nvSpPr>
        <p:spPr>
          <a:xfrm>
            <a:off x="288000" y="252000"/>
            <a:ext cx="2787883" cy="3025140"/>
          </a:xfrm>
        </p:spPr>
        <p:txBody>
          <a:bodyPr/>
          <a:lstStyle/>
          <a:p>
            <a:r>
              <a:rPr lang="en-US"/>
              <a:t>Lorem</a:t>
            </a:r>
            <a:br>
              <a:rPr lang="en-US"/>
            </a:br>
            <a:r>
              <a:rPr lang="en-US"/>
              <a:t>Ipsum</a:t>
            </a:r>
            <a:br>
              <a:rPr lang="en-US"/>
            </a:br>
            <a:br>
              <a:rPr lang="en-US"/>
            </a:br>
            <a:r>
              <a:rPr lang="en-US"/>
              <a:t>Lorem ipsum sit amet con incidunct dolore.</a:t>
            </a:r>
          </a:p>
        </p:txBody>
      </p:sp>
      <p:sp>
        <p:nvSpPr>
          <p:cNvPr id="4" name="Pladsholder til tekst 3">
            <a:extLst>
              <a:ext uri="{FF2B5EF4-FFF2-40B4-BE49-F238E27FC236}">
                <a16:creationId xmlns:a16="http://schemas.microsoft.com/office/drawing/2014/main" id="{666A4337-0058-B337-48F2-7B5BAFBC9F1C}"/>
              </a:ext>
            </a:extLst>
          </p:cNvPr>
          <p:cNvSpPr>
            <a:spLocks noGrp="1"/>
          </p:cNvSpPr>
          <p:nvPr>
            <p:ph type="body" sz="quarter" idx="21"/>
          </p:nvPr>
        </p:nvSpPr>
        <p:spPr>
          <a:xfrm>
            <a:off x="3229200" y="252000"/>
            <a:ext cx="2686050" cy="3019425"/>
          </a:xfrm>
        </p:spPr>
        <p:txBody>
          <a:bodyPr/>
          <a:lstStyle/>
          <a:p>
            <a:r>
              <a:rPr lang="da-DK"/>
              <a:t>Caborepe porum exerume nobitio nsequos dellat ut as duntese cor aspit poris modignit alibus vollore.</a:t>
            </a:r>
          </a:p>
          <a:p>
            <a:endParaRPr lang="da-DK"/>
          </a:p>
          <a:p>
            <a:r>
              <a:rPr lang="da-DK"/>
              <a:t>Sint la venditatur officia et, sequasped qui re que volorep erspero vidundic.</a:t>
            </a:r>
            <a:endParaRPr lang="en-US"/>
          </a:p>
        </p:txBody>
      </p:sp>
      <p:pic>
        <p:nvPicPr>
          <p:cNvPr id="15" name="Pladsholder til billede 14">
            <a:extLst>
              <a:ext uri="{FF2B5EF4-FFF2-40B4-BE49-F238E27FC236}">
                <a16:creationId xmlns:a16="http://schemas.microsoft.com/office/drawing/2014/main" id="{133D39AC-C9AD-F351-C2AA-E8A818C11E7B}"/>
              </a:ext>
            </a:extLst>
          </p:cNvPr>
          <p:cNvPicPr>
            <a:picLocks noGrp="1" noChangeAspect="1"/>
          </p:cNvPicPr>
          <p:nvPr>
            <p:ph type="pic" sz="quarter" idx="22"/>
          </p:nvPr>
        </p:nvPicPr>
        <p:blipFill>
          <a:blip r:embed="rId5">
            <a:extLst>
              <a:ext uri="{28A0092B-C50C-407E-A947-70E740481C1C}">
                <a14:useLocalDpi xmlns:a14="http://schemas.microsoft.com/office/drawing/2010/main" val="0"/>
              </a:ext>
            </a:extLst>
          </a:blip>
          <a:srcRect l="18666" r="18666"/>
          <a:stretch/>
        </p:blipFill>
        <p:spPr>
          <a:xfrm>
            <a:off x="6145882" y="251999"/>
            <a:ext cx="5754943" cy="6120000"/>
          </a:xfrm>
        </p:spPr>
      </p:pic>
      <p:grpSp>
        <p:nvGrpSpPr>
          <p:cNvPr id="9" name="Gruppe 8">
            <a:extLst>
              <a:ext uri="{FF2B5EF4-FFF2-40B4-BE49-F238E27FC236}">
                <a16:creationId xmlns:a16="http://schemas.microsoft.com/office/drawing/2014/main" id="{D2B2CABF-9A5A-3EF2-074F-EDE73716AAAB}"/>
              </a:ext>
            </a:extLst>
          </p:cNvPr>
          <p:cNvGrpSpPr/>
          <p:nvPr/>
        </p:nvGrpSpPr>
        <p:grpSpPr>
          <a:xfrm>
            <a:off x="252412" y="1481737"/>
            <a:ext cx="863765" cy="560775"/>
            <a:chOff x="260185" y="254907"/>
            <a:chExt cx="863765" cy="560775"/>
          </a:xfrm>
        </p:grpSpPr>
        <p:sp>
          <p:nvSpPr>
            <p:cNvPr id="10" name="Afrundet rektangel 9">
              <a:extLst>
                <a:ext uri="{FF2B5EF4-FFF2-40B4-BE49-F238E27FC236}">
                  <a16:creationId xmlns:a16="http://schemas.microsoft.com/office/drawing/2014/main" id="{2A6F1535-7AED-5A52-00BB-77853999266D}"/>
                </a:ext>
              </a:extLst>
            </p:cNvPr>
            <p:cNvSpPr/>
            <p:nvPr/>
          </p:nvSpPr>
          <p:spPr>
            <a:xfrm>
              <a:off x="260185" y="254907"/>
              <a:ext cx="387515"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tx2"/>
                  </a:solidFill>
                  <a:cs typeface="Arial"/>
                </a:rPr>
                <a:t>Metro</a:t>
              </a:r>
            </a:p>
          </p:txBody>
        </p:sp>
        <p:sp>
          <p:nvSpPr>
            <p:cNvPr id="11" name="Afrundet rektangel 10">
              <a:extLst>
                <a:ext uri="{FF2B5EF4-FFF2-40B4-BE49-F238E27FC236}">
                  <a16:creationId xmlns:a16="http://schemas.microsoft.com/office/drawing/2014/main" id="{ABF403C1-F183-E837-92C7-0075DBD7A40B}"/>
                </a:ext>
              </a:extLst>
            </p:cNvPr>
            <p:cNvSpPr/>
            <p:nvPr/>
          </p:nvSpPr>
          <p:spPr>
            <a:xfrm>
              <a:off x="260185" y="459694"/>
              <a:ext cx="863765"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tx2"/>
                  </a:solidFill>
                  <a:cs typeface="Arial"/>
                </a:rPr>
                <a:t>Digitale løsninger</a:t>
              </a:r>
            </a:p>
          </p:txBody>
        </p:sp>
        <p:sp>
          <p:nvSpPr>
            <p:cNvPr id="12" name="Afrundet rektangel 11">
              <a:extLst>
                <a:ext uri="{FF2B5EF4-FFF2-40B4-BE49-F238E27FC236}">
                  <a16:creationId xmlns:a16="http://schemas.microsoft.com/office/drawing/2014/main" id="{C03586CE-9568-81F8-ECA0-77704C2DBC77}"/>
                </a:ext>
              </a:extLst>
            </p:cNvPr>
            <p:cNvSpPr/>
            <p:nvPr/>
          </p:nvSpPr>
          <p:spPr>
            <a:xfrm>
              <a:off x="288761" y="664482"/>
              <a:ext cx="320840" cy="151200"/>
            </a:xfrm>
            <a:prstGeom prst="roundRect">
              <a:avLst>
                <a:gd name="adj" fmla="val 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tx2"/>
                  </a:solidFill>
                  <a:cs typeface="Arial"/>
                </a:rPr>
                <a:t>2024</a:t>
              </a:r>
            </a:p>
          </p:txBody>
        </p:sp>
        <p:cxnSp>
          <p:nvCxnSpPr>
            <p:cNvPr id="14" name="Lige forbindelse 13">
              <a:extLst>
                <a:ext uri="{FF2B5EF4-FFF2-40B4-BE49-F238E27FC236}">
                  <a16:creationId xmlns:a16="http://schemas.microsoft.com/office/drawing/2014/main" id="{70AB5C55-992B-F163-FF68-3E8DD9C41D30}"/>
                </a:ext>
              </a:extLst>
            </p:cNvPr>
            <p:cNvCxnSpPr/>
            <p:nvPr/>
          </p:nvCxnSpPr>
          <p:spPr>
            <a:xfrm>
              <a:off x="361950" y="405313"/>
              <a:ext cx="0" cy="55175"/>
            </a:xfrm>
            <a:prstGeom prst="line">
              <a:avLst/>
            </a:prstGeom>
            <a:ln w="9525" cap="flat" cmpd="sng" algn="ctr">
              <a:solidFill>
                <a:schemeClr val="tx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 name="Lige forbindelse 15">
              <a:extLst>
                <a:ext uri="{FF2B5EF4-FFF2-40B4-BE49-F238E27FC236}">
                  <a16:creationId xmlns:a16="http://schemas.microsoft.com/office/drawing/2014/main" id="{F8E39F9C-1849-C75D-C2F6-7419DA3ABB1A}"/>
                </a:ext>
              </a:extLst>
            </p:cNvPr>
            <p:cNvCxnSpPr/>
            <p:nvPr/>
          </p:nvCxnSpPr>
          <p:spPr>
            <a:xfrm>
              <a:off x="361950" y="610100"/>
              <a:ext cx="0" cy="55175"/>
            </a:xfrm>
            <a:prstGeom prst="line">
              <a:avLst/>
            </a:prstGeom>
            <a:ln w="9525" cap="flat" cmpd="sng" algn="ctr">
              <a:solidFill>
                <a:schemeClr val="tx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92606919"/>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217C17D8-8746-B0BA-07E4-15795E4979E7}"/>
              </a:ext>
            </a:extLst>
          </p:cNvPr>
          <p:cNvSpPr>
            <a:spLocks noGrp="1"/>
          </p:cNvSpPr>
          <p:nvPr>
            <p:ph type="title"/>
          </p:nvPr>
        </p:nvSpPr>
        <p:spPr>
          <a:xfrm>
            <a:off x="6156326" y="288000"/>
            <a:ext cx="5744499" cy="5876606"/>
          </a:xfrm>
        </p:spPr>
        <p:txBody>
          <a:bodyPr/>
          <a:lstStyle/>
          <a:p>
            <a:r>
              <a:rPr lang="en-US"/>
              <a:t>Lorem ipsum sit amet con incidunct</a:t>
            </a:r>
          </a:p>
        </p:txBody>
      </p:sp>
    </p:spTree>
    <p:extLst>
      <p:ext uri="{BB962C8B-B14F-4D97-AF65-F5344CB8AC3E}">
        <p14:creationId xmlns:p14="http://schemas.microsoft.com/office/powerpoint/2010/main" val="3210858731"/>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F9FF2-496F-A170-DC2A-A46EFD3BD2B0}"/>
            </a:ext>
          </a:extLst>
        </p:cNvPr>
        <p:cNvGrpSpPr/>
        <p:nvPr/>
      </p:nvGrpSpPr>
      <p:grpSpPr>
        <a:xfrm>
          <a:off x="0" y="0"/>
          <a:ext cx="0" cy="0"/>
          <a:chOff x="0" y="0"/>
          <a:chExt cx="0" cy="0"/>
        </a:xfrm>
      </p:grpSpPr>
      <p:pic>
        <p:nvPicPr>
          <p:cNvPr id="12" name="Pladsholder til billede 11">
            <a:extLst>
              <a:ext uri="{FF2B5EF4-FFF2-40B4-BE49-F238E27FC236}">
                <a16:creationId xmlns:a16="http://schemas.microsoft.com/office/drawing/2014/main" id="{96F54BBB-D984-1FD2-D92F-B7D5A975B92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15707"/>
          <a:stretch>
            <a:fillRect/>
          </a:stretch>
        </p:blipFill>
        <p:spPr>
          <a:xfrm>
            <a:off x="0" y="0"/>
            <a:ext cx="12188825" cy="6858000"/>
          </a:xfrm>
        </p:spPr>
      </p:pic>
      <p:sp>
        <p:nvSpPr>
          <p:cNvPr id="4" name="Titel 3">
            <a:extLst>
              <a:ext uri="{FF2B5EF4-FFF2-40B4-BE49-F238E27FC236}">
                <a16:creationId xmlns:a16="http://schemas.microsoft.com/office/drawing/2014/main" id="{C93C26E9-0500-44BB-D824-2300D54C8C79}"/>
              </a:ext>
            </a:extLst>
          </p:cNvPr>
          <p:cNvSpPr>
            <a:spLocks noGrp="1"/>
          </p:cNvSpPr>
          <p:nvPr>
            <p:ph type="title"/>
          </p:nvPr>
        </p:nvSpPr>
        <p:spPr>
          <a:xfrm>
            <a:off x="6310026" y="288000"/>
            <a:ext cx="5590799" cy="5876606"/>
          </a:xfrm>
        </p:spPr>
        <p:txBody>
          <a:bodyPr/>
          <a:lstStyle/>
          <a:p>
            <a:r>
              <a:rPr lang="en-US"/>
              <a:t>Lorem ipsum sit amet con incidunct</a:t>
            </a:r>
          </a:p>
        </p:txBody>
      </p:sp>
      <p:sp>
        <p:nvSpPr>
          <p:cNvPr id="13" name="Pladsholder til billede 12">
            <a:extLst>
              <a:ext uri="{FF2B5EF4-FFF2-40B4-BE49-F238E27FC236}">
                <a16:creationId xmlns:a16="http://schemas.microsoft.com/office/drawing/2014/main" id="{C8202FEE-6B53-2653-E621-4767CBE96C07}"/>
              </a:ext>
            </a:extLst>
          </p:cNvPr>
          <p:cNvSpPr>
            <a:spLocks noGrp="1"/>
          </p:cNvSpPr>
          <p:nvPr>
            <p:ph type="pic" sz="quarter" idx="16"/>
          </p:nvPr>
        </p:nvSpPr>
        <p:spPr/>
        <p:txBody>
          <a:bodyPr/>
          <a:lstStyle/>
          <a:p>
            <a:endParaRPr lang="en-US"/>
          </a:p>
        </p:txBody>
      </p:sp>
      <p:sp>
        <p:nvSpPr>
          <p:cNvPr id="5" name="Pladsholder til billede 6">
            <a:extLst>
              <a:ext uri="{FF2B5EF4-FFF2-40B4-BE49-F238E27FC236}">
                <a16:creationId xmlns:a16="http://schemas.microsoft.com/office/drawing/2014/main" id="{0D66C899-8D2C-7844-A68B-92784A2EEF41}"/>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Pladsholder til billede 6">
            <a:extLst>
              <a:ext uri="{FF2B5EF4-FFF2-40B4-BE49-F238E27FC236}">
                <a16:creationId xmlns:a16="http://schemas.microsoft.com/office/drawing/2014/main" id="{2ED7ABEB-4272-BD8F-F3D7-D73D6EA12D6A}"/>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174653447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C63F1-FD27-BD62-E3EB-F5D7B0888A3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F369326-9AF2-29EF-5B7B-B63AD453E0A4}"/>
              </a:ext>
            </a:extLst>
          </p:cNvPr>
          <p:cNvSpPr>
            <a:spLocks noGrp="1"/>
          </p:cNvSpPr>
          <p:nvPr>
            <p:ph type="title"/>
          </p:nvPr>
        </p:nvSpPr>
        <p:spPr>
          <a:xfrm>
            <a:off x="287338" y="252413"/>
            <a:ext cx="10228262" cy="3159125"/>
          </a:xfrm>
        </p:spPr>
        <p:txBody>
          <a:bodyPr/>
          <a:lstStyle/>
          <a:p>
            <a:r>
              <a:rPr lang="en-US"/>
              <a:t>“Direct quotation or data value from an expert source. With or without quotation marks”</a:t>
            </a:r>
          </a:p>
        </p:txBody>
      </p:sp>
    </p:spTree>
    <p:extLst>
      <p:ext uri="{BB962C8B-B14F-4D97-AF65-F5344CB8AC3E}">
        <p14:creationId xmlns:p14="http://schemas.microsoft.com/office/powerpoint/2010/main" val="31800196"/>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1DD6A9-41E1-79C3-7C69-1F3F6791E6A3}"/>
              </a:ext>
            </a:extLst>
          </p:cNvPr>
          <p:cNvSpPr>
            <a:spLocks noGrp="1"/>
          </p:cNvSpPr>
          <p:nvPr>
            <p:ph type="title"/>
          </p:nvPr>
        </p:nvSpPr>
        <p:spPr>
          <a:xfrm>
            <a:off x="288000" y="252000"/>
            <a:ext cx="5914975" cy="3159840"/>
          </a:xfrm>
        </p:spPr>
        <p:txBody>
          <a:bodyPr/>
          <a:lstStyle/>
          <a:p>
            <a:r>
              <a:rPr lang="en-US"/>
              <a:t>Insert short one liner or </a:t>
            </a:r>
            <a:br>
              <a:rPr lang="en-US"/>
            </a:br>
            <a:r>
              <a:rPr lang="en-US"/>
              <a:t>an interesting quote here</a:t>
            </a:r>
          </a:p>
        </p:txBody>
      </p:sp>
      <p:sp>
        <p:nvSpPr>
          <p:cNvPr id="5" name="Pladsholder til tekst 4">
            <a:extLst>
              <a:ext uri="{FF2B5EF4-FFF2-40B4-BE49-F238E27FC236}">
                <a16:creationId xmlns:a16="http://schemas.microsoft.com/office/drawing/2014/main" id="{D544D160-E4B5-2FC6-C5A5-758F2C1CFED8}"/>
              </a:ext>
            </a:extLst>
          </p:cNvPr>
          <p:cNvSpPr>
            <a:spLocks noGrp="1"/>
          </p:cNvSpPr>
          <p:nvPr>
            <p:ph type="body" sz="quarter" idx="13"/>
          </p:nvPr>
        </p:nvSpPr>
        <p:spPr>
          <a:xfrm>
            <a:off x="323850" y="3941548"/>
            <a:ext cx="5915025" cy="384175"/>
          </a:xfrm>
        </p:spPr>
        <p:txBody>
          <a:bodyPr/>
          <a:lstStyle/>
          <a:p>
            <a:r>
              <a:rPr lang="en-US"/>
              <a:t>Lorem ipsum sit amet</a:t>
            </a:r>
          </a:p>
        </p:txBody>
      </p:sp>
    </p:spTree>
    <p:extLst>
      <p:ext uri="{BB962C8B-B14F-4D97-AF65-F5344CB8AC3E}">
        <p14:creationId xmlns:p14="http://schemas.microsoft.com/office/powerpoint/2010/main" val="155737059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AA5B9-C5F7-8F7F-156B-BE68DA871F0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A0E5B19-25FE-A6C6-9176-B2B3EE84AD3D}"/>
              </a:ext>
            </a:extLst>
          </p:cNvPr>
          <p:cNvSpPr>
            <a:spLocks noGrp="1"/>
          </p:cNvSpPr>
          <p:nvPr>
            <p:ph type="title"/>
          </p:nvPr>
        </p:nvSpPr>
        <p:spPr>
          <a:xfrm>
            <a:off x="287338" y="252413"/>
            <a:ext cx="10094912" cy="3159125"/>
          </a:xfrm>
        </p:spPr>
        <p:txBody>
          <a:bodyPr/>
          <a:lstStyle/>
          <a:p>
            <a:r>
              <a:rPr lang="en-US"/>
              <a:t>“Direct quotation or data value from an expert source. With or without quotation marks”</a:t>
            </a:r>
          </a:p>
        </p:txBody>
      </p:sp>
      <p:sp>
        <p:nvSpPr>
          <p:cNvPr id="5" name="Pladsholder til tekst 4">
            <a:extLst>
              <a:ext uri="{FF2B5EF4-FFF2-40B4-BE49-F238E27FC236}">
                <a16:creationId xmlns:a16="http://schemas.microsoft.com/office/drawing/2014/main" id="{C130169C-06AA-EBB6-579D-7CF46F68DAD0}"/>
              </a:ext>
            </a:extLst>
          </p:cNvPr>
          <p:cNvSpPr>
            <a:spLocks noGrp="1"/>
          </p:cNvSpPr>
          <p:nvPr>
            <p:ph type="body" sz="quarter" idx="13"/>
          </p:nvPr>
        </p:nvSpPr>
        <p:spPr>
          <a:xfrm>
            <a:off x="323850" y="3953905"/>
            <a:ext cx="5915025" cy="384175"/>
          </a:xfrm>
        </p:spPr>
        <p:txBody>
          <a:bodyPr/>
          <a:lstStyle/>
          <a:p>
            <a:r>
              <a:rPr lang="en-US"/>
              <a:t>Name Namesen, Title</a:t>
            </a:r>
          </a:p>
        </p:txBody>
      </p:sp>
    </p:spTree>
    <p:extLst>
      <p:ext uri="{BB962C8B-B14F-4D97-AF65-F5344CB8AC3E}">
        <p14:creationId xmlns:p14="http://schemas.microsoft.com/office/powerpoint/2010/main" val="36281625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5006B-43C6-EA06-1D37-4EF6FDE3588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E9103F0-983B-E36E-CC1A-F1123EF49F9D}"/>
              </a:ext>
            </a:extLst>
          </p:cNvPr>
          <p:cNvSpPr>
            <a:spLocks noGrp="1"/>
          </p:cNvSpPr>
          <p:nvPr>
            <p:ph type="title"/>
          </p:nvPr>
        </p:nvSpPr>
        <p:spPr>
          <a:xfrm>
            <a:off x="288000" y="252000"/>
            <a:ext cx="5914975" cy="3159840"/>
          </a:xfrm>
        </p:spPr>
        <p:txBody>
          <a:bodyPr/>
          <a:lstStyle/>
          <a:p>
            <a:r>
              <a:rPr lang="en-US"/>
              <a:t>Insert short one liner or </a:t>
            </a:r>
            <a:br>
              <a:rPr lang="en-US"/>
            </a:br>
            <a:r>
              <a:rPr lang="en-US"/>
              <a:t>an interesting quote here</a:t>
            </a:r>
          </a:p>
        </p:txBody>
      </p:sp>
    </p:spTree>
    <p:extLst>
      <p:ext uri="{BB962C8B-B14F-4D97-AF65-F5344CB8AC3E}">
        <p14:creationId xmlns:p14="http://schemas.microsoft.com/office/powerpoint/2010/main" val="625749581"/>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5E0C4-2362-F690-E2A8-F2E6A595F74B}"/>
            </a:ext>
          </a:extLst>
        </p:cNvPr>
        <p:cNvGrpSpPr/>
        <p:nvPr/>
      </p:nvGrpSpPr>
      <p:grpSpPr>
        <a:xfrm>
          <a:off x="0" y="0"/>
          <a:ext cx="0" cy="0"/>
          <a:chOff x="0" y="0"/>
          <a:chExt cx="0" cy="0"/>
        </a:xfrm>
      </p:grpSpPr>
      <p:pic>
        <p:nvPicPr>
          <p:cNvPr id="9" name="Pladsholder til billede 8">
            <a:extLst>
              <a:ext uri="{FF2B5EF4-FFF2-40B4-BE49-F238E27FC236}">
                <a16:creationId xmlns:a16="http://schemas.microsoft.com/office/drawing/2014/main" id="{898D0D5B-D61D-7619-BBB2-E72CB094B3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15812"/>
          <a:stretch>
            <a:fillRect/>
          </a:stretch>
        </p:blipFill>
        <p:spPr>
          <a:xfrm>
            <a:off x="-1" y="0"/>
            <a:ext cx="12188825" cy="6858000"/>
          </a:xfrm>
        </p:spPr>
      </p:pic>
      <p:sp>
        <p:nvSpPr>
          <p:cNvPr id="2" name="Titel 1">
            <a:extLst>
              <a:ext uri="{FF2B5EF4-FFF2-40B4-BE49-F238E27FC236}">
                <a16:creationId xmlns:a16="http://schemas.microsoft.com/office/drawing/2014/main" id="{58DBDF52-6495-95EF-F8E5-66665AB6FDBA}"/>
              </a:ext>
            </a:extLst>
          </p:cNvPr>
          <p:cNvSpPr>
            <a:spLocks noGrp="1"/>
          </p:cNvSpPr>
          <p:nvPr>
            <p:ph type="title"/>
          </p:nvPr>
        </p:nvSpPr>
        <p:spPr>
          <a:xfrm>
            <a:off x="288000" y="252000"/>
            <a:ext cx="5914975" cy="3159840"/>
          </a:xfrm>
        </p:spPr>
        <p:txBody>
          <a:bodyPr/>
          <a:lstStyle/>
          <a:p>
            <a:r>
              <a:rPr lang="en-US"/>
              <a:t>Insert short one liner or </a:t>
            </a:r>
            <a:br>
              <a:rPr lang="en-US"/>
            </a:br>
            <a:r>
              <a:rPr lang="en-US"/>
              <a:t>an interesting quote here</a:t>
            </a:r>
          </a:p>
        </p:txBody>
      </p:sp>
      <p:sp>
        <p:nvSpPr>
          <p:cNvPr id="12" name="Pladsholder til billede 6">
            <a:extLst>
              <a:ext uri="{FF2B5EF4-FFF2-40B4-BE49-F238E27FC236}">
                <a16:creationId xmlns:a16="http://schemas.microsoft.com/office/drawing/2014/main" id="{01FE9187-3474-5A19-A31B-7DF0840D69CC}"/>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3" name="Pladsholder til billede 6">
            <a:extLst>
              <a:ext uri="{FF2B5EF4-FFF2-40B4-BE49-F238E27FC236}">
                <a16:creationId xmlns:a16="http://schemas.microsoft.com/office/drawing/2014/main" id="{5533808E-930B-FD7D-53E5-84610E05DC20}"/>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261441943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B36AD260-AFCB-9722-FB59-12FC91F74B4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0271" b="10271"/>
          <a:stretch/>
        </p:blipFill>
        <p:spPr>
          <a:xfrm>
            <a:off x="287999" y="252000"/>
            <a:ext cx="11614049" cy="6148800"/>
          </a:xfrm>
        </p:spPr>
      </p:pic>
      <p:grpSp>
        <p:nvGrpSpPr>
          <p:cNvPr id="28" name="Gruppe 27">
            <a:extLst>
              <a:ext uri="{FF2B5EF4-FFF2-40B4-BE49-F238E27FC236}">
                <a16:creationId xmlns:a16="http://schemas.microsoft.com/office/drawing/2014/main" id="{7B7AD106-84DE-66CD-6233-9FC4E1944EA6}"/>
              </a:ext>
            </a:extLst>
          </p:cNvPr>
          <p:cNvGrpSpPr/>
          <p:nvPr/>
        </p:nvGrpSpPr>
        <p:grpSpPr>
          <a:xfrm>
            <a:off x="468000" y="416256"/>
            <a:ext cx="863765" cy="560775"/>
            <a:chOff x="260185" y="254907"/>
            <a:chExt cx="863765" cy="560775"/>
          </a:xfrm>
        </p:grpSpPr>
        <p:sp>
          <p:nvSpPr>
            <p:cNvPr id="20" name="Afrundet rektangel 19">
              <a:extLst>
                <a:ext uri="{FF2B5EF4-FFF2-40B4-BE49-F238E27FC236}">
                  <a16:creationId xmlns:a16="http://schemas.microsoft.com/office/drawing/2014/main" id="{70EED306-E23C-7DCE-F24C-6CBAD11F9C55}"/>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Metro</a:t>
              </a:r>
            </a:p>
          </p:txBody>
        </p:sp>
        <p:sp>
          <p:nvSpPr>
            <p:cNvPr id="23" name="Afrundet rektangel 22">
              <a:extLst>
                <a:ext uri="{FF2B5EF4-FFF2-40B4-BE49-F238E27FC236}">
                  <a16:creationId xmlns:a16="http://schemas.microsoft.com/office/drawing/2014/main" id="{43B4C6A9-F5CD-5C9B-1484-8C945B70EE3E}"/>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Digitale løsninger</a:t>
              </a:r>
            </a:p>
          </p:txBody>
        </p:sp>
        <p:sp>
          <p:nvSpPr>
            <p:cNvPr id="24" name="Afrundet rektangel 23">
              <a:extLst>
                <a:ext uri="{FF2B5EF4-FFF2-40B4-BE49-F238E27FC236}">
                  <a16:creationId xmlns:a16="http://schemas.microsoft.com/office/drawing/2014/main" id="{69EFB5A1-D366-4B77-BC46-ED25ED6BD989}"/>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2024</a:t>
              </a:r>
            </a:p>
          </p:txBody>
        </p:sp>
        <p:cxnSp>
          <p:nvCxnSpPr>
            <p:cNvPr id="26" name="Lige forbindelse 25">
              <a:extLst>
                <a:ext uri="{FF2B5EF4-FFF2-40B4-BE49-F238E27FC236}">
                  <a16:creationId xmlns:a16="http://schemas.microsoft.com/office/drawing/2014/main" id="{BFECFC56-E24C-A8A8-50F4-018706CEDFBE}"/>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27" name="Lige forbindelse 26">
              <a:extLst>
                <a:ext uri="{FF2B5EF4-FFF2-40B4-BE49-F238E27FC236}">
                  <a16:creationId xmlns:a16="http://schemas.microsoft.com/office/drawing/2014/main" id="{353D31C7-355C-5A18-86C6-5E6550EE01F6}"/>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663574529"/>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BEB6A-F583-D14A-DB4D-6BE4A14158BD}"/>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FF23AB0B-AEF5-4B0B-588E-44884F34FE1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624" r="18624"/>
          <a:stretch/>
        </p:blipFill>
        <p:spPr>
          <a:xfrm>
            <a:off x="288000" y="252000"/>
            <a:ext cx="5760000" cy="6116702"/>
          </a:xfrm>
        </p:spPr>
      </p:pic>
      <p:pic>
        <p:nvPicPr>
          <p:cNvPr id="15" name="Pladsholder til billede 14">
            <a:extLst>
              <a:ext uri="{FF2B5EF4-FFF2-40B4-BE49-F238E27FC236}">
                <a16:creationId xmlns:a16="http://schemas.microsoft.com/office/drawing/2014/main" id="{D527B039-40E5-EB38-549E-67E1E31964A4}"/>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51808" t="3792" b="4318"/>
          <a:stretch>
            <a:fillRect/>
          </a:stretch>
        </p:blipFill>
        <p:spPr>
          <a:xfrm>
            <a:off x="6165850" y="252413"/>
            <a:ext cx="5735638" cy="6116637"/>
          </a:xfrm>
        </p:spPr>
      </p:pic>
    </p:spTree>
    <p:extLst>
      <p:ext uri="{BB962C8B-B14F-4D97-AF65-F5344CB8AC3E}">
        <p14:creationId xmlns:p14="http://schemas.microsoft.com/office/powerpoint/2010/main" val="96827407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2B22A-7EFE-E72C-9D0B-AB2EA7EEA58C}"/>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E0005630-3DC6-C2EB-33B4-5088BB501D44}"/>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763" r="18763"/>
          <a:stretch/>
        </p:blipFill>
        <p:spPr>
          <a:xfrm>
            <a:off x="288000" y="252000"/>
            <a:ext cx="5734800" cy="6116702"/>
          </a:xfrm>
        </p:spPr>
      </p:pic>
      <p:pic>
        <p:nvPicPr>
          <p:cNvPr id="15" name="Pladsholder til billede 14">
            <a:extLst>
              <a:ext uri="{FF2B5EF4-FFF2-40B4-BE49-F238E27FC236}">
                <a16:creationId xmlns:a16="http://schemas.microsoft.com/office/drawing/2014/main" id="{A407262E-B68B-527B-1A40-5992F6B50759}"/>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t="7270" r="51381" b="47725"/>
          <a:stretch>
            <a:fillRect/>
          </a:stretch>
        </p:blipFill>
        <p:spPr>
          <a:xfrm>
            <a:off x="6165850" y="252413"/>
            <a:ext cx="5734050" cy="2968625"/>
          </a:xfrm>
        </p:spPr>
      </p:pic>
      <p:pic>
        <p:nvPicPr>
          <p:cNvPr id="17" name="Pladsholder til billede 16">
            <a:extLst>
              <a:ext uri="{FF2B5EF4-FFF2-40B4-BE49-F238E27FC236}">
                <a16:creationId xmlns:a16="http://schemas.microsoft.com/office/drawing/2014/main" id="{390BE733-D55D-D4E9-2325-F0843BF53864}"/>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l="51601" t="13346" r="555" b="13652"/>
          <a:stretch>
            <a:fillRect/>
          </a:stretch>
        </p:blipFill>
        <p:spPr>
          <a:xfrm>
            <a:off x="6165850" y="3348038"/>
            <a:ext cx="3540125" cy="3021012"/>
          </a:xfrm>
        </p:spPr>
      </p:pic>
      <p:pic>
        <p:nvPicPr>
          <p:cNvPr id="19" name="Pladsholder til billede 18">
            <a:extLst>
              <a:ext uri="{FF2B5EF4-FFF2-40B4-BE49-F238E27FC236}">
                <a16:creationId xmlns:a16="http://schemas.microsoft.com/office/drawing/2014/main" id="{21533D45-B5F0-8546-B92D-5FA0CD56B72B}"/>
              </a:ext>
            </a:extLst>
          </p:cNvPr>
          <p:cNvPicPr>
            <a:picLocks noGrp="1" noChangeAspect="1"/>
          </p:cNvPicPr>
          <p:nvPr>
            <p:ph type="pic" sz="quarter" idx="19"/>
          </p:nvPr>
        </p:nvPicPr>
        <p:blipFill>
          <a:blip r:embed="rId4">
            <a:extLst>
              <a:ext uri="{28A0092B-C50C-407E-A947-70E740481C1C}">
                <a14:useLocalDpi xmlns:a14="http://schemas.microsoft.com/office/drawing/2010/main" val="0"/>
              </a:ext>
            </a:extLst>
          </a:blip>
          <a:srcRect l="11724" r="11724"/>
          <a:stretch/>
        </p:blipFill>
        <p:spPr>
          <a:xfrm>
            <a:off x="9848696" y="3347539"/>
            <a:ext cx="2052129" cy="3021164"/>
          </a:xfrm>
        </p:spPr>
      </p:pic>
      <p:grpSp>
        <p:nvGrpSpPr>
          <p:cNvPr id="21" name="Gruppe 20">
            <a:extLst>
              <a:ext uri="{FF2B5EF4-FFF2-40B4-BE49-F238E27FC236}">
                <a16:creationId xmlns:a16="http://schemas.microsoft.com/office/drawing/2014/main" id="{D3D66F9A-A988-E305-2D73-E05458D8C6E6}"/>
              </a:ext>
            </a:extLst>
          </p:cNvPr>
          <p:cNvGrpSpPr/>
          <p:nvPr/>
        </p:nvGrpSpPr>
        <p:grpSpPr>
          <a:xfrm>
            <a:off x="406277" y="416256"/>
            <a:ext cx="863765" cy="560775"/>
            <a:chOff x="260185" y="254907"/>
            <a:chExt cx="863765" cy="560775"/>
          </a:xfrm>
        </p:grpSpPr>
        <p:sp>
          <p:nvSpPr>
            <p:cNvPr id="22" name="Afrundet rektangel 21">
              <a:extLst>
                <a:ext uri="{FF2B5EF4-FFF2-40B4-BE49-F238E27FC236}">
                  <a16:creationId xmlns:a16="http://schemas.microsoft.com/office/drawing/2014/main" id="{A00781D7-49AC-FA7C-0AF5-4134616C04DF}"/>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Metro</a:t>
              </a:r>
            </a:p>
          </p:txBody>
        </p:sp>
        <p:sp>
          <p:nvSpPr>
            <p:cNvPr id="25" name="Afrundet rektangel 24">
              <a:extLst>
                <a:ext uri="{FF2B5EF4-FFF2-40B4-BE49-F238E27FC236}">
                  <a16:creationId xmlns:a16="http://schemas.microsoft.com/office/drawing/2014/main" id="{2AAB1656-2A47-59A3-E72F-D990A0676C83}"/>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Digitale løsninger</a:t>
              </a:r>
            </a:p>
          </p:txBody>
        </p:sp>
        <p:sp>
          <p:nvSpPr>
            <p:cNvPr id="29" name="Afrundet rektangel 28">
              <a:extLst>
                <a:ext uri="{FF2B5EF4-FFF2-40B4-BE49-F238E27FC236}">
                  <a16:creationId xmlns:a16="http://schemas.microsoft.com/office/drawing/2014/main" id="{D159D120-D61F-8639-8EF5-C00E1CE942AF}"/>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2024</a:t>
              </a:r>
            </a:p>
          </p:txBody>
        </p:sp>
        <p:cxnSp>
          <p:nvCxnSpPr>
            <p:cNvPr id="30" name="Lige forbindelse 29">
              <a:extLst>
                <a:ext uri="{FF2B5EF4-FFF2-40B4-BE49-F238E27FC236}">
                  <a16:creationId xmlns:a16="http://schemas.microsoft.com/office/drawing/2014/main" id="{0E01FCD2-58BE-1E86-2928-FA9D0061B9EA}"/>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1" name="Lige forbindelse 30">
              <a:extLst>
                <a:ext uri="{FF2B5EF4-FFF2-40B4-BE49-F238E27FC236}">
                  <a16:creationId xmlns:a16="http://schemas.microsoft.com/office/drawing/2014/main" id="{726BBCE8-1917-0F14-3649-C2D95C3F2146}"/>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8234335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Pladsholder til billede 25">
            <a:extLst>
              <a:ext uri="{FF2B5EF4-FFF2-40B4-BE49-F238E27FC236}">
                <a16:creationId xmlns:a16="http://schemas.microsoft.com/office/drawing/2014/main" id="{AC219EDB-70D1-73DA-AEF8-69E77D9CD4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1160" r="21160"/>
          <a:stretch/>
        </p:blipFill>
        <p:spPr>
          <a:xfrm>
            <a:off x="288000" y="2712027"/>
            <a:ext cx="3204000" cy="3688774"/>
          </a:xfrm>
        </p:spPr>
      </p:pic>
      <p:pic>
        <p:nvPicPr>
          <p:cNvPr id="11" name="Pladsholder til billede 10">
            <a:extLst>
              <a:ext uri="{FF2B5EF4-FFF2-40B4-BE49-F238E27FC236}">
                <a16:creationId xmlns:a16="http://schemas.microsoft.com/office/drawing/2014/main" id="{B4B0D364-A572-35B0-61D9-F50176511CAF}"/>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t="11935" b="11935"/>
          <a:stretch/>
        </p:blipFill>
        <p:spPr>
          <a:xfrm>
            <a:off x="3607808" y="251998"/>
            <a:ext cx="5896973" cy="3386860"/>
          </a:xfrm>
        </p:spPr>
      </p:pic>
      <p:pic>
        <p:nvPicPr>
          <p:cNvPr id="28" name="Pladsholder til billede 27">
            <a:extLst>
              <a:ext uri="{FF2B5EF4-FFF2-40B4-BE49-F238E27FC236}">
                <a16:creationId xmlns:a16="http://schemas.microsoft.com/office/drawing/2014/main" id="{55B7D456-5D0C-F0F5-3F29-3D13F6BAADFD}"/>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t="13770" b="13770"/>
          <a:stretch/>
        </p:blipFill>
        <p:spPr>
          <a:xfrm>
            <a:off x="3607808" y="3764857"/>
            <a:ext cx="2415167" cy="2635943"/>
          </a:xfrm>
        </p:spPr>
      </p:pic>
      <p:pic>
        <p:nvPicPr>
          <p:cNvPr id="34" name="Pladsholder til billede 33">
            <a:extLst>
              <a:ext uri="{FF2B5EF4-FFF2-40B4-BE49-F238E27FC236}">
                <a16:creationId xmlns:a16="http://schemas.microsoft.com/office/drawing/2014/main" id="{3E8414EB-0CF7-01F9-11CE-E3BC1F54F0FF}"/>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9462" r="33744"/>
          <a:stretch>
            <a:fillRect/>
          </a:stretch>
        </p:blipFill>
        <p:spPr>
          <a:xfrm>
            <a:off x="9647238" y="3763963"/>
            <a:ext cx="2254250" cy="2635250"/>
          </a:xfrm>
        </p:spPr>
      </p:pic>
      <p:pic>
        <p:nvPicPr>
          <p:cNvPr id="30" name="Pladsholder til billede 29">
            <a:extLst>
              <a:ext uri="{FF2B5EF4-FFF2-40B4-BE49-F238E27FC236}">
                <a16:creationId xmlns:a16="http://schemas.microsoft.com/office/drawing/2014/main" id="{06686BEE-E0B4-3703-2B79-2A9BCEE5D667}"/>
              </a:ext>
            </a:extLst>
          </p:cNvPr>
          <p:cNvPicPr>
            <a:picLocks noGrp="1" noChangeAspect="1"/>
          </p:cNvPicPr>
          <p:nvPr>
            <p:ph type="pic" sz="quarter" idx="20"/>
          </p:nvPr>
        </p:nvPicPr>
        <p:blipFill>
          <a:blip r:embed="rId6">
            <a:extLst>
              <a:ext uri="{28A0092B-C50C-407E-A947-70E740481C1C}">
                <a14:useLocalDpi xmlns:a14="http://schemas.microsoft.com/office/drawing/2010/main" val="0"/>
              </a:ext>
            </a:extLst>
          </a:blip>
          <a:srcRect l="683" r="14861"/>
          <a:stretch>
            <a:fillRect/>
          </a:stretch>
        </p:blipFill>
        <p:spPr>
          <a:xfrm>
            <a:off x="6165850" y="3765550"/>
            <a:ext cx="3338513" cy="2633663"/>
          </a:xfrm>
        </p:spPr>
      </p:pic>
      <p:pic>
        <p:nvPicPr>
          <p:cNvPr id="32" name="Pladsholder til billede 31">
            <a:extLst>
              <a:ext uri="{FF2B5EF4-FFF2-40B4-BE49-F238E27FC236}">
                <a16:creationId xmlns:a16="http://schemas.microsoft.com/office/drawing/2014/main" id="{34FE1516-9132-E51D-AF09-7CC3B3AFF40E}"/>
              </a:ext>
            </a:extLst>
          </p:cNvPr>
          <p:cNvPicPr>
            <a:picLocks noGrp="1" noChangeAspect="1"/>
          </p:cNvPicPr>
          <p:nvPr>
            <p:ph type="pic" sz="quarter" idx="21"/>
          </p:nvPr>
        </p:nvPicPr>
        <p:blipFill>
          <a:blip r:embed="rId7">
            <a:extLst>
              <a:ext uri="{28A0092B-C50C-407E-A947-70E740481C1C}">
                <a14:useLocalDpi xmlns:a14="http://schemas.microsoft.com/office/drawing/2010/main" val="0"/>
              </a:ext>
            </a:extLst>
          </a:blip>
          <a:srcRect l="40257" r="15543"/>
          <a:stretch>
            <a:fillRect/>
          </a:stretch>
        </p:blipFill>
        <p:spPr>
          <a:xfrm>
            <a:off x="9647238" y="252413"/>
            <a:ext cx="2254250" cy="3386137"/>
          </a:xfrm>
        </p:spPr>
      </p:pic>
      <p:pic>
        <p:nvPicPr>
          <p:cNvPr id="24" name="Pladsholder til billede 23">
            <a:extLst>
              <a:ext uri="{FF2B5EF4-FFF2-40B4-BE49-F238E27FC236}">
                <a16:creationId xmlns:a16="http://schemas.microsoft.com/office/drawing/2014/main" id="{15E59D94-88CC-614D-236D-85B8847D8814}"/>
              </a:ext>
            </a:extLst>
          </p:cNvPr>
          <p:cNvPicPr>
            <a:picLocks noGrp="1" noChangeAspect="1"/>
          </p:cNvPicPr>
          <p:nvPr>
            <p:ph type="pic" sz="quarter" idx="22"/>
          </p:nvPr>
        </p:nvPicPr>
        <p:blipFill>
          <a:blip r:embed="rId8">
            <a:extLst>
              <a:ext uri="{28A0092B-C50C-407E-A947-70E740481C1C}">
                <a14:useLocalDpi xmlns:a14="http://schemas.microsoft.com/office/drawing/2010/main" val="0"/>
              </a:ext>
            </a:extLst>
          </a:blip>
          <a:srcRect t="2716" b="2716"/>
          <a:stretch/>
        </p:blipFill>
        <p:spPr>
          <a:xfrm>
            <a:off x="288000" y="251999"/>
            <a:ext cx="3204000" cy="2334027"/>
          </a:xfrm>
        </p:spPr>
      </p:pic>
    </p:spTree>
    <p:extLst>
      <p:ext uri="{BB962C8B-B14F-4D97-AF65-F5344CB8AC3E}">
        <p14:creationId xmlns:p14="http://schemas.microsoft.com/office/powerpoint/2010/main" val="1196679141"/>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ladsholder til billede 8">
            <a:extLst>
              <a:ext uri="{FF2B5EF4-FFF2-40B4-BE49-F238E27FC236}">
                <a16:creationId xmlns:a16="http://schemas.microsoft.com/office/drawing/2014/main" id="{03BD5D1F-3F49-11EB-5830-F17166520005}"/>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906" b="7906"/>
          <a:stretch/>
        </p:blipFill>
        <p:spPr>
          <a:xfrm>
            <a:off x="-1" y="0"/>
            <a:ext cx="12188825" cy="6858000"/>
          </a:xfrm>
        </p:spPr>
      </p:pic>
      <p:sp>
        <p:nvSpPr>
          <p:cNvPr id="6" name="Pladsholder til tekst 5">
            <a:extLst>
              <a:ext uri="{FF2B5EF4-FFF2-40B4-BE49-F238E27FC236}">
                <a16:creationId xmlns:a16="http://schemas.microsoft.com/office/drawing/2014/main" id="{4F270C23-83C9-920E-BD80-D7D4D761F4A3}"/>
              </a:ext>
            </a:extLst>
          </p:cNvPr>
          <p:cNvSpPr>
            <a:spLocks noGrp="1"/>
          </p:cNvSpPr>
          <p:nvPr>
            <p:ph type="body" sz="quarter" idx="17"/>
          </p:nvPr>
        </p:nvSpPr>
        <p:spPr>
          <a:xfrm>
            <a:off x="288000" y="252000"/>
            <a:ext cx="2567773" cy="552965"/>
          </a:xfrm>
        </p:spPr>
        <p:txBody>
          <a:bodyPr/>
          <a:lstStyle/>
          <a:p>
            <a:r>
              <a:rPr lang="en-US"/>
              <a:t>Lorem ipsum</a:t>
            </a:r>
          </a:p>
        </p:txBody>
      </p:sp>
      <p:sp>
        <p:nvSpPr>
          <p:cNvPr id="11" name="Pladsholder til billede 10">
            <a:extLst>
              <a:ext uri="{FF2B5EF4-FFF2-40B4-BE49-F238E27FC236}">
                <a16:creationId xmlns:a16="http://schemas.microsoft.com/office/drawing/2014/main" id="{92DA0308-96C1-10D3-C10B-EB90D2520E7A}"/>
              </a:ext>
            </a:extLst>
          </p:cNvPr>
          <p:cNvSpPr>
            <a:spLocks noGrp="1"/>
          </p:cNvSpPr>
          <p:nvPr>
            <p:ph type="pic" sz="quarter" idx="18"/>
          </p:nvPr>
        </p:nvSpPr>
        <p:spPr/>
        <p:txBody>
          <a:bodyPr/>
          <a:lstStyle/>
          <a:p>
            <a:endParaRPr lang="en-US"/>
          </a:p>
        </p:txBody>
      </p:sp>
      <p:sp>
        <p:nvSpPr>
          <p:cNvPr id="2" name="Pladsholder til billede 6">
            <a:extLst>
              <a:ext uri="{FF2B5EF4-FFF2-40B4-BE49-F238E27FC236}">
                <a16:creationId xmlns:a16="http://schemas.microsoft.com/office/drawing/2014/main" id="{451D8E45-B0E1-2087-B705-55573DAD81FE}"/>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Pladsholder til billede 6">
            <a:extLst>
              <a:ext uri="{FF2B5EF4-FFF2-40B4-BE49-F238E27FC236}">
                <a16:creationId xmlns:a16="http://schemas.microsoft.com/office/drawing/2014/main" id="{917E7802-CACC-FD59-E5BE-21966ED63588}"/>
              </a:ext>
            </a:extLst>
          </p:cNvPr>
          <p:cNvSpPr>
            <a:spLocks noGrp="1"/>
          </p:cNvSpPr>
          <p:nvPr>
            <p:ph type="pic" sz="quarter" idx="19"/>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extLst>
      <p:ext uri="{BB962C8B-B14F-4D97-AF65-F5344CB8AC3E}">
        <p14:creationId xmlns:p14="http://schemas.microsoft.com/office/powerpoint/2010/main" val="1972007096"/>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5BB66-FF07-0BFF-D468-89DB3C1319F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FB1CF28-B993-F058-E426-CDC5D67146CD}"/>
              </a:ext>
            </a:extLst>
          </p:cNvPr>
          <p:cNvSpPr>
            <a:spLocks noGrp="1"/>
          </p:cNvSpPr>
          <p:nvPr>
            <p:ph type="title"/>
          </p:nvPr>
        </p:nvSpPr>
        <p:spPr>
          <a:xfrm>
            <a:off x="288000" y="288000"/>
            <a:ext cx="3581999" cy="6032476"/>
          </a:xfrm>
        </p:spPr>
        <p:txBody>
          <a:bodyPr/>
          <a:lstStyle/>
          <a:p>
            <a:r>
              <a:rPr lang="en-US"/>
              <a:t>Lorem ipsum sit amet con incidunct</a:t>
            </a:r>
          </a:p>
        </p:txBody>
      </p:sp>
      <p:sp>
        <p:nvSpPr>
          <p:cNvPr id="6" name="Pladsholder til indhold 5">
            <a:extLst>
              <a:ext uri="{FF2B5EF4-FFF2-40B4-BE49-F238E27FC236}">
                <a16:creationId xmlns:a16="http://schemas.microsoft.com/office/drawing/2014/main" id="{2FF242B7-DC2A-2B8D-B5FD-DDD1BC0F85A8}"/>
              </a:ext>
            </a:extLst>
          </p:cNvPr>
          <p:cNvSpPr>
            <a:spLocks noGrp="1"/>
          </p:cNvSpPr>
          <p:nvPr>
            <p:ph idx="14"/>
          </p:nvPr>
        </p:nvSpPr>
        <p:spPr>
          <a:xfrm>
            <a:off x="4015986" y="5640078"/>
            <a:ext cx="3888000" cy="543367"/>
          </a:xfrm>
        </p:spPr>
        <p:txBody>
          <a:bodyPr/>
          <a:lstStyle/>
          <a:p>
            <a:r>
              <a:rPr lang="da-DK"/>
              <a:t>Caborepe porum exerume nobitio nsequos dellat ut as duntese cor aspit poris exerume nobitio nsequos dellat ut as duntese cor aporis modignit alibus vollore.</a:t>
            </a:r>
            <a:endParaRPr lang="en-US"/>
          </a:p>
        </p:txBody>
      </p:sp>
      <p:sp>
        <p:nvSpPr>
          <p:cNvPr id="7" name="Pladsholder til tekst 6">
            <a:extLst>
              <a:ext uri="{FF2B5EF4-FFF2-40B4-BE49-F238E27FC236}">
                <a16:creationId xmlns:a16="http://schemas.microsoft.com/office/drawing/2014/main" id="{9388417E-7189-AE7F-749B-15DC110D0FE2}"/>
              </a:ext>
            </a:extLst>
          </p:cNvPr>
          <p:cNvSpPr>
            <a:spLocks noGrp="1"/>
          </p:cNvSpPr>
          <p:nvPr>
            <p:ph type="body" sz="quarter" idx="15"/>
          </p:nvPr>
        </p:nvSpPr>
        <p:spPr>
          <a:xfrm>
            <a:off x="4015986" y="5340103"/>
            <a:ext cx="3888000" cy="299975"/>
          </a:xfrm>
        </p:spPr>
        <p:txBody>
          <a:bodyPr/>
          <a:lstStyle/>
          <a:p>
            <a:r>
              <a:rPr lang="en-US"/>
              <a:t>Title 1</a:t>
            </a:r>
          </a:p>
        </p:txBody>
      </p:sp>
      <p:sp>
        <p:nvSpPr>
          <p:cNvPr id="26" name="Pladsholder til indhold 25">
            <a:extLst>
              <a:ext uri="{FF2B5EF4-FFF2-40B4-BE49-F238E27FC236}">
                <a16:creationId xmlns:a16="http://schemas.microsoft.com/office/drawing/2014/main" id="{10AF5CEA-E927-273F-872F-4D5DC24DF817}"/>
              </a:ext>
            </a:extLst>
          </p:cNvPr>
          <p:cNvSpPr>
            <a:spLocks noGrp="1"/>
          </p:cNvSpPr>
          <p:nvPr>
            <p:ph idx="16"/>
          </p:nvPr>
        </p:nvSpPr>
        <p:spPr>
          <a:xfrm>
            <a:off x="8048825" y="5640078"/>
            <a:ext cx="3852000" cy="543367"/>
          </a:xfrm>
        </p:spPr>
        <p:txBody>
          <a:bodyPr/>
          <a:lstStyle/>
          <a:p>
            <a:r>
              <a:rPr lang="da-DK"/>
              <a:t>Caborepe porum exerume nobitio nsequos dellat ut as duntese porum nobitio nsequos dellat ut as duntese cor aspit poris mod.</a:t>
            </a:r>
            <a:endParaRPr lang="en-US"/>
          </a:p>
        </p:txBody>
      </p:sp>
      <p:sp>
        <p:nvSpPr>
          <p:cNvPr id="27" name="Pladsholder til tekst 26">
            <a:extLst>
              <a:ext uri="{FF2B5EF4-FFF2-40B4-BE49-F238E27FC236}">
                <a16:creationId xmlns:a16="http://schemas.microsoft.com/office/drawing/2014/main" id="{2C8D5D31-C904-4D44-46AF-10B92881DA60}"/>
              </a:ext>
            </a:extLst>
          </p:cNvPr>
          <p:cNvSpPr>
            <a:spLocks noGrp="1"/>
          </p:cNvSpPr>
          <p:nvPr>
            <p:ph type="body" sz="quarter" idx="17"/>
          </p:nvPr>
        </p:nvSpPr>
        <p:spPr>
          <a:xfrm>
            <a:off x="8048726" y="5340103"/>
            <a:ext cx="3852000" cy="299975"/>
          </a:xfrm>
        </p:spPr>
        <p:txBody>
          <a:bodyPr/>
          <a:lstStyle/>
          <a:p>
            <a:r>
              <a:rPr lang="en-US"/>
              <a:t>Title 2</a:t>
            </a:r>
          </a:p>
        </p:txBody>
      </p:sp>
      <p:pic>
        <p:nvPicPr>
          <p:cNvPr id="13" name="Pladsholder til billede 12">
            <a:extLst>
              <a:ext uri="{FF2B5EF4-FFF2-40B4-BE49-F238E27FC236}">
                <a16:creationId xmlns:a16="http://schemas.microsoft.com/office/drawing/2014/main" id="{F11DF317-06DA-1523-5695-20A8B5BAAB1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0383" r="10383"/>
          <a:stretch/>
        </p:blipFill>
        <p:spPr>
          <a:xfrm>
            <a:off x="4015986" y="251999"/>
            <a:ext cx="3887999" cy="4932000"/>
          </a:xfrm>
        </p:spPr>
      </p:pic>
      <p:pic>
        <p:nvPicPr>
          <p:cNvPr id="17" name="Pladsholder til billede 16">
            <a:extLst>
              <a:ext uri="{FF2B5EF4-FFF2-40B4-BE49-F238E27FC236}">
                <a16:creationId xmlns:a16="http://schemas.microsoft.com/office/drawing/2014/main" id="{29D798E8-5BE4-FEF6-5E55-ADC070DCCE9A}"/>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l="23925" r="23925"/>
          <a:stretch/>
        </p:blipFill>
        <p:spPr>
          <a:xfrm>
            <a:off x="8040298" y="252000"/>
            <a:ext cx="3860527" cy="4932775"/>
          </a:xfrm>
        </p:spPr>
      </p:pic>
    </p:spTree>
    <p:extLst>
      <p:ext uri="{BB962C8B-B14F-4D97-AF65-F5344CB8AC3E}">
        <p14:creationId xmlns:p14="http://schemas.microsoft.com/office/powerpoint/2010/main" val="3373708073"/>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FC243-1159-23AB-5ACD-ADEF04771699}"/>
              </a:ext>
            </a:extLst>
          </p:cNvPr>
          <p:cNvSpPr>
            <a:spLocks noGrp="1"/>
          </p:cNvSpPr>
          <p:nvPr>
            <p:ph type="title"/>
          </p:nvPr>
        </p:nvSpPr>
        <p:spPr>
          <a:xfrm>
            <a:off x="288000" y="252000"/>
            <a:ext cx="5662414" cy="1811099"/>
          </a:xfrm>
        </p:spPr>
        <p:txBody>
          <a:bodyPr/>
          <a:lstStyle/>
          <a:p>
            <a:r>
              <a:rPr lang="en-US"/>
              <a:t>Lorem ipsum sit amet con incidunct</a:t>
            </a:r>
          </a:p>
        </p:txBody>
      </p:sp>
      <p:sp>
        <p:nvSpPr>
          <p:cNvPr id="6" name="Pladsholder til indhold 5">
            <a:extLst>
              <a:ext uri="{FF2B5EF4-FFF2-40B4-BE49-F238E27FC236}">
                <a16:creationId xmlns:a16="http://schemas.microsoft.com/office/drawing/2014/main" id="{DEC5F6BB-9545-3E22-CD0D-20B0CDF06812}"/>
              </a:ext>
            </a:extLst>
          </p:cNvPr>
          <p:cNvSpPr>
            <a:spLocks noGrp="1"/>
          </p:cNvSpPr>
          <p:nvPr>
            <p:ph idx="1"/>
          </p:nvPr>
        </p:nvSpPr>
        <p:spPr>
          <a:xfrm>
            <a:off x="288000"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endParaRPr lang="en-US"/>
          </a:p>
        </p:txBody>
      </p:sp>
      <p:sp>
        <p:nvSpPr>
          <p:cNvPr id="7" name="Pladsholder til tekst 6">
            <a:extLst>
              <a:ext uri="{FF2B5EF4-FFF2-40B4-BE49-F238E27FC236}">
                <a16:creationId xmlns:a16="http://schemas.microsoft.com/office/drawing/2014/main" id="{A3F4B40B-0476-D9E0-2687-C518FDE60961}"/>
              </a:ext>
            </a:extLst>
          </p:cNvPr>
          <p:cNvSpPr>
            <a:spLocks noGrp="1"/>
          </p:cNvSpPr>
          <p:nvPr>
            <p:ph type="body" sz="quarter" idx="13"/>
          </p:nvPr>
        </p:nvSpPr>
        <p:spPr>
          <a:xfrm>
            <a:off x="288000" y="3937000"/>
            <a:ext cx="3606701" cy="381000"/>
          </a:xfrm>
        </p:spPr>
        <p:txBody>
          <a:bodyPr/>
          <a:lstStyle/>
          <a:p>
            <a:r>
              <a:rPr lang="en-US"/>
              <a:t>Title 1</a:t>
            </a:r>
          </a:p>
        </p:txBody>
      </p:sp>
      <p:sp>
        <p:nvSpPr>
          <p:cNvPr id="8" name="Pladsholder til indhold 7">
            <a:extLst>
              <a:ext uri="{FF2B5EF4-FFF2-40B4-BE49-F238E27FC236}">
                <a16:creationId xmlns:a16="http://schemas.microsoft.com/office/drawing/2014/main" id="{17ECD160-C378-A02D-F546-D4EDD035F032}"/>
              </a:ext>
            </a:extLst>
          </p:cNvPr>
          <p:cNvSpPr>
            <a:spLocks noGrp="1"/>
          </p:cNvSpPr>
          <p:nvPr>
            <p:ph idx="14"/>
          </p:nvPr>
        </p:nvSpPr>
        <p:spPr>
          <a:xfrm>
            <a:off x="4292650" y="4318000"/>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endParaRPr lang="en-US"/>
          </a:p>
        </p:txBody>
      </p:sp>
      <p:sp>
        <p:nvSpPr>
          <p:cNvPr id="9" name="Pladsholder til tekst 8">
            <a:extLst>
              <a:ext uri="{FF2B5EF4-FFF2-40B4-BE49-F238E27FC236}">
                <a16:creationId xmlns:a16="http://schemas.microsoft.com/office/drawing/2014/main" id="{5702C40D-A730-354E-0358-3CB0B1FD34FB}"/>
              </a:ext>
            </a:extLst>
          </p:cNvPr>
          <p:cNvSpPr>
            <a:spLocks noGrp="1"/>
          </p:cNvSpPr>
          <p:nvPr>
            <p:ph type="body" sz="quarter" idx="15"/>
          </p:nvPr>
        </p:nvSpPr>
        <p:spPr>
          <a:xfrm>
            <a:off x="4292600" y="3937000"/>
            <a:ext cx="3606701" cy="381000"/>
          </a:xfrm>
        </p:spPr>
        <p:txBody>
          <a:bodyPr/>
          <a:lstStyle/>
          <a:p>
            <a:r>
              <a:rPr lang="en-US"/>
              <a:t>Title 2</a:t>
            </a:r>
          </a:p>
        </p:txBody>
      </p:sp>
      <p:sp>
        <p:nvSpPr>
          <p:cNvPr id="10" name="Pladsholder til indhold 9">
            <a:extLst>
              <a:ext uri="{FF2B5EF4-FFF2-40B4-BE49-F238E27FC236}">
                <a16:creationId xmlns:a16="http://schemas.microsoft.com/office/drawing/2014/main" id="{409CAA7F-3768-E82D-B3EA-B86B6519ED64}"/>
              </a:ext>
            </a:extLst>
          </p:cNvPr>
          <p:cNvSpPr>
            <a:spLocks noGrp="1"/>
          </p:cNvSpPr>
          <p:nvPr>
            <p:ph idx="16"/>
          </p:nvPr>
        </p:nvSpPr>
        <p:spPr>
          <a:xfrm>
            <a:off x="8298000" y="4318000"/>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endParaRPr lang="en-US"/>
          </a:p>
        </p:txBody>
      </p:sp>
      <p:sp>
        <p:nvSpPr>
          <p:cNvPr id="11" name="Pladsholder til tekst 10">
            <a:extLst>
              <a:ext uri="{FF2B5EF4-FFF2-40B4-BE49-F238E27FC236}">
                <a16:creationId xmlns:a16="http://schemas.microsoft.com/office/drawing/2014/main" id="{DF16969E-146C-CB00-64FB-A439A1DFFD4D}"/>
              </a:ext>
            </a:extLst>
          </p:cNvPr>
          <p:cNvSpPr>
            <a:spLocks noGrp="1"/>
          </p:cNvSpPr>
          <p:nvPr>
            <p:ph type="body" sz="quarter" idx="17"/>
          </p:nvPr>
        </p:nvSpPr>
        <p:spPr>
          <a:xfrm>
            <a:off x="8298000" y="3937000"/>
            <a:ext cx="3606701" cy="381000"/>
          </a:xfrm>
        </p:spPr>
        <p:txBody>
          <a:bodyPr/>
          <a:lstStyle/>
          <a:p>
            <a:r>
              <a:rPr lang="en-US"/>
              <a:t>Title 3</a:t>
            </a:r>
          </a:p>
        </p:txBody>
      </p:sp>
    </p:spTree>
    <p:extLst>
      <p:ext uri="{BB962C8B-B14F-4D97-AF65-F5344CB8AC3E}">
        <p14:creationId xmlns:p14="http://schemas.microsoft.com/office/powerpoint/2010/main" val="3258324142"/>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B354-1446-6ECF-5CEC-508A53E3D9B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918CAFB-8110-DD48-8E4F-EC5D19737F09}"/>
              </a:ext>
            </a:extLst>
          </p:cNvPr>
          <p:cNvSpPr>
            <a:spLocks noGrp="1"/>
          </p:cNvSpPr>
          <p:nvPr>
            <p:ph type="title"/>
          </p:nvPr>
        </p:nvSpPr>
        <p:spPr>
          <a:xfrm>
            <a:off x="288000" y="252000"/>
            <a:ext cx="5662414" cy="1811099"/>
          </a:xfrm>
        </p:spPr>
        <p:txBody>
          <a:bodyPr/>
          <a:lstStyle/>
          <a:p>
            <a:r>
              <a:rPr lang="en-US"/>
              <a:t>Lorem ipsum sit amet con incidunct</a:t>
            </a:r>
          </a:p>
        </p:txBody>
      </p:sp>
      <p:sp>
        <p:nvSpPr>
          <p:cNvPr id="6" name="Pladsholder til indhold 5">
            <a:extLst>
              <a:ext uri="{FF2B5EF4-FFF2-40B4-BE49-F238E27FC236}">
                <a16:creationId xmlns:a16="http://schemas.microsoft.com/office/drawing/2014/main" id="{B3591323-4850-8651-C7CF-64A268F9B717}"/>
              </a:ext>
            </a:extLst>
          </p:cNvPr>
          <p:cNvSpPr>
            <a:spLocks noGrp="1"/>
          </p:cNvSpPr>
          <p:nvPr>
            <p:ph idx="1"/>
          </p:nvPr>
        </p:nvSpPr>
        <p:spPr>
          <a:xfrm>
            <a:off x="288000" y="5640078"/>
            <a:ext cx="3712475" cy="543367"/>
          </a:xfrm>
        </p:spPr>
        <p:txBody>
          <a:bodyPr/>
          <a:lstStyle/>
          <a:p>
            <a:r>
              <a:rPr lang="da-DK"/>
              <a:t>Caborepe porum exerume nobitio nsequos dellat ut as duntese cor aspit poris modignit alibus vollore.</a:t>
            </a:r>
            <a:endParaRPr lang="en-US"/>
          </a:p>
        </p:txBody>
      </p:sp>
      <p:sp>
        <p:nvSpPr>
          <p:cNvPr id="7" name="Pladsholder til tekst 6">
            <a:extLst>
              <a:ext uri="{FF2B5EF4-FFF2-40B4-BE49-F238E27FC236}">
                <a16:creationId xmlns:a16="http://schemas.microsoft.com/office/drawing/2014/main" id="{B64FE842-1369-A172-C4E4-93EE2E201C37}"/>
              </a:ext>
            </a:extLst>
          </p:cNvPr>
          <p:cNvSpPr>
            <a:spLocks noGrp="1"/>
          </p:cNvSpPr>
          <p:nvPr>
            <p:ph type="body" sz="quarter" idx="13"/>
          </p:nvPr>
        </p:nvSpPr>
        <p:spPr>
          <a:xfrm>
            <a:off x="288000" y="5340103"/>
            <a:ext cx="3712475" cy="299975"/>
          </a:xfrm>
        </p:spPr>
        <p:txBody>
          <a:bodyPr/>
          <a:lstStyle/>
          <a:p>
            <a:r>
              <a:rPr lang="en-US"/>
              <a:t>Title 1</a:t>
            </a:r>
          </a:p>
        </p:txBody>
      </p:sp>
      <p:sp>
        <p:nvSpPr>
          <p:cNvPr id="8" name="Pladsholder til indhold 7">
            <a:extLst>
              <a:ext uri="{FF2B5EF4-FFF2-40B4-BE49-F238E27FC236}">
                <a16:creationId xmlns:a16="http://schemas.microsoft.com/office/drawing/2014/main" id="{4E0F3F40-B267-974C-799F-A93B71A19D9A}"/>
              </a:ext>
            </a:extLst>
          </p:cNvPr>
          <p:cNvSpPr>
            <a:spLocks noGrp="1"/>
          </p:cNvSpPr>
          <p:nvPr>
            <p:ph idx="14"/>
          </p:nvPr>
        </p:nvSpPr>
        <p:spPr>
          <a:xfrm>
            <a:off x="4238175" y="5640078"/>
            <a:ext cx="3712475" cy="543367"/>
          </a:xfrm>
        </p:spPr>
        <p:txBody>
          <a:bodyPr/>
          <a:lstStyle/>
          <a:p>
            <a:r>
              <a:rPr lang="da-DK"/>
              <a:t>Omnis sus aut aut laborios dolor aut modi to veles rerum accabor simint acium acculpario mod magnatur adis et, sequam que ducienis.</a:t>
            </a:r>
            <a:endParaRPr lang="en-US"/>
          </a:p>
        </p:txBody>
      </p:sp>
      <p:sp>
        <p:nvSpPr>
          <p:cNvPr id="9" name="Pladsholder til tekst 8">
            <a:extLst>
              <a:ext uri="{FF2B5EF4-FFF2-40B4-BE49-F238E27FC236}">
                <a16:creationId xmlns:a16="http://schemas.microsoft.com/office/drawing/2014/main" id="{D84C8E07-EDD1-2DE2-FACB-369342F9783C}"/>
              </a:ext>
            </a:extLst>
          </p:cNvPr>
          <p:cNvSpPr>
            <a:spLocks noGrp="1"/>
          </p:cNvSpPr>
          <p:nvPr>
            <p:ph type="body" sz="quarter" idx="15"/>
          </p:nvPr>
        </p:nvSpPr>
        <p:spPr>
          <a:xfrm>
            <a:off x="4238175" y="5340103"/>
            <a:ext cx="3712475" cy="299975"/>
          </a:xfrm>
        </p:spPr>
        <p:txBody>
          <a:bodyPr/>
          <a:lstStyle/>
          <a:p>
            <a:r>
              <a:rPr lang="en-US"/>
              <a:t>Title 2</a:t>
            </a:r>
          </a:p>
        </p:txBody>
      </p:sp>
      <p:sp>
        <p:nvSpPr>
          <p:cNvPr id="10" name="Pladsholder til indhold 9">
            <a:extLst>
              <a:ext uri="{FF2B5EF4-FFF2-40B4-BE49-F238E27FC236}">
                <a16:creationId xmlns:a16="http://schemas.microsoft.com/office/drawing/2014/main" id="{747AEC7B-204C-DE19-C88E-919249223511}"/>
              </a:ext>
            </a:extLst>
          </p:cNvPr>
          <p:cNvSpPr>
            <a:spLocks noGrp="1"/>
          </p:cNvSpPr>
          <p:nvPr>
            <p:ph idx="16"/>
          </p:nvPr>
        </p:nvSpPr>
        <p:spPr>
          <a:xfrm>
            <a:off x="8188351" y="5640078"/>
            <a:ext cx="3712475" cy="543367"/>
          </a:xfrm>
        </p:spPr>
        <p:txBody>
          <a:bodyPr/>
          <a:lstStyle/>
          <a:p>
            <a:r>
              <a:rPr lang="da-DK"/>
              <a:t>Nobis res eos magnam ut harchitatur? Molla cus expliqu aepella boribus.</a:t>
            </a:r>
            <a:endParaRPr lang="en-US"/>
          </a:p>
        </p:txBody>
      </p:sp>
      <p:sp>
        <p:nvSpPr>
          <p:cNvPr id="11" name="Pladsholder til tekst 10">
            <a:extLst>
              <a:ext uri="{FF2B5EF4-FFF2-40B4-BE49-F238E27FC236}">
                <a16:creationId xmlns:a16="http://schemas.microsoft.com/office/drawing/2014/main" id="{31F8AD83-84F8-E233-917D-FE758543CB72}"/>
              </a:ext>
            </a:extLst>
          </p:cNvPr>
          <p:cNvSpPr>
            <a:spLocks noGrp="1"/>
          </p:cNvSpPr>
          <p:nvPr>
            <p:ph type="body" sz="quarter" idx="17"/>
          </p:nvPr>
        </p:nvSpPr>
        <p:spPr>
          <a:xfrm>
            <a:off x="8188351" y="5340103"/>
            <a:ext cx="3712475" cy="299975"/>
          </a:xfrm>
        </p:spPr>
        <p:txBody>
          <a:bodyPr/>
          <a:lstStyle/>
          <a:p>
            <a:r>
              <a:rPr lang="en-US"/>
              <a:t>Title 3</a:t>
            </a:r>
          </a:p>
        </p:txBody>
      </p:sp>
      <p:pic>
        <p:nvPicPr>
          <p:cNvPr id="13" name="Pladsholder til billede 12">
            <a:extLst>
              <a:ext uri="{FF2B5EF4-FFF2-40B4-BE49-F238E27FC236}">
                <a16:creationId xmlns:a16="http://schemas.microsoft.com/office/drawing/2014/main" id="{E5615BEE-C258-F96E-7CE0-970A09D9F725}"/>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24545" b="24545"/>
          <a:stretch/>
        </p:blipFill>
        <p:spPr>
          <a:xfrm>
            <a:off x="288000" y="3284538"/>
            <a:ext cx="3712474" cy="1900237"/>
          </a:xfrm>
        </p:spPr>
      </p:pic>
      <p:pic>
        <p:nvPicPr>
          <p:cNvPr id="17" name="Pladsholder til billede 16">
            <a:extLst>
              <a:ext uri="{FF2B5EF4-FFF2-40B4-BE49-F238E27FC236}">
                <a16:creationId xmlns:a16="http://schemas.microsoft.com/office/drawing/2014/main" id="{48A0D49A-47A1-401A-FC8D-E2A29C57C8B4}"/>
              </a:ext>
            </a:extLst>
          </p:cNvPr>
          <p:cNvPicPr>
            <a:picLocks noGrp="1" noChangeAspect="1"/>
          </p:cNvPicPr>
          <p:nvPr>
            <p:ph type="pic" sz="quarter" idx="19"/>
          </p:nvPr>
        </p:nvPicPr>
        <p:blipFill>
          <a:blip r:embed="rId3">
            <a:extLst>
              <a:ext uri="{28A0092B-C50C-407E-A947-70E740481C1C}">
                <a14:useLocalDpi xmlns:a14="http://schemas.microsoft.com/office/drawing/2010/main" val="0"/>
              </a:ext>
            </a:extLst>
          </a:blip>
          <a:srcRect t="24491" b="24491"/>
          <a:stretch/>
        </p:blipFill>
        <p:spPr>
          <a:xfrm>
            <a:off x="4238175" y="3284538"/>
            <a:ext cx="3712474" cy="1900237"/>
          </a:xfrm>
        </p:spPr>
      </p:pic>
      <p:pic>
        <p:nvPicPr>
          <p:cNvPr id="18" name="Pladsholder til billede 121">
            <a:extLst>
              <a:ext uri="{FF2B5EF4-FFF2-40B4-BE49-F238E27FC236}">
                <a16:creationId xmlns:a16="http://schemas.microsoft.com/office/drawing/2014/main" id="{C592971A-622B-3728-DC9D-AEA2B0FE2115}"/>
              </a:ext>
            </a:extLst>
          </p:cNvPr>
          <p:cNvPicPr>
            <a:picLocks noGrp="1" noChangeAspect="1"/>
          </p:cNvPicPr>
          <p:nvPr>
            <p:ph type="pic" sz="quarter" idx="20"/>
          </p:nvPr>
        </p:nvPicPr>
        <p:blipFill>
          <a:blip r:embed="rId4">
            <a:extLst>
              <a:ext uri="{28A0092B-C50C-407E-A947-70E740481C1C}">
                <a14:useLocalDpi xmlns:a14="http://schemas.microsoft.com/office/drawing/2010/main" val="0"/>
              </a:ext>
            </a:extLst>
          </a:blip>
          <a:srcRect t="11594" b="11594"/>
          <a:stretch/>
        </p:blipFill>
        <p:spPr>
          <a:xfrm>
            <a:off x="8188351" y="3284538"/>
            <a:ext cx="3712475" cy="1900237"/>
          </a:xfrm>
        </p:spPr>
      </p:pic>
    </p:spTree>
    <p:extLst>
      <p:ext uri="{BB962C8B-B14F-4D97-AF65-F5344CB8AC3E}">
        <p14:creationId xmlns:p14="http://schemas.microsoft.com/office/powerpoint/2010/main" val="358931432"/>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EEF4C-96CB-BC1E-676E-99CE5065C8EC}"/>
            </a:ext>
          </a:extLst>
        </p:cNvPr>
        <p:cNvGrpSpPr/>
        <p:nvPr/>
      </p:nvGrpSpPr>
      <p:grpSpPr>
        <a:xfrm>
          <a:off x="0" y="0"/>
          <a:ext cx="0" cy="0"/>
          <a:chOff x="0" y="0"/>
          <a:chExt cx="0" cy="0"/>
        </a:xfrm>
      </p:grpSpPr>
      <p:sp>
        <p:nvSpPr>
          <p:cNvPr id="101" name="Pladsholder til tekst 100">
            <a:extLst>
              <a:ext uri="{FF2B5EF4-FFF2-40B4-BE49-F238E27FC236}">
                <a16:creationId xmlns:a16="http://schemas.microsoft.com/office/drawing/2014/main" id="{ACB495A2-6F61-185D-2848-37DEB4571A83}"/>
              </a:ext>
            </a:extLst>
          </p:cNvPr>
          <p:cNvSpPr>
            <a:spLocks noGrp="1"/>
          </p:cNvSpPr>
          <p:nvPr>
            <p:ph type="body" sz="quarter" idx="23"/>
          </p:nvPr>
        </p:nvSpPr>
        <p:spPr>
          <a:xfrm>
            <a:off x="288000" y="252000"/>
            <a:ext cx="2592000" cy="468000"/>
          </a:xfrm>
        </p:spPr>
        <p:txBody>
          <a:bodyPr/>
          <a:lstStyle/>
          <a:p>
            <a:r>
              <a:rPr lang="en-US"/>
              <a:t>Title</a:t>
            </a:r>
          </a:p>
          <a:p>
            <a:r>
              <a:rPr lang="en-US"/>
              <a:t>Subtitle</a:t>
            </a:r>
          </a:p>
        </p:txBody>
      </p:sp>
      <p:sp>
        <p:nvSpPr>
          <p:cNvPr id="108" name="Pladsholder til tekst 107">
            <a:extLst>
              <a:ext uri="{FF2B5EF4-FFF2-40B4-BE49-F238E27FC236}">
                <a16:creationId xmlns:a16="http://schemas.microsoft.com/office/drawing/2014/main" id="{7A0E69E9-5D90-7A0F-4D86-7244E9324D1C}"/>
              </a:ext>
            </a:extLst>
          </p:cNvPr>
          <p:cNvSpPr>
            <a:spLocks noGrp="1"/>
          </p:cNvSpPr>
          <p:nvPr>
            <p:ph type="body" sz="quarter" idx="38"/>
          </p:nvPr>
        </p:nvSpPr>
        <p:spPr>
          <a:xfrm>
            <a:off x="287338" y="3284538"/>
            <a:ext cx="2455863" cy="3081337"/>
          </a:xfrm>
        </p:spPr>
        <p:txBody>
          <a:bodyPr/>
          <a:lstStyle/>
          <a:p>
            <a:r>
              <a:rPr lang="da-DK"/>
              <a:t>Caborepe porum exerume nobitio nsequos dellat ut as duntese cor aspit poris modignit alibus vollore, sint la venditatur, officia et, sequasped qui re que volorep erspero vidundic tenit.</a:t>
            </a:r>
          </a:p>
          <a:p>
            <a:r>
              <a:rPr lang="da-DK"/>
              <a:t>Vollorem re dolum eument facepe premporatem reicatem faccate mpores pa quodist, ereius, simus velignam dolorro ruptat aut as a at.</a:t>
            </a:r>
          </a:p>
        </p:txBody>
      </p:sp>
      <p:sp>
        <p:nvSpPr>
          <p:cNvPr id="109" name="Pladsholder til tekst 108">
            <a:extLst>
              <a:ext uri="{FF2B5EF4-FFF2-40B4-BE49-F238E27FC236}">
                <a16:creationId xmlns:a16="http://schemas.microsoft.com/office/drawing/2014/main" id="{F49B1191-DD3D-8ECD-D6CA-2EAFAB5610E9}"/>
              </a:ext>
            </a:extLst>
          </p:cNvPr>
          <p:cNvSpPr>
            <a:spLocks noGrp="1"/>
          </p:cNvSpPr>
          <p:nvPr>
            <p:ph type="body" sz="quarter" idx="43"/>
          </p:nvPr>
        </p:nvSpPr>
        <p:spPr>
          <a:xfrm>
            <a:off x="287339" y="792163"/>
            <a:ext cx="2455862" cy="1370012"/>
          </a:xfrm>
        </p:spPr>
        <p:txBody>
          <a:bodyPr/>
          <a:lstStyle/>
          <a:p>
            <a:r>
              <a:rPr lang="da-DK"/>
              <a:t>Caborepe porum exerume nobitio nsequos dellat ut as duntese cor aspit poris modignit alibus vollore, sint la venditatur, officia et, sequasped qui re que volorep erspero vidundic tenit.</a:t>
            </a:r>
            <a:endParaRPr lang="en-US"/>
          </a:p>
        </p:txBody>
      </p:sp>
      <p:pic>
        <p:nvPicPr>
          <p:cNvPr id="116" name="Pladsholder til billede 115">
            <a:extLst>
              <a:ext uri="{FF2B5EF4-FFF2-40B4-BE49-F238E27FC236}">
                <a16:creationId xmlns:a16="http://schemas.microsoft.com/office/drawing/2014/main" id="{928DBBD2-3E8A-CC89-A1A1-514C1F2E80CA}"/>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31073" r="31073"/>
          <a:stretch/>
        </p:blipFill>
        <p:spPr>
          <a:xfrm>
            <a:off x="3003975" y="252000"/>
            <a:ext cx="2890800" cy="5087822"/>
          </a:xfrm>
        </p:spPr>
      </p:pic>
      <p:pic>
        <p:nvPicPr>
          <p:cNvPr id="120" name="Pladsholder til billede 119">
            <a:extLst>
              <a:ext uri="{FF2B5EF4-FFF2-40B4-BE49-F238E27FC236}">
                <a16:creationId xmlns:a16="http://schemas.microsoft.com/office/drawing/2014/main" id="{7BC23743-E1F2-44CB-1B70-C1E41DAD7AA8}"/>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l="15256" r="52966"/>
          <a:stretch>
            <a:fillRect/>
          </a:stretch>
        </p:blipFill>
        <p:spPr>
          <a:xfrm>
            <a:off x="6024563" y="252413"/>
            <a:ext cx="2890837" cy="5087937"/>
          </a:xfrm>
        </p:spPr>
      </p:pic>
      <p:pic>
        <p:nvPicPr>
          <p:cNvPr id="124" name="Pladsholder til billede 123">
            <a:extLst>
              <a:ext uri="{FF2B5EF4-FFF2-40B4-BE49-F238E27FC236}">
                <a16:creationId xmlns:a16="http://schemas.microsoft.com/office/drawing/2014/main" id="{39815D3D-4815-A0B9-B073-4827D34F29DC}"/>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18379" r="18379"/>
          <a:stretch/>
        </p:blipFill>
        <p:spPr>
          <a:xfrm>
            <a:off x="9046025" y="252000"/>
            <a:ext cx="2854800" cy="5087822"/>
          </a:xfrm>
        </p:spPr>
      </p:pic>
      <p:sp>
        <p:nvSpPr>
          <p:cNvPr id="102" name="Pladsholder til tekst 101">
            <a:extLst>
              <a:ext uri="{FF2B5EF4-FFF2-40B4-BE49-F238E27FC236}">
                <a16:creationId xmlns:a16="http://schemas.microsoft.com/office/drawing/2014/main" id="{C90F8DC5-F7CD-6CD1-484A-599D3472BA47}"/>
              </a:ext>
            </a:extLst>
          </p:cNvPr>
          <p:cNvSpPr>
            <a:spLocks noGrp="1"/>
          </p:cNvSpPr>
          <p:nvPr>
            <p:ph type="body" sz="quarter" idx="24"/>
          </p:nvPr>
        </p:nvSpPr>
        <p:spPr>
          <a:xfrm>
            <a:off x="3004675" y="5419457"/>
            <a:ext cx="2890800" cy="946619"/>
          </a:xfrm>
        </p:spPr>
        <p:txBody>
          <a:bodyPr/>
          <a:lstStyle/>
          <a:p>
            <a:r>
              <a:rPr lang="en-US"/>
              <a:t>Titel</a:t>
            </a:r>
          </a:p>
          <a:p>
            <a:r>
              <a:rPr lang="en-US"/>
              <a:t>Lorem ipsum sit amet </a:t>
            </a:r>
            <a:r>
              <a:rPr lang="da-DK"/>
              <a:t>um eument facepe premporatem </a:t>
            </a:r>
            <a:endParaRPr lang="en-US"/>
          </a:p>
          <a:p>
            <a:endParaRPr lang="en-US"/>
          </a:p>
        </p:txBody>
      </p:sp>
      <p:sp>
        <p:nvSpPr>
          <p:cNvPr id="105" name="Pladsholder til tekst 104">
            <a:extLst>
              <a:ext uri="{FF2B5EF4-FFF2-40B4-BE49-F238E27FC236}">
                <a16:creationId xmlns:a16="http://schemas.microsoft.com/office/drawing/2014/main" id="{D62B7AE9-0C3F-4F98-589C-4A84D422A63C}"/>
              </a:ext>
            </a:extLst>
          </p:cNvPr>
          <p:cNvSpPr>
            <a:spLocks noGrp="1"/>
          </p:cNvSpPr>
          <p:nvPr>
            <p:ph type="body" sz="quarter" idx="25"/>
          </p:nvPr>
        </p:nvSpPr>
        <p:spPr>
          <a:xfrm>
            <a:off x="6025075" y="5419457"/>
            <a:ext cx="2890800" cy="946619"/>
          </a:xfrm>
        </p:spPr>
        <p:txBody>
          <a:bodyPr/>
          <a:lstStyle/>
          <a:p>
            <a:r>
              <a:rPr lang="en-US"/>
              <a:t>Titel</a:t>
            </a:r>
          </a:p>
          <a:p>
            <a:r>
              <a:rPr lang="en-US"/>
              <a:t>Lorem ipsum sit amet </a:t>
            </a:r>
            <a:r>
              <a:rPr lang="da-DK"/>
              <a:t>um eument facepe premporatem </a:t>
            </a:r>
            <a:endParaRPr lang="en-US"/>
          </a:p>
          <a:p>
            <a:endParaRPr lang="en-US"/>
          </a:p>
        </p:txBody>
      </p:sp>
      <p:sp>
        <p:nvSpPr>
          <p:cNvPr id="106" name="Pladsholder til tekst 105">
            <a:extLst>
              <a:ext uri="{FF2B5EF4-FFF2-40B4-BE49-F238E27FC236}">
                <a16:creationId xmlns:a16="http://schemas.microsoft.com/office/drawing/2014/main" id="{32252CDD-DFA2-B0EA-692B-B8D4CEAFF1E5}"/>
              </a:ext>
            </a:extLst>
          </p:cNvPr>
          <p:cNvSpPr>
            <a:spLocks noGrp="1"/>
          </p:cNvSpPr>
          <p:nvPr>
            <p:ph type="body" sz="quarter" idx="26"/>
          </p:nvPr>
        </p:nvSpPr>
        <p:spPr>
          <a:xfrm>
            <a:off x="9045475" y="5419457"/>
            <a:ext cx="2854800" cy="946619"/>
          </a:xfrm>
        </p:spPr>
        <p:txBody>
          <a:bodyPr/>
          <a:lstStyle/>
          <a:p>
            <a:r>
              <a:rPr lang="en-US"/>
              <a:t>Titel</a:t>
            </a:r>
          </a:p>
          <a:p>
            <a:r>
              <a:rPr lang="en-US"/>
              <a:t>Lorem ipsum sit amet </a:t>
            </a:r>
            <a:r>
              <a:rPr lang="da-DK"/>
              <a:t>um eument facepe premporatem </a:t>
            </a:r>
            <a:endParaRPr lang="en-US"/>
          </a:p>
          <a:p>
            <a:endParaRPr lang="en-US"/>
          </a:p>
        </p:txBody>
      </p:sp>
      <p:sp>
        <p:nvSpPr>
          <p:cNvPr id="127" name="Afrundet rektangel 126">
            <a:extLst>
              <a:ext uri="{FF2B5EF4-FFF2-40B4-BE49-F238E27FC236}">
                <a16:creationId xmlns:a16="http://schemas.microsoft.com/office/drawing/2014/main" id="{5302613F-2055-7F8C-2653-CF1A926E6731}"/>
              </a:ext>
            </a:extLst>
          </p:cNvPr>
          <p:cNvSpPr/>
          <p:nvPr/>
        </p:nvSpPr>
        <p:spPr>
          <a:xfrm>
            <a:off x="287337" y="2111857"/>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900" baseline="0" dirty="0" err="1">
                <a:solidFill>
                  <a:schemeClr val="tx2"/>
                </a:solidFill>
                <a:cs typeface="Arial"/>
              </a:rPr>
              <a:t>Category Tag</a:t>
            </a:r>
          </a:p>
        </p:txBody>
      </p:sp>
      <p:sp>
        <p:nvSpPr>
          <p:cNvPr id="130" name="Afrundet rektangel 129">
            <a:extLst>
              <a:ext uri="{FF2B5EF4-FFF2-40B4-BE49-F238E27FC236}">
                <a16:creationId xmlns:a16="http://schemas.microsoft.com/office/drawing/2014/main" id="{7E7915FA-EC94-11A8-DF81-41C002933BC8}"/>
              </a:ext>
            </a:extLst>
          </p:cNvPr>
          <p:cNvSpPr/>
          <p:nvPr/>
        </p:nvSpPr>
        <p:spPr>
          <a:xfrm>
            <a:off x="287337" y="2447523"/>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900" baseline="0" dirty="0" err="1">
                <a:solidFill>
                  <a:schemeClr val="tx2"/>
                </a:solidFill>
                <a:cs typeface="Arial"/>
              </a:rPr>
              <a:t>Category Tag</a:t>
            </a:r>
          </a:p>
        </p:txBody>
      </p:sp>
    </p:spTree>
    <p:extLst>
      <p:ext uri="{BB962C8B-B14F-4D97-AF65-F5344CB8AC3E}">
        <p14:creationId xmlns:p14="http://schemas.microsoft.com/office/powerpoint/2010/main" val="2325585814"/>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63067-4875-A29B-1251-8FD15BAF8928}"/>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7B7FD959-3252-534B-0EBC-5A071921ACF4}"/>
              </a:ext>
            </a:extLst>
          </p:cNvPr>
          <p:cNvSpPr>
            <a:spLocks noGrp="1"/>
          </p:cNvSpPr>
          <p:nvPr>
            <p:ph idx="19"/>
          </p:nvPr>
        </p:nvSpPr>
        <p:spPr>
          <a:xfrm>
            <a:off x="9855726" y="4738688"/>
            <a:ext cx="1319460" cy="983941"/>
          </a:xfrm>
        </p:spPr>
        <p:txBody>
          <a:bodyPr/>
          <a:lstStyle/>
          <a:p>
            <a:r>
              <a:rPr lang="da-DK"/>
              <a:t>Sit amet, consectetur </a:t>
            </a:r>
          </a:p>
          <a:p>
            <a:r>
              <a:rPr lang="da-DK"/>
              <a:t>Ut dapibus</a:t>
            </a:r>
          </a:p>
          <a:p>
            <a:r>
              <a:rPr lang="da-DK"/>
              <a:t>Sed risus enim</a:t>
            </a:r>
          </a:p>
          <a:p>
            <a:endParaRPr lang="en-US"/>
          </a:p>
        </p:txBody>
      </p:sp>
      <p:sp>
        <p:nvSpPr>
          <p:cNvPr id="16" name="Pladsholder til tekst 15">
            <a:extLst>
              <a:ext uri="{FF2B5EF4-FFF2-40B4-BE49-F238E27FC236}">
                <a16:creationId xmlns:a16="http://schemas.microsoft.com/office/drawing/2014/main" id="{C3968019-028D-B0EC-4ED3-7CE59CE96D5B}"/>
              </a:ext>
            </a:extLst>
          </p:cNvPr>
          <p:cNvSpPr>
            <a:spLocks noGrp="1"/>
          </p:cNvSpPr>
          <p:nvPr>
            <p:ph type="body" sz="quarter" idx="20"/>
          </p:nvPr>
        </p:nvSpPr>
        <p:spPr>
          <a:xfrm>
            <a:off x="9854437" y="4429128"/>
            <a:ext cx="1319460" cy="381000"/>
          </a:xfrm>
        </p:spPr>
        <p:txBody>
          <a:bodyPr/>
          <a:lstStyle/>
          <a:p>
            <a:r>
              <a:rPr lang="en-US"/>
              <a:t>Lorem  ipsum</a:t>
            </a:r>
          </a:p>
          <a:p>
            <a:endParaRPr lang="en-US"/>
          </a:p>
        </p:txBody>
      </p:sp>
      <p:sp>
        <p:nvSpPr>
          <p:cNvPr id="6" name="Pladsholder til indhold 5">
            <a:extLst>
              <a:ext uri="{FF2B5EF4-FFF2-40B4-BE49-F238E27FC236}">
                <a16:creationId xmlns:a16="http://schemas.microsoft.com/office/drawing/2014/main" id="{BC6B59F0-DAF5-1F25-334F-4AD5F34F5EBD}"/>
              </a:ext>
            </a:extLst>
          </p:cNvPr>
          <p:cNvSpPr>
            <a:spLocks noGrp="1"/>
          </p:cNvSpPr>
          <p:nvPr>
            <p:ph idx="21"/>
          </p:nvPr>
        </p:nvSpPr>
        <p:spPr>
          <a:xfrm>
            <a:off x="4980992"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5BEA0A85-1BB5-0452-F4E7-6EC27FFD98C0}"/>
              </a:ext>
            </a:extLst>
          </p:cNvPr>
          <p:cNvSpPr>
            <a:spLocks noGrp="1"/>
          </p:cNvSpPr>
          <p:nvPr>
            <p:ph type="body" sz="quarter" idx="22"/>
          </p:nvPr>
        </p:nvSpPr>
        <p:spPr>
          <a:xfrm>
            <a:off x="4980992" y="4429128"/>
            <a:ext cx="1319460" cy="381000"/>
          </a:xfrm>
        </p:spPr>
        <p:txBody>
          <a:bodyPr/>
          <a:lstStyle/>
          <a:p>
            <a:r>
              <a:rPr lang="en-US"/>
              <a:t>Lorem  ipsum</a:t>
            </a:r>
          </a:p>
        </p:txBody>
      </p:sp>
      <p:sp>
        <p:nvSpPr>
          <p:cNvPr id="17" name="Pladsholder til indhold 16">
            <a:extLst>
              <a:ext uri="{FF2B5EF4-FFF2-40B4-BE49-F238E27FC236}">
                <a16:creationId xmlns:a16="http://schemas.microsoft.com/office/drawing/2014/main" id="{5E3DAB29-16D3-6738-A4BC-458C26A70708}"/>
              </a:ext>
            </a:extLst>
          </p:cNvPr>
          <p:cNvSpPr>
            <a:spLocks noGrp="1"/>
          </p:cNvSpPr>
          <p:nvPr>
            <p:ph idx="23"/>
          </p:nvPr>
        </p:nvSpPr>
        <p:spPr>
          <a:xfrm>
            <a:off x="7418359" y="4738688"/>
            <a:ext cx="1319460" cy="983941"/>
          </a:xfrm>
        </p:spPr>
        <p:txBody>
          <a:bodyPr/>
          <a:lstStyle/>
          <a:p>
            <a:r>
              <a:rPr lang="da-DK"/>
              <a:t>Sit amet, consectetur </a:t>
            </a:r>
          </a:p>
          <a:p>
            <a:r>
              <a:rPr lang="da-DK"/>
              <a:t>Ut dapibus</a:t>
            </a:r>
          </a:p>
          <a:p>
            <a:r>
              <a:rPr lang="da-DK"/>
              <a:t>Sed risus enim</a:t>
            </a:r>
          </a:p>
          <a:p>
            <a:endParaRPr lang="en-US"/>
          </a:p>
        </p:txBody>
      </p:sp>
      <p:sp>
        <p:nvSpPr>
          <p:cNvPr id="18" name="Pladsholder til tekst 17">
            <a:extLst>
              <a:ext uri="{FF2B5EF4-FFF2-40B4-BE49-F238E27FC236}">
                <a16:creationId xmlns:a16="http://schemas.microsoft.com/office/drawing/2014/main" id="{0020C4D1-21E8-2A1F-33D5-DA88B15D7168}"/>
              </a:ext>
            </a:extLst>
          </p:cNvPr>
          <p:cNvSpPr>
            <a:spLocks noGrp="1"/>
          </p:cNvSpPr>
          <p:nvPr>
            <p:ph type="body" sz="quarter" idx="24"/>
          </p:nvPr>
        </p:nvSpPr>
        <p:spPr>
          <a:xfrm>
            <a:off x="7418359" y="4429128"/>
            <a:ext cx="1319460" cy="381000"/>
          </a:xfrm>
        </p:spPr>
        <p:txBody>
          <a:bodyPr/>
          <a:lstStyle/>
          <a:p>
            <a:r>
              <a:rPr lang="en-US"/>
              <a:t>Lorem  ipsum</a:t>
            </a:r>
          </a:p>
          <a:p>
            <a:endParaRPr lang="en-US"/>
          </a:p>
        </p:txBody>
      </p:sp>
      <p:sp>
        <p:nvSpPr>
          <p:cNvPr id="14" name="Titel 13">
            <a:extLst>
              <a:ext uri="{FF2B5EF4-FFF2-40B4-BE49-F238E27FC236}">
                <a16:creationId xmlns:a16="http://schemas.microsoft.com/office/drawing/2014/main" id="{3AAC85C1-5D69-3791-C8C0-9D642159479C}"/>
              </a:ext>
            </a:extLst>
          </p:cNvPr>
          <p:cNvSpPr>
            <a:spLocks noGrp="1"/>
          </p:cNvSpPr>
          <p:nvPr>
            <p:ph type="title"/>
          </p:nvPr>
        </p:nvSpPr>
        <p:spPr>
          <a:xfrm>
            <a:off x="288000" y="252000"/>
            <a:ext cx="3599502" cy="1811099"/>
          </a:xfrm>
        </p:spPr>
        <p:txBody>
          <a:bodyPr/>
          <a:lstStyle/>
          <a:p>
            <a:r>
              <a:rPr lang="en-US"/>
              <a:t>Lorem ipsum sit amet con incidunct</a:t>
            </a:r>
          </a:p>
        </p:txBody>
      </p:sp>
    </p:spTree>
    <p:extLst>
      <p:ext uri="{BB962C8B-B14F-4D97-AF65-F5344CB8AC3E}">
        <p14:creationId xmlns:p14="http://schemas.microsoft.com/office/powerpoint/2010/main" val="4049026705"/>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9ED75-368B-49E4-3643-AFF42799EA91}"/>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EA337138-78B8-DC79-FB1D-5BB0F21E94B8}"/>
              </a:ext>
            </a:extLst>
          </p:cNvPr>
          <p:cNvSpPr>
            <a:spLocks noGrp="1"/>
          </p:cNvSpPr>
          <p:nvPr>
            <p:ph idx="19"/>
          </p:nvPr>
        </p:nvSpPr>
        <p:spPr>
          <a:xfrm>
            <a:off x="9855726" y="4738688"/>
            <a:ext cx="1319460" cy="983941"/>
          </a:xfrm>
        </p:spPr>
        <p:txBody>
          <a:bodyPr/>
          <a:lstStyle/>
          <a:p>
            <a:r>
              <a:rPr lang="da-DK"/>
              <a:t>Sit amet, consectetur </a:t>
            </a:r>
          </a:p>
          <a:p>
            <a:r>
              <a:rPr lang="da-DK"/>
              <a:t>Ut dapibus</a:t>
            </a:r>
          </a:p>
          <a:p>
            <a:r>
              <a:rPr lang="da-DK"/>
              <a:t>Sed risus enim</a:t>
            </a:r>
          </a:p>
          <a:p>
            <a:endParaRPr lang="en-US"/>
          </a:p>
        </p:txBody>
      </p:sp>
      <p:sp>
        <p:nvSpPr>
          <p:cNvPr id="16" name="Pladsholder til tekst 15">
            <a:extLst>
              <a:ext uri="{FF2B5EF4-FFF2-40B4-BE49-F238E27FC236}">
                <a16:creationId xmlns:a16="http://schemas.microsoft.com/office/drawing/2014/main" id="{5BD9FCE5-1CB4-DCD3-BE26-CD2EB492BC97}"/>
              </a:ext>
            </a:extLst>
          </p:cNvPr>
          <p:cNvSpPr>
            <a:spLocks noGrp="1"/>
          </p:cNvSpPr>
          <p:nvPr>
            <p:ph type="body" sz="quarter" idx="20"/>
          </p:nvPr>
        </p:nvSpPr>
        <p:spPr>
          <a:xfrm>
            <a:off x="9854437" y="4429128"/>
            <a:ext cx="1319460" cy="381000"/>
          </a:xfrm>
        </p:spPr>
        <p:txBody>
          <a:bodyPr/>
          <a:lstStyle/>
          <a:p>
            <a:r>
              <a:rPr lang="en-US"/>
              <a:t>Lorem  ipsum</a:t>
            </a:r>
          </a:p>
          <a:p>
            <a:endParaRPr lang="en-US"/>
          </a:p>
        </p:txBody>
      </p:sp>
      <p:sp>
        <p:nvSpPr>
          <p:cNvPr id="6" name="Pladsholder til indhold 5">
            <a:extLst>
              <a:ext uri="{FF2B5EF4-FFF2-40B4-BE49-F238E27FC236}">
                <a16:creationId xmlns:a16="http://schemas.microsoft.com/office/drawing/2014/main" id="{9D9A5579-5A4C-54C6-1C01-C09F4C12A738}"/>
              </a:ext>
            </a:extLst>
          </p:cNvPr>
          <p:cNvSpPr>
            <a:spLocks noGrp="1"/>
          </p:cNvSpPr>
          <p:nvPr>
            <p:ph idx="21"/>
          </p:nvPr>
        </p:nvSpPr>
        <p:spPr>
          <a:xfrm>
            <a:off x="4980992"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44A37FC2-F740-F673-8524-F29F13809A49}"/>
              </a:ext>
            </a:extLst>
          </p:cNvPr>
          <p:cNvSpPr>
            <a:spLocks noGrp="1"/>
          </p:cNvSpPr>
          <p:nvPr>
            <p:ph type="body" sz="quarter" idx="22"/>
          </p:nvPr>
        </p:nvSpPr>
        <p:spPr>
          <a:xfrm>
            <a:off x="4980992" y="4429128"/>
            <a:ext cx="1319460" cy="381000"/>
          </a:xfrm>
        </p:spPr>
        <p:txBody>
          <a:bodyPr/>
          <a:lstStyle/>
          <a:p>
            <a:r>
              <a:rPr lang="en-US"/>
              <a:t>Lorem  ipsum</a:t>
            </a:r>
          </a:p>
        </p:txBody>
      </p:sp>
      <p:sp>
        <p:nvSpPr>
          <p:cNvPr id="17" name="Pladsholder til indhold 16">
            <a:extLst>
              <a:ext uri="{FF2B5EF4-FFF2-40B4-BE49-F238E27FC236}">
                <a16:creationId xmlns:a16="http://schemas.microsoft.com/office/drawing/2014/main" id="{FB58D616-1AAC-5147-12BC-E54A1423CAAD}"/>
              </a:ext>
            </a:extLst>
          </p:cNvPr>
          <p:cNvSpPr>
            <a:spLocks noGrp="1"/>
          </p:cNvSpPr>
          <p:nvPr>
            <p:ph idx="23"/>
          </p:nvPr>
        </p:nvSpPr>
        <p:spPr>
          <a:xfrm>
            <a:off x="7418359" y="4738688"/>
            <a:ext cx="1319460" cy="983941"/>
          </a:xfrm>
        </p:spPr>
        <p:txBody>
          <a:bodyPr/>
          <a:lstStyle/>
          <a:p>
            <a:r>
              <a:rPr lang="da-DK"/>
              <a:t>Sit amet, consectetur </a:t>
            </a:r>
          </a:p>
          <a:p>
            <a:r>
              <a:rPr lang="da-DK"/>
              <a:t>Ut dapibus</a:t>
            </a:r>
          </a:p>
          <a:p>
            <a:r>
              <a:rPr lang="da-DK"/>
              <a:t>Sed risus enim</a:t>
            </a:r>
          </a:p>
          <a:p>
            <a:endParaRPr lang="en-US"/>
          </a:p>
        </p:txBody>
      </p:sp>
      <p:sp>
        <p:nvSpPr>
          <p:cNvPr id="18" name="Pladsholder til tekst 17">
            <a:extLst>
              <a:ext uri="{FF2B5EF4-FFF2-40B4-BE49-F238E27FC236}">
                <a16:creationId xmlns:a16="http://schemas.microsoft.com/office/drawing/2014/main" id="{F57EFF05-0018-9CF9-2F79-6E4513A46F9F}"/>
              </a:ext>
            </a:extLst>
          </p:cNvPr>
          <p:cNvSpPr>
            <a:spLocks noGrp="1"/>
          </p:cNvSpPr>
          <p:nvPr>
            <p:ph type="body" sz="quarter" idx="24"/>
          </p:nvPr>
        </p:nvSpPr>
        <p:spPr>
          <a:xfrm>
            <a:off x="7418359" y="4429128"/>
            <a:ext cx="1319460" cy="381000"/>
          </a:xfrm>
        </p:spPr>
        <p:txBody>
          <a:bodyPr/>
          <a:lstStyle/>
          <a:p>
            <a:r>
              <a:rPr lang="en-US"/>
              <a:t>Lorem  ipsum</a:t>
            </a:r>
          </a:p>
          <a:p>
            <a:endParaRPr lang="en-US"/>
          </a:p>
        </p:txBody>
      </p:sp>
      <p:sp>
        <p:nvSpPr>
          <p:cNvPr id="14" name="Titel 13">
            <a:extLst>
              <a:ext uri="{FF2B5EF4-FFF2-40B4-BE49-F238E27FC236}">
                <a16:creationId xmlns:a16="http://schemas.microsoft.com/office/drawing/2014/main" id="{CE09BE62-DA3B-1E41-F82D-C45D4C5BDB87}"/>
              </a:ext>
            </a:extLst>
          </p:cNvPr>
          <p:cNvSpPr>
            <a:spLocks noGrp="1"/>
          </p:cNvSpPr>
          <p:nvPr>
            <p:ph type="title"/>
          </p:nvPr>
        </p:nvSpPr>
        <p:spPr>
          <a:xfrm>
            <a:off x="288000" y="252000"/>
            <a:ext cx="3599502" cy="1811099"/>
          </a:xfrm>
        </p:spPr>
        <p:txBody>
          <a:bodyPr/>
          <a:lstStyle/>
          <a:p>
            <a:r>
              <a:rPr lang="en-US"/>
              <a:t>Lorem ipsum sit amet con incidunct</a:t>
            </a:r>
          </a:p>
        </p:txBody>
      </p:sp>
    </p:spTree>
    <p:extLst>
      <p:ext uri="{BB962C8B-B14F-4D97-AF65-F5344CB8AC3E}">
        <p14:creationId xmlns:p14="http://schemas.microsoft.com/office/powerpoint/2010/main" val="2575874525"/>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ladsholder til billede 18">
            <a:extLst>
              <a:ext uri="{FF2B5EF4-FFF2-40B4-BE49-F238E27FC236}">
                <a16:creationId xmlns:a16="http://schemas.microsoft.com/office/drawing/2014/main" id="{6861FEA5-BA13-B021-B564-C15E3410D970}"/>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6786" r="26786"/>
          <a:stretch/>
        </p:blipFill>
        <p:spPr>
          <a:xfrm>
            <a:off x="288000" y="252000"/>
            <a:ext cx="2808000" cy="6080400"/>
          </a:xfrm>
        </p:spPr>
      </p:pic>
      <p:pic>
        <p:nvPicPr>
          <p:cNvPr id="21" name="Pladsholder til billede 20">
            <a:extLst>
              <a:ext uri="{FF2B5EF4-FFF2-40B4-BE49-F238E27FC236}">
                <a16:creationId xmlns:a16="http://schemas.microsoft.com/office/drawing/2014/main" id="{389BD434-3763-50AA-D1FC-A1FD10FB6037}"/>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34410" r="34410"/>
          <a:stretch/>
        </p:blipFill>
        <p:spPr>
          <a:xfrm>
            <a:off x="3198942" y="252000"/>
            <a:ext cx="2844000" cy="6079226"/>
          </a:xfrm>
        </p:spPr>
      </p:pic>
      <p:pic>
        <p:nvPicPr>
          <p:cNvPr id="23" name="Pladsholder til billede 22">
            <a:extLst>
              <a:ext uri="{FF2B5EF4-FFF2-40B4-BE49-F238E27FC236}">
                <a16:creationId xmlns:a16="http://schemas.microsoft.com/office/drawing/2014/main" id="{DFDDD751-E678-D7E2-4C9E-F7FBF4BA611B}"/>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l="29132" r="29132"/>
          <a:stretch/>
        </p:blipFill>
        <p:spPr>
          <a:xfrm>
            <a:off x="6145884" y="252000"/>
            <a:ext cx="2844000" cy="6079226"/>
          </a:xfrm>
        </p:spPr>
      </p:pic>
      <p:pic>
        <p:nvPicPr>
          <p:cNvPr id="25" name="Pladsholder til billede 24">
            <a:extLst>
              <a:ext uri="{FF2B5EF4-FFF2-40B4-BE49-F238E27FC236}">
                <a16:creationId xmlns:a16="http://schemas.microsoft.com/office/drawing/2014/main" id="{D72DF837-E121-8005-FDD3-6FD5406F788B}"/>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26819" r="26819"/>
          <a:stretch/>
        </p:blipFill>
        <p:spPr>
          <a:xfrm>
            <a:off x="9092825" y="252000"/>
            <a:ext cx="2808000" cy="6079226"/>
          </a:xfrm>
        </p:spPr>
      </p:pic>
      <p:grpSp>
        <p:nvGrpSpPr>
          <p:cNvPr id="12" name="Gruppe 11">
            <a:extLst>
              <a:ext uri="{FF2B5EF4-FFF2-40B4-BE49-F238E27FC236}">
                <a16:creationId xmlns:a16="http://schemas.microsoft.com/office/drawing/2014/main" id="{F898D2E2-552F-18A1-039E-C63EA66D8D92}"/>
              </a:ext>
            </a:extLst>
          </p:cNvPr>
          <p:cNvGrpSpPr/>
          <p:nvPr/>
        </p:nvGrpSpPr>
        <p:grpSpPr>
          <a:xfrm>
            <a:off x="436117" y="384584"/>
            <a:ext cx="641381" cy="560775"/>
            <a:chOff x="260185" y="254907"/>
            <a:chExt cx="641381" cy="560775"/>
          </a:xfrm>
        </p:grpSpPr>
        <p:sp>
          <p:nvSpPr>
            <p:cNvPr id="13" name="Afrundet rektangel 12">
              <a:extLst>
                <a:ext uri="{FF2B5EF4-FFF2-40B4-BE49-F238E27FC236}">
                  <a16:creationId xmlns:a16="http://schemas.microsoft.com/office/drawing/2014/main" id="{A8A2A22E-EABD-A54E-BBE4-522F8B30C3B8}"/>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Flokk</a:t>
              </a:r>
            </a:p>
          </p:txBody>
        </p:sp>
        <p:sp>
          <p:nvSpPr>
            <p:cNvPr id="14" name="Afrundet rektangel 13">
              <a:extLst>
                <a:ext uri="{FF2B5EF4-FFF2-40B4-BE49-F238E27FC236}">
                  <a16:creationId xmlns:a16="http://schemas.microsoft.com/office/drawing/2014/main" id="{0193F553-A953-25C3-5379-1416459FF77F}"/>
                </a:ext>
              </a:extLst>
            </p:cNvPr>
            <p:cNvSpPr/>
            <p:nvPr/>
          </p:nvSpPr>
          <p:spPr>
            <a:xfrm>
              <a:off x="260185" y="459694"/>
              <a:ext cx="641381"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Technology</a:t>
              </a:r>
            </a:p>
          </p:txBody>
        </p:sp>
        <p:sp>
          <p:nvSpPr>
            <p:cNvPr id="15" name="Afrundet rektangel 14">
              <a:extLst>
                <a:ext uri="{FF2B5EF4-FFF2-40B4-BE49-F238E27FC236}">
                  <a16:creationId xmlns:a16="http://schemas.microsoft.com/office/drawing/2014/main" id="{688B1916-F143-6D63-2683-2FE0BDDA3917}"/>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2022</a:t>
              </a:r>
            </a:p>
          </p:txBody>
        </p:sp>
        <p:cxnSp>
          <p:nvCxnSpPr>
            <p:cNvPr id="16" name="Lige forbindelse 15">
              <a:extLst>
                <a:ext uri="{FF2B5EF4-FFF2-40B4-BE49-F238E27FC236}">
                  <a16:creationId xmlns:a16="http://schemas.microsoft.com/office/drawing/2014/main" id="{761378C1-5701-76BC-2D80-A311B731995E}"/>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 name="Lige forbindelse 16">
              <a:extLst>
                <a:ext uri="{FF2B5EF4-FFF2-40B4-BE49-F238E27FC236}">
                  <a16:creationId xmlns:a16="http://schemas.microsoft.com/office/drawing/2014/main" id="{A32FEA1F-FC01-2D50-5761-BCFECF5C2440}"/>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26" name="Gruppe 25">
            <a:extLst>
              <a:ext uri="{FF2B5EF4-FFF2-40B4-BE49-F238E27FC236}">
                <a16:creationId xmlns:a16="http://schemas.microsoft.com/office/drawing/2014/main" id="{B4871F60-0B10-206E-4AEE-5411EA809CFF}"/>
              </a:ext>
            </a:extLst>
          </p:cNvPr>
          <p:cNvGrpSpPr/>
          <p:nvPr/>
        </p:nvGrpSpPr>
        <p:grpSpPr>
          <a:xfrm>
            <a:off x="3385652" y="384584"/>
            <a:ext cx="863765" cy="560775"/>
            <a:chOff x="260185" y="254907"/>
            <a:chExt cx="863765" cy="560775"/>
          </a:xfrm>
        </p:grpSpPr>
        <p:sp>
          <p:nvSpPr>
            <p:cNvPr id="27" name="Afrundet rektangel 26">
              <a:extLst>
                <a:ext uri="{FF2B5EF4-FFF2-40B4-BE49-F238E27FC236}">
                  <a16:creationId xmlns:a16="http://schemas.microsoft.com/office/drawing/2014/main" id="{40CA642F-B4F5-F4C1-2FA4-392D9C34EAB1}"/>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Metro</a:t>
              </a:r>
            </a:p>
          </p:txBody>
        </p:sp>
        <p:sp>
          <p:nvSpPr>
            <p:cNvPr id="28" name="Afrundet rektangel 27">
              <a:extLst>
                <a:ext uri="{FF2B5EF4-FFF2-40B4-BE49-F238E27FC236}">
                  <a16:creationId xmlns:a16="http://schemas.microsoft.com/office/drawing/2014/main" id="{036971FB-9360-4CF6-4564-6F9599C4096E}"/>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Digitale løsninger</a:t>
              </a:r>
            </a:p>
          </p:txBody>
        </p:sp>
        <p:sp>
          <p:nvSpPr>
            <p:cNvPr id="29" name="Afrundet rektangel 28">
              <a:extLst>
                <a:ext uri="{FF2B5EF4-FFF2-40B4-BE49-F238E27FC236}">
                  <a16:creationId xmlns:a16="http://schemas.microsoft.com/office/drawing/2014/main" id="{612A40F0-8883-34E6-977C-DFC184B99D95}"/>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2024</a:t>
              </a:r>
            </a:p>
          </p:txBody>
        </p:sp>
        <p:cxnSp>
          <p:nvCxnSpPr>
            <p:cNvPr id="30" name="Lige forbindelse 29">
              <a:extLst>
                <a:ext uri="{FF2B5EF4-FFF2-40B4-BE49-F238E27FC236}">
                  <a16:creationId xmlns:a16="http://schemas.microsoft.com/office/drawing/2014/main" id="{0CB29841-EBF6-1613-9EC3-9DC3AADB4378}"/>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1" name="Lige forbindelse 30">
              <a:extLst>
                <a:ext uri="{FF2B5EF4-FFF2-40B4-BE49-F238E27FC236}">
                  <a16:creationId xmlns:a16="http://schemas.microsoft.com/office/drawing/2014/main" id="{43573F94-172C-3F15-9B00-3975CBC6435E}"/>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32" name="Gruppe 31">
            <a:extLst>
              <a:ext uri="{FF2B5EF4-FFF2-40B4-BE49-F238E27FC236}">
                <a16:creationId xmlns:a16="http://schemas.microsoft.com/office/drawing/2014/main" id="{EEBACDC7-0BEF-3CDA-6273-EB76B67BF5BC}"/>
              </a:ext>
            </a:extLst>
          </p:cNvPr>
          <p:cNvGrpSpPr/>
          <p:nvPr/>
        </p:nvGrpSpPr>
        <p:grpSpPr>
          <a:xfrm>
            <a:off x="6328918" y="384584"/>
            <a:ext cx="737803" cy="560775"/>
            <a:chOff x="260185" y="254907"/>
            <a:chExt cx="737803" cy="560775"/>
          </a:xfrm>
        </p:grpSpPr>
        <p:sp>
          <p:nvSpPr>
            <p:cNvPr id="33" name="Afrundet rektangel 32">
              <a:extLst>
                <a:ext uri="{FF2B5EF4-FFF2-40B4-BE49-F238E27FC236}">
                  <a16:creationId xmlns:a16="http://schemas.microsoft.com/office/drawing/2014/main" id="{F19195A7-B37B-0F39-83D4-035C09F0094B}"/>
                </a:ext>
              </a:extLst>
            </p:cNvPr>
            <p:cNvSpPr/>
            <p:nvPr/>
          </p:nvSpPr>
          <p:spPr>
            <a:xfrm>
              <a:off x="260185" y="254907"/>
              <a:ext cx="548507"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Hærvejen</a:t>
              </a:r>
            </a:p>
          </p:txBody>
        </p:sp>
        <p:sp>
          <p:nvSpPr>
            <p:cNvPr id="34" name="Afrundet rektangel 33">
              <a:extLst>
                <a:ext uri="{FF2B5EF4-FFF2-40B4-BE49-F238E27FC236}">
                  <a16:creationId xmlns:a16="http://schemas.microsoft.com/office/drawing/2014/main" id="{8075FC89-5D7C-96AE-E38D-1CF70658F513}"/>
                </a:ext>
              </a:extLst>
            </p:cNvPr>
            <p:cNvSpPr/>
            <p:nvPr/>
          </p:nvSpPr>
          <p:spPr>
            <a:xfrm>
              <a:off x="260185" y="459694"/>
              <a:ext cx="737803"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Visual identity</a:t>
              </a:r>
            </a:p>
          </p:txBody>
        </p:sp>
        <p:sp>
          <p:nvSpPr>
            <p:cNvPr id="35" name="Afrundet rektangel 34">
              <a:extLst>
                <a:ext uri="{FF2B5EF4-FFF2-40B4-BE49-F238E27FC236}">
                  <a16:creationId xmlns:a16="http://schemas.microsoft.com/office/drawing/2014/main" id="{9E3BB4DD-2539-8AC0-F1A7-5023865F1F35}"/>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2024</a:t>
              </a:r>
            </a:p>
          </p:txBody>
        </p:sp>
        <p:cxnSp>
          <p:nvCxnSpPr>
            <p:cNvPr id="36" name="Lige forbindelse 35">
              <a:extLst>
                <a:ext uri="{FF2B5EF4-FFF2-40B4-BE49-F238E27FC236}">
                  <a16:creationId xmlns:a16="http://schemas.microsoft.com/office/drawing/2014/main" id="{F0ABB261-E7C2-9B21-C748-C1DE8F78DE1F}"/>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7" name="Lige forbindelse 36">
              <a:extLst>
                <a:ext uri="{FF2B5EF4-FFF2-40B4-BE49-F238E27FC236}">
                  <a16:creationId xmlns:a16="http://schemas.microsoft.com/office/drawing/2014/main" id="{97BDB837-C4FC-A7AC-17F9-F659F7FF1687}"/>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38" name="Gruppe 37">
            <a:extLst>
              <a:ext uri="{FF2B5EF4-FFF2-40B4-BE49-F238E27FC236}">
                <a16:creationId xmlns:a16="http://schemas.microsoft.com/office/drawing/2014/main" id="{30643AE3-52E7-F7AF-BBB4-62D7D77472E9}"/>
              </a:ext>
            </a:extLst>
          </p:cNvPr>
          <p:cNvGrpSpPr/>
          <p:nvPr/>
        </p:nvGrpSpPr>
        <p:grpSpPr>
          <a:xfrm>
            <a:off x="9275318" y="384584"/>
            <a:ext cx="777367" cy="560775"/>
            <a:chOff x="260185" y="254907"/>
            <a:chExt cx="777367" cy="560775"/>
          </a:xfrm>
        </p:grpSpPr>
        <p:sp>
          <p:nvSpPr>
            <p:cNvPr id="39" name="Afrundet rektangel 38">
              <a:extLst>
                <a:ext uri="{FF2B5EF4-FFF2-40B4-BE49-F238E27FC236}">
                  <a16:creationId xmlns:a16="http://schemas.microsoft.com/office/drawing/2014/main" id="{2A856877-5FED-4B55-4312-328BC021DE78}"/>
                </a:ext>
              </a:extLst>
            </p:cNvPr>
            <p:cNvSpPr/>
            <p:nvPr/>
          </p:nvSpPr>
          <p:spPr>
            <a:xfrm>
              <a:off x="260185" y="254907"/>
              <a:ext cx="527109"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Hus Forbi</a:t>
              </a:r>
            </a:p>
          </p:txBody>
        </p:sp>
        <p:sp>
          <p:nvSpPr>
            <p:cNvPr id="40" name="Afrundet rektangel 39">
              <a:extLst>
                <a:ext uri="{FF2B5EF4-FFF2-40B4-BE49-F238E27FC236}">
                  <a16:creationId xmlns:a16="http://schemas.microsoft.com/office/drawing/2014/main" id="{2AF6B961-9A4B-8C30-E6A0-97CEBDB7928A}"/>
                </a:ext>
              </a:extLst>
            </p:cNvPr>
            <p:cNvSpPr/>
            <p:nvPr/>
          </p:nvSpPr>
          <p:spPr>
            <a:xfrm>
              <a:off x="260186" y="459694"/>
              <a:ext cx="777366"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Agenda Setting</a:t>
              </a:r>
            </a:p>
          </p:txBody>
        </p:sp>
        <p:sp>
          <p:nvSpPr>
            <p:cNvPr id="41" name="Afrundet rektangel 40">
              <a:extLst>
                <a:ext uri="{FF2B5EF4-FFF2-40B4-BE49-F238E27FC236}">
                  <a16:creationId xmlns:a16="http://schemas.microsoft.com/office/drawing/2014/main" id="{9C6ECAB9-878A-6992-E7BB-14246AFBD624}"/>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bg1"/>
                  </a:solidFill>
                  <a:cs typeface="Arial"/>
                </a:rPr>
                <a:t>2021</a:t>
              </a:r>
            </a:p>
          </p:txBody>
        </p:sp>
        <p:cxnSp>
          <p:nvCxnSpPr>
            <p:cNvPr id="42" name="Lige forbindelse 41">
              <a:extLst>
                <a:ext uri="{FF2B5EF4-FFF2-40B4-BE49-F238E27FC236}">
                  <a16:creationId xmlns:a16="http://schemas.microsoft.com/office/drawing/2014/main" id="{05FB9F00-ABF4-CCB9-0E33-E2E4A641E315}"/>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43" name="Lige forbindelse 42">
              <a:extLst>
                <a:ext uri="{FF2B5EF4-FFF2-40B4-BE49-F238E27FC236}">
                  <a16:creationId xmlns:a16="http://schemas.microsoft.com/office/drawing/2014/main" id="{3BFE7B3C-EDE5-06A6-0EF5-9AD3DB416E90}"/>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148010920"/>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1F51-68E0-2BD9-1F23-BBDDE977965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56261DB-247D-F80A-CE9A-AECF37EE3BFF}"/>
              </a:ext>
            </a:extLst>
          </p:cNvPr>
          <p:cNvSpPr>
            <a:spLocks noGrp="1"/>
          </p:cNvSpPr>
          <p:nvPr>
            <p:ph type="title"/>
          </p:nvPr>
        </p:nvSpPr>
        <p:spPr>
          <a:xfrm>
            <a:off x="288000" y="252000"/>
            <a:ext cx="3606701" cy="1811099"/>
          </a:xfrm>
        </p:spPr>
        <p:txBody>
          <a:bodyPr/>
          <a:lstStyle/>
          <a:p>
            <a:r>
              <a:rPr lang="en-US"/>
              <a:t>Lorem ipsum sit amet</a:t>
            </a:r>
          </a:p>
        </p:txBody>
      </p:sp>
      <p:sp>
        <p:nvSpPr>
          <p:cNvPr id="6" name="Pladsholder til indhold 5">
            <a:extLst>
              <a:ext uri="{FF2B5EF4-FFF2-40B4-BE49-F238E27FC236}">
                <a16:creationId xmlns:a16="http://schemas.microsoft.com/office/drawing/2014/main" id="{F6C42463-5743-1012-AFAA-AC59E95EB173}"/>
              </a:ext>
            </a:extLst>
          </p:cNvPr>
          <p:cNvSpPr>
            <a:spLocks noGrp="1"/>
          </p:cNvSpPr>
          <p:nvPr>
            <p:ph idx="14"/>
          </p:nvPr>
        </p:nvSpPr>
        <p:spPr>
          <a:xfrm>
            <a:off x="4291062"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r>
              <a:rPr lang="da-DK"/>
              <a:t>Maximus ma serum doluptati del iuntibus nihita.</a:t>
            </a:r>
            <a:endParaRPr lang="en-US"/>
          </a:p>
        </p:txBody>
      </p:sp>
      <p:sp>
        <p:nvSpPr>
          <p:cNvPr id="7" name="Pladsholder til tekst 6">
            <a:extLst>
              <a:ext uri="{FF2B5EF4-FFF2-40B4-BE49-F238E27FC236}">
                <a16:creationId xmlns:a16="http://schemas.microsoft.com/office/drawing/2014/main" id="{0F1A4B43-A405-C440-4161-739F44E7A23F}"/>
              </a:ext>
            </a:extLst>
          </p:cNvPr>
          <p:cNvSpPr>
            <a:spLocks noGrp="1"/>
          </p:cNvSpPr>
          <p:nvPr>
            <p:ph type="body" sz="quarter" idx="15"/>
          </p:nvPr>
        </p:nvSpPr>
        <p:spPr>
          <a:xfrm>
            <a:off x="4291062" y="3937000"/>
            <a:ext cx="3606701" cy="381000"/>
          </a:xfrm>
        </p:spPr>
        <p:txBody>
          <a:bodyPr/>
          <a:lstStyle/>
          <a:p>
            <a:r>
              <a:rPr lang="en-US"/>
              <a:t>Title 3</a:t>
            </a:r>
          </a:p>
        </p:txBody>
      </p:sp>
      <p:sp>
        <p:nvSpPr>
          <p:cNvPr id="8" name="Pladsholder til indhold 7">
            <a:extLst>
              <a:ext uri="{FF2B5EF4-FFF2-40B4-BE49-F238E27FC236}">
                <a16:creationId xmlns:a16="http://schemas.microsoft.com/office/drawing/2014/main" id="{6008B8B1-FCDF-262A-59DD-EA195784E213}"/>
              </a:ext>
            </a:extLst>
          </p:cNvPr>
          <p:cNvSpPr>
            <a:spLocks noGrp="1"/>
          </p:cNvSpPr>
          <p:nvPr>
            <p:ph idx="16"/>
          </p:nvPr>
        </p:nvSpPr>
        <p:spPr>
          <a:xfrm>
            <a:off x="8294124" y="4318000"/>
            <a:ext cx="3606701" cy="1651000"/>
          </a:xfrm>
        </p:spPr>
        <p:txBody>
          <a:bodyPr/>
          <a:lstStyle/>
          <a:p>
            <a:r>
              <a:rPr lang="da-DK"/>
              <a:t>Omnis sus aut aut laborios dolor aut modi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endParaRPr lang="en-US"/>
          </a:p>
        </p:txBody>
      </p:sp>
      <p:sp>
        <p:nvSpPr>
          <p:cNvPr id="9" name="Pladsholder til tekst 8">
            <a:extLst>
              <a:ext uri="{FF2B5EF4-FFF2-40B4-BE49-F238E27FC236}">
                <a16:creationId xmlns:a16="http://schemas.microsoft.com/office/drawing/2014/main" id="{1CB5D8F9-88E5-3E86-B6C0-C649AFD81D34}"/>
              </a:ext>
            </a:extLst>
          </p:cNvPr>
          <p:cNvSpPr>
            <a:spLocks noGrp="1"/>
          </p:cNvSpPr>
          <p:nvPr>
            <p:ph type="body" sz="quarter" idx="17"/>
          </p:nvPr>
        </p:nvSpPr>
        <p:spPr>
          <a:xfrm>
            <a:off x="8294025" y="3937000"/>
            <a:ext cx="3606701" cy="381000"/>
          </a:xfrm>
        </p:spPr>
        <p:txBody>
          <a:bodyPr/>
          <a:lstStyle/>
          <a:p>
            <a:r>
              <a:rPr lang="en-US"/>
              <a:t>Title 4</a:t>
            </a:r>
          </a:p>
        </p:txBody>
      </p:sp>
      <p:sp>
        <p:nvSpPr>
          <p:cNvPr id="10" name="Pladsholder til indhold 9">
            <a:extLst>
              <a:ext uri="{FF2B5EF4-FFF2-40B4-BE49-F238E27FC236}">
                <a16:creationId xmlns:a16="http://schemas.microsoft.com/office/drawing/2014/main" id="{F43D72BF-0FEF-5E67-697E-F52B1C3EF40A}"/>
              </a:ext>
            </a:extLst>
          </p:cNvPr>
          <p:cNvSpPr>
            <a:spLocks noGrp="1"/>
          </p:cNvSpPr>
          <p:nvPr>
            <p:ph idx="18"/>
          </p:nvPr>
        </p:nvSpPr>
        <p:spPr>
          <a:xfrm>
            <a:off x="4291062" y="1103132"/>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endParaRPr lang="en-US"/>
          </a:p>
        </p:txBody>
      </p:sp>
      <p:sp>
        <p:nvSpPr>
          <p:cNvPr id="11" name="Pladsholder til tekst 10">
            <a:extLst>
              <a:ext uri="{FF2B5EF4-FFF2-40B4-BE49-F238E27FC236}">
                <a16:creationId xmlns:a16="http://schemas.microsoft.com/office/drawing/2014/main" id="{B0A75804-6B92-58AD-54A2-9B6DB678128C}"/>
              </a:ext>
            </a:extLst>
          </p:cNvPr>
          <p:cNvSpPr>
            <a:spLocks noGrp="1"/>
          </p:cNvSpPr>
          <p:nvPr>
            <p:ph type="body" sz="quarter" idx="19"/>
          </p:nvPr>
        </p:nvSpPr>
        <p:spPr>
          <a:xfrm>
            <a:off x="4291062" y="722132"/>
            <a:ext cx="3606701" cy="381000"/>
          </a:xfrm>
        </p:spPr>
        <p:txBody>
          <a:bodyPr/>
          <a:lstStyle/>
          <a:p>
            <a:r>
              <a:rPr lang="en-US"/>
              <a:t>Title 5</a:t>
            </a:r>
          </a:p>
        </p:txBody>
      </p:sp>
      <p:sp>
        <p:nvSpPr>
          <p:cNvPr id="3" name="Pladsholder til indhold 2">
            <a:extLst>
              <a:ext uri="{FF2B5EF4-FFF2-40B4-BE49-F238E27FC236}">
                <a16:creationId xmlns:a16="http://schemas.microsoft.com/office/drawing/2014/main" id="{D755D956-B051-8F26-9161-A7F2EA563E86}"/>
              </a:ext>
            </a:extLst>
          </p:cNvPr>
          <p:cNvSpPr>
            <a:spLocks noGrp="1"/>
          </p:cNvSpPr>
          <p:nvPr>
            <p:ph idx="20"/>
          </p:nvPr>
        </p:nvSpPr>
        <p:spPr>
          <a:xfrm>
            <a:off x="8294124" y="1103132"/>
            <a:ext cx="3606701" cy="1651000"/>
          </a:xfrm>
        </p:spPr>
        <p:txBody>
          <a:bodyPr/>
          <a:lstStyle/>
          <a:p>
            <a:r>
              <a:rPr lang="da-DK"/>
              <a:t>Omnis sus aut aut laborios dolor aut modi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endParaRPr lang="en-US"/>
          </a:p>
          <a:p>
            <a:endParaRPr lang="en-US"/>
          </a:p>
        </p:txBody>
      </p:sp>
      <p:sp>
        <p:nvSpPr>
          <p:cNvPr id="4" name="Pladsholder til tekst 3">
            <a:extLst>
              <a:ext uri="{FF2B5EF4-FFF2-40B4-BE49-F238E27FC236}">
                <a16:creationId xmlns:a16="http://schemas.microsoft.com/office/drawing/2014/main" id="{4B8B12ED-52CC-A043-03D6-DCF90405AD09}"/>
              </a:ext>
            </a:extLst>
          </p:cNvPr>
          <p:cNvSpPr>
            <a:spLocks noGrp="1"/>
          </p:cNvSpPr>
          <p:nvPr>
            <p:ph type="body" sz="quarter" idx="21"/>
          </p:nvPr>
        </p:nvSpPr>
        <p:spPr>
          <a:xfrm>
            <a:off x="8294025" y="722132"/>
            <a:ext cx="3606701" cy="381000"/>
          </a:xfrm>
        </p:spPr>
        <p:txBody>
          <a:bodyPr/>
          <a:lstStyle/>
          <a:p>
            <a:r>
              <a:rPr lang="en-US"/>
              <a:t>Title 1</a:t>
            </a:r>
          </a:p>
          <a:p>
            <a:endParaRPr lang="en-US"/>
          </a:p>
        </p:txBody>
      </p:sp>
    </p:spTree>
    <p:extLst>
      <p:ext uri="{BB962C8B-B14F-4D97-AF65-F5344CB8AC3E}">
        <p14:creationId xmlns:p14="http://schemas.microsoft.com/office/powerpoint/2010/main" val="3487721584"/>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7F20D72E-7396-28FC-8FEA-DF984B32A154}"/>
              </a:ext>
            </a:extLst>
          </p:cNvPr>
          <p:cNvSpPr>
            <a:spLocks noGrp="1"/>
          </p:cNvSpPr>
          <p:nvPr>
            <p:ph idx="19"/>
          </p:nvPr>
        </p:nvSpPr>
        <p:spPr>
          <a:xfrm>
            <a:off x="6780089" y="4738688"/>
            <a:ext cx="1319460" cy="983941"/>
          </a:xfrm>
        </p:spPr>
        <p:txBody>
          <a:bodyPr/>
          <a:lstStyle/>
          <a:p>
            <a:r>
              <a:rPr lang="da-DK"/>
              <a:t>Sit amet, consectetur </a:t>
            </a:r>
          </a:p>
          <a:p>
            <a:r>
              <a:rPr lang="da-DK"/>
              <a:t>Ut dapibus</a:t>
            </a:r>
          </a:p>
          <a:p>
            <a:r>
              <a:rPr lang="da-DK"/>
              <a:t>Sed risus enim</a:t>
            </a:r>
          </a:p>
          <a:p>
            <a:endParaRPr lang="en-US"/>
          </a:p>
        </p:txBody>
      </p:sp>
      <p:sp>
        <p:nvSpPr>
          <p:cNvPr id="16" name="Pladsholder til tekst 15">
            <a:extLst>
              <a:ext uri="{FF2B5EF4-FFF2-40B4-BE49-F238E27FC236}">
                <a16:creationId xmlns:a16="http://schemas.microsoft.com/office/drawing/2014/main" id="{0B63DBD8-8C4D-F395-A4E8-C05ACA3EC85F}"/>
              </a:ext>
            </a:extLst>
          </p:cNvPr>
          <p:cNvSpPr>
            <a:spLocks noGrp="1"/>
          </p:cNvSpPr>
          <p:nvPr>
            <p:ph type="body" sz="quarter" idx="20"/>
          </p:nvPr>
        </p:nvSpPr>
        <p:spPr>
          <a:xfrm>
            <a:off x="6778800" y="4429128"/>
            <a:ext cx="1319460" cy="381000"/>
          </a:xfrm>
        </p:spPr>
        <p:txBody>
          <a:bodyPr/>
          <a:lstStyle/>
          <a:p>
            <a:r>
              <a:rPr lang="en-US"/>
              <a:t>Lorem  ipsum</a:t>
            </a:r>
          </a:p>
          <a:p>
            <a:endParaRPr lang="en-US"/>
          </a:p>
        </p:txBody>
      </p:sp>
      <p:sp>
        <p:nvSpPr>
          <p:cNvPr id="6" name="Pladsholder til indhold 5">
            <a:extLst>
              <a:ext uri="{FF2B5EF4-FFF2-40B4-BE49-F238E27FC236}">
                <a16:creationId xmlns:a16="http://schemas.microsoft.com/office/drawing/2014/main" id="{2EF7BE52-63F8-D58F-26E0-4E1BAD57CF68}"/>
              </a:ext>
            </a:extLst>
          </p:cNvPr>
          <p:cNvSpPr>
            <a:spLocks noGrp="1"/>
          </p:cNvSpPr>
          <p:nvPr>
            <p:ph idx="21"/>
          </p:nvPr>
        </p:nvSpPr>
        <p:spPr>
          <a:xfrm>
            <a:off x="1398463"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B8A98375-5822-D5F7-4962-10A482175E6C}"/>
              </a:ext>
            </a:extLst>
          </p:cNvPr>
          <p:cNvSpPr>
            <a:spLocks noGrp="1"/>
          </p:cNvSpPr>
          <p:nvPr>
            <p:ph type="body" sz="quarter" idx="22"/>
          </p:nvPr>
        </p:nvSpPr>
        <p:spPr>
          <a:xfrm>
            <a:off x="1398463" y="4429128"/>
            <a:ext cx="1319460" cy="381000"/>
          </a:xfrm>
        </p:spPr>
        <p:txBody>
          <a:bodyPr/>
          <a:lstStyle/>
          <a:p>
            <a:r>
              <a:rPr lang="en-US"/>
              <a:t>Lorem  ipsum</a:t>
            </a:r>
          </a:p>
        </p:txBody>
      </p:sp>
      <p:sp>
        <p:nvSpPr>
          <p:cNvPr id="17" name="Pladsholder til indhold 16">
            <a:extLst>
              <a:ext uri="{FF2B5EF4-FFF2-40B4-BE49-F238E27FC236}">
                <a16:creationId xmlns:a16="http://schemas.microsoft.com/office/drawing/2014/main" id="{A50001E2-055D-5950-D3D1-8281C101FE28}"/>
              </a:ext>
            </a:extLst>
          </p:cNvPr>
          <p:cNvSpPr>
            <a:spLocks noGrp="1"/>
          </p:cNvSpPr>
          <p:nvPr>
            <p:ph idx="23"/>
          </p:nvPr>
        </p:nvSpPr>
        <p:spPr>
          <a:xfrm>
            <a:off x="4089276" y="4738688"/>
            <a:ext cx="1319460" cy="983941"/>
          </a:xfrm>
        </p:spPr>
        <p:txBody>
          <a:bodyPr/>
          <a:lstStyle/>
          <a:p>
            <a:r>
              <a:rPr lang="da-DK"/>
              <a:t>Sit amet, consectetur </a:t>
            </a:r>
          </a:p>
          <a:p>
            <a:r>
              <a:rPr lang="da-DK"/>
              <a:t>Ut dapibus</a:t>
            </a:r>
          </a:p>
          <a:p>
            <a:r>
              <a:rPr lang="da-DK"/>
              <a:t>Sed risus enim</a:t>
            </a:r>
          </a:p>
          <a:p>
            <a:endParaRPr lang="en-US"/>
          </a:p>
        </p:txBody>
      </p:sp>
      <p:sp>
        <p:nvSpPr>
          <p:cNvPr id="18" name="Pladsholder til tekst 17">
            <a:extLst>
              <a:ext uri="{FF2B5EF4-FFF2-40B4-BE49-F238E27FC236}">
                <a16:creationId xmlns:a16="http://schemas.microsoft.com/office/drawing/2014/main" id="{999D2375-18A7-914A-3FB1-70C1FFFE902A}"/>
              </a:ext>
            </a:extLst>
          </p:cNvPr>
          <p:cNvSpPr>
            <a:spLocks noGrp="1"/>
          </p:cNvSpPr>
          <p:nvPr>
            <p:ph type="body" sz="quarter" idx="24"/>
          </p:nvPr>
        </p:nvSpPr>
        <p:spPr>
          <a:xfrm>
            <a:off x="4089276" y="4429128"/>
            <a:ext cx="1319460" cy="381000"/>
          </a:xfrm>
        </p:spPr>
        <p:txBody>
          <a:bodyPr/>
          <a:lstStyle/>
          <a:p>
            <a:r>
              <a:rPr lang="en-US"/>
              <a:t>Lorem  ipsum</a:t>
            </a:r>
          </a:p>
          <a:p>
            <a:endParaRPr lang="en-US"/>
          </a:p>
        </p:txBody>
      </p:sp>
      <p:sp>
        <p:nvSpPr>
          <p:cNvPr id="19" name="Pladsholder til indhold 18">
            <a:extLst>
              <a:ext uri="{FF2B5EF4-FFF2-40B4-BE49-F238E27FC236}">
                <a16:creationId xmlns:a16="http://schemas.microsoft.com/office/drawing/2014/main" id="{03BFD343-6D8B-4BDC-A9B4-39BB9648B7E6}"/>
              </a:ext>
            </a:extLst>
          </p:cNvPr>
          <p:cNvSpPr>
            <a:spLocks noGrp="1"/>
          </p:cNvSpPr>
          <p:nvPr>
            <p:ph idx="25"/>
          </p:nvPr>
        </p:nvSpPr>
        <p:spPr>
          <a:xfrm>
            <a:off x="9470902" y="4738688"/>
            <a:ext cx="1319460" cy="983941"/>
          </a:xfrm>
        </p:spPr>
        <p:txBody>
          <a:bodyPr/>
          <a:lstStyle/>
          <a:p>
            <a:r>
              <a:rPr lang="da-DK"/>
              <a:t>Sit amet, consectetur </a:t>
            </a:r>
          </a:p>
          <a:p>
            <a:r>
              <a:rPr lang="da-DK"/>
              <a:t>Ut dapibus</a:t>
            </a:r>
          </a:p>
          <a:p>
            <a:r>
              <a:rPr lang="da-DK"/>
              <a:t>Sed risus enim</a:t>
            </a:r>
          </a:p>
          <a:p>
            <a:endParaRPr lang="en-US"/>
          </a:p>
        </p:txBody>
      </p:sp>
      <p:sp>
        <p:nvSpPr>
          <p:cNvPr id="20" name="Pladsholder til tekst 19">
            <a:extLst>
              <a:ext uri="{FF2B5EF4-FFF2-40B4-BE49-F238E27FC236}">
                <a16:creationId xmlns:a16="http://schemas.microsoft.com/office/drawing/2014/main" id="{9105B72A-1E5D-187A-CFD0-F036C7B8D4B5}"/>
              </a:ext>
            </a:extLst>
          </p:cNvPr>
          <p:cNvSpPr>
            <a:spLocks noGrp="1"/>
          </p:cNvSpPr>
          <p:nvPr>
            <p:ph type="body" sz="quarter" idx="26"/>
          </p:nvPr>
        </p:nvSpPr>
        <p:spPr>
          <a:xfrm>
            <a:off x="9469613" y="4429128"/>
            <a:ext cx="1319460" cy="381000"/>
          </a:xfrm>
        </p:spPr>
        <p:txBody>
          <a:bodyPr/>
          <a:lstStyle/>
          <a:p>
            <a:r>
              <a:rPr lang="en-US"/>
              <a:t>Lorem  ipsum</a:t>
            </a:r>
          </a:p>
          <a:p>
            <a:endParaRPr lang="en-US"/>
          </a:p>
        </p:txBody>
      </p:sp>
    </p:spTree>
    <p:extLst>
      <p:ext uri="{BB962C8B-B14F-4D97-AF65-F5344CB8AC3E}">
        <p14:creationId xmlns:p14="http://schemas.microsoft.com/office/powerpoint/2010/main" val="1960638024"/>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A26D4-6A57-8379-9E36-293F4BA8F33C}"/>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BCE962D4-2C63-868C-5B4B-F6680FDE1735}"/>
              </a:ext>
            </a:extLst>
          </p:cNvPr>
          <p:cNvSpPr>
            <a:spLocks noGrp="1"/>
          </p:cNvSpPr>
          <p:nvPr>
            <p:ph idx="19"/>
          </p:nvPr>
        </p:nvSpPr>
        <p:spPr>
          <a:xfrm>
            <a:off x="6780089" y="4738688"/>
            <a:ext cx="1319460" cy="983941"/>
          </a:xfrm>
        </p:spPr>
        <p:txBody>
          <a:bodyPr/>
          <a:lstStyle/>
          <a:p>
            <a:r>
              <a:rPr lang="da-DK"/>
              <a:t>Sit amet, consectetur </a:t>
            </a:r>
          </a:p>
          <a:p>
            <a:r>
              <a:rPr lang="da-DK"/>
              <a:t>Ut dapibus</a:t>
            </a:r>
          </a:p>
          <a:p>
            <a:r>
              <a:rPr lang="da-DK"/>
              <a:t>Sed risus enim</a:t>
            </a:r>
          </a:p>
          <a:p>
            <a:endParaRPr lang="en-US"/>
          </a:p>
        </p:txBody>
      </p:sp>
      <p:sp>
        <p:nvSpPr>
          <p:cNvPr id="16" name="Pladsholder til tekst 15">
            <a:extLst>
              <a:ext uri="{FF2B5EF4-FFF2-40B4-BE49-F238E27FC236}">
                <a16:creationId xmlns:a16="http://schemas.microsoft.com/office/drawing/2014/main" id="{66947BC5-3817-BEF8-3311-9DCEC05DBA4E}"/>
              </a:ext>
            </a:extLst>
          </p:cNvPr>
          <p:cNvSpPr>
            <a:spLocks noGrp="1"/>
          </p:cNvSpPr>
          <p:nvPr>
            <p:ph type="body" sz="quarter" idx="20"/>
          </p:nvPr>
        </p:nvSpPr>
        <p:spPr>
          <a:xfrm>
            <a:off x="6778800" y="4429128"/>
            <a:ext cx="1319460" cy="381000"/>
          </a:xfrm>
        </p:spPr>
        <p:txBody>
          <a:bodyPr/>
          <a:lstStyle/>
          <a:p>
            <a:r>
              <a:rPr lang="en-US"/>
              <a:t>Lorem  ipsum</a:t>
            </a:r>
          </a:p>
          <a:p>
            <a:endParaRPr lang="en-US"/>
          </a:p>
        </p:txBody>
      </p:sp>
      <p:sp>
        <p:nvSpPr>
          <p:cNvPr id="6" name="Pladsholder til indhold 5">
            <a:extLst>
              <a:ext uri="{FF2B5EF4-FFF2-40B4-BE49-F238E27FC236}">
                <a16:creationId xmlns:a16="http://schemas.microsoft.com/office/drawing/2014/main" id="{88A0F4E4-D360-4B54-66CD-743B2FC523B0}"/>
              </a:ext>
            </a:extLst>
          </p:cNvPr>
          <p:cNvSpPr>
            <a:spLocks noGrp="1"/>
          </p:cNvSpPr>
          <p:nvPr>
            <p:ph idx="21"/>
          </p:nvPr>
        </p:nvSpPr>
        <p:spPr>
          <a:xfrm>
            <a:off x="1398463"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0A53098A-6630-4B1F-998D-1B2200F60E7D}"/>
              </a:ext>
            </a:extLst>
          </p:cNvPr>
          <p:cNvSpPr>
            <a:spLocks noGrp="1"/>
          </p:cNvSpPr>
          <p:nvPr>
            <p:ph type="body" sz="quarter" idx="22"/>
          </p:nvPr>
        </p:nvSpPr>
        <p:spPr>
          <a:xfrm>
            <a:off x="1398463" y="4429128"/>
            <a:ext cx="1319460" cy="381000"/>
          </a:xfrm>
        </p:spPr>
        <p:txBody>
          <a:bodyPr/>
          <a:lstStyle/>
          <a:p>
            <a:r>
              <a:rPr lang="en-US"/>
              <a:t>Lorem  ipsum</a:t>
            </a:r>
          </a:p>
        </p:txBody>
      </p:sp>
      <p:sp>
        <p:nvSpPr>
          <p:cNvPr id="17" name="Pladsholder til indhold 16">
            <a:extLst>
              <a:ext uri="{FF2B5EF4-FFF2-40B4-BE49-F238E27FC236}">
                <a16:creationId xmlns:a16="http://schemas.microsoft.com/office/drawing/2014/main" id="{58D23861-36AC-A798-FA85-71FDDFE1F7F8}"/>
              </a:ext>
            </a:extLst>
          </p:cNvPr>
          <p:cNvSpPr>
            <a:spLocks noGrp="1"/>
          </p:cNvSpPr>
          <p:nvPr>
            <p:ph idx="23"/>
          </p:nvPr>
        </p:nvSpPr>
        <p:spPr>
          <a:xfrm>
            <a:off x="4089276" y="4738688"/>
            <a:ext cx="1319460" cy="983941"/>
          </a:xfrm>
        </p:spPr>
        <p:txBody>
          <a:bodyPr/>
          <a:lstStyle/>
          <a:p>
            <a:r>
              <a:rPr lang="da-DK"/>
              <a:t>Sit amet, consectetur </a:t>
            </a:r>
          </a:p>
          <a:p>
            <a:r>
              <a:rPr lang="da-DK"/>
              <a:t>Ut dapibus</a:t>
            </a:r>
          </a:p>
          <a:p>
            <a:r>
              <a:rPr lang="da-DK"/>
              <a:t>Sed risus enim</a:t>
            </a:r>
          </a:p>
          <a:p>
            <a:endParaRPr lang="en-US"/>
          </a:p>
        </p:txBody>
      </p:sp>
      <p:sp>
        <p:nvSpPr>
          <p:cNvPr id="18" name="Pladsholder til tekst 17">
            <a:extLst>
              <a:ext uri="{FF2B5EF4-FFF2-40B4-BE49-F238E27FC236}">
                <a16:creationId xmlns:a16="http://schemas.microsoft.com/office/drawing/2014/main" id="{D4A51E0C-C497-F423-9E85-4FCCE6B20417}"/>
              </a:ext>
            </a:extLst>
          </p:cNvPr>
          <p:cNvSpPr>
            <a:spLocks noGrp="1"/>
          </p:cNvSpPr>
          <p:nvPr>
            <p:ph type="body" sz="quarter" idx="24"/>
          </p:nvPr>
        </p:nvSpPr>
        <p:spPr>
          <a:xfrm>
            <a:off x="4089276" y="4429128"/>
            <a:ext cx="1319460" cy="381000"/>
          </a:xfrm>
        </p:spPr>
        <p:txBody>
          <a:bodyPr/>
          <a:lstStyle/>
          <a:p>
            <a:r>
              <a:rPr lang="en-US"/>
              <a:t>Lorem  ipsum</a:t>
            </a:r>
          </a:p>
          <a:p>
            <a:endParaRPr lang="en-US"/>
          </a:p>
        </p:txBody>
      </p:sp>
      <p:sp>
        <p:nvSpPr>
          <p:cNvPr id="19" name="Pladsholder til indhold 18">
            <a:extLst>
              <a:ext uri="{FF2B5EF4-FFF2-40B4-BE49-F238E27FC236}">
                <a16:creationId xmlns:a16="http://schemas.microsoft.com/office/drawing/2014/main" id="{BD14CFD6-FE57-50DE-2702-9FCC2556D1F2}"/>
              </a:ext>
            </a:extLst>
          </p:cNvPr>
          <p:cNvSpPr>
            <a:spLocks noGrp="1"/>
          </p:cNvSpPr>
          <p:nvPr>
            <p:ph idx="25"/>
          </p:nvPr>
        </p:nvSpPr>
        <p:spPr>
          <a:xfrm>
            <a:off x="9470902" y="4738688"/>
            <a:ext cx="1319460" cy="983941"/>
          </a:xfrm>
        </p:spPr>
        <p:txBody>
          <a:bodyPr/>
          <a:lstStyle/>
          <a:p>
            <a:r>
              <a:rPr lang="da-DK"/>
              <a:t>Sit amet, consectetur </a:t>
            </a:r>
          </a:p>
          <a:p>
            <a:r>
              <a:rPr lang="da-DK"/>
              <a:t>Ut dapibus</a:t>
            </a:r>
          </a:p>
          <a:p>
            <a:r>
              <a:rPr lang="da-DK"/>
              <a:t>Sed risus enim</a:t>
            </a:r>
          </a:p>
          <a:p>
            <a:endParaRPr lang="en-US"/>
          </a:p>
        </p:txBody>
      </p:sp>
      <p:sp>
        <p:nvSpPr>
          <p:cNvPr id="20" name="Pladsholder til tekst 19">
            <a:extLst>
              <a:ext uri="{FF2B5EF4-FFF2-40B4-BE49-F238E27FC236}">
                <a16:creationId xmlns:a16="http://schemas.microsoft.com/office/drawing/2014/main" id="{D09CE66D-658D-CCB6-7804-042C088D06E0}"/>
              </a:ext>
            </a:extLst>
          </p:cNvPr>
          <p:cNvSpPr>
            <a:spLocks noGrp="1"/>
          </p:cNvSpPr>
          <p:nvPr>
            <p:ph type="body" sz="quarter" idx="26"/>
          </p:nvPr>
        </p:nvSpPr>
        <p:spPr>
          <a:xfrm>
            <a:off x="9469613" y="4429128"/>
            <a:ext cx="1319460" cy="381000"/>
          </a:xfrm>
        </p:spPr>
        <p:txBody>
          <a:bodyPr/>
          <a:lstStyle/>
          <a:p>
            <a:r>
              <a:rPr lang="en-US"/>
              <a:t>Lorem  ipsum</a:t>
            </a:r>
          </a:p>
          <a:p>
            <a:endParaRPr lang="en-US"/>
          </a:p>
        </p:txBody>
      </p:sp>
    </p:spTree>
    <p:extLst>
      <p:ext uri="{BB962C8B-B14F-4D97-AF65-F5344CB8AC3E}">
        <p14:creationId xmlns:p14="http://schemas.microsoft.com/office/powerpoint/2010/main" val="586147960"/>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C326E-9163-F987-7DBF-98C40D579E5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0A198C2-1E56-D44C-5FC3-04426D76ADDF}"/>
              </a:ext>
            </a:extLst>
          </p:cNvPr>
          <p:cNvSpPr>
            <a:spLocks noGrp="1"/>
          </p:cNvSpPr>
          <p:nvPr>
            <p:ph type="title"/>
          </p:nvPr>
        </p:nvSpPr>
        <p:spPr>
          <a:xfrm>
            <a:off x="288000" y="252000"/>
            <a:ext cx="3606701" cy="1811099"/>
          </a:xfrm>
        </p:spPr>
        <p:txBody>
          <a:bodyPr/>
          <a:lstStyle/>
          <a:p>
            <a:r>
              <a:rPr lang="en-US"/>
              <a:t>Lorem ipsum sit amet</a:t>
            </a:r>
          </a:p>
        </p:txBody>
      </p:sp>
      <p:sp>
        <p:nvSpPr>
          <p:cNvPr id="6" name="Pladsholder til indhold 5">
            <a:extLst>
              <a:ext uri="{FF2B5EF4-FFF2-40B4-BE49-F238E27FC236}">
                <a16:creationId xmlns:a16="http://schemas.microsoft.com/office/drawing/2014/main" id="{A56FD74C-F068-1DE6-BB65-7CE0157EC16A}"/>
              </a:ext>
            </a:extLst>
          </p:cNvPr>
          <p:cNvSpPr>
            <a:spLocks noGrp="1"/>
          </p:cNvSpPr>
          <p:nvPr>
            <p:ph idx="1"/>
          </p:nvPr>
        </p:nvSpPr>
        <p:spPr>
          <a:xfrm>
            <a:off x="288000"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endParaRPr lang="en-US"/>
          </a:p>
        </p:txBody>
      </p:sp>
      <p:sp>
        <p:nvSpPr>
          <p:cNvPr id="7" name="Pladsholder til tekst 6">
            <a:extLst>
              <a:ext uri="{FF2B5EF4-FFF2-40B4-BE49-F238E27FC236}">
                <a16:creationId xmlns:a16="http://schemas.microsoft.com/office/drawing/2014/main" id="{AC47EE0A-83EE-AE71-5641-1D2720AF3829}"/>
              </a:ext>
            </a:extLst>
          </p:cNvPr>
          <p:cNvSpPr>
            <a:spLocks noGrp="1"/>
          </p:cNvSpPr>
          <p:nvPr>
            <p:ph type="body" sz="quarter" idx="13"/>
          </p:nvPr>
        </p:nvSpPr>
        <p:spPr>
          <a:xfrm>
            <a:off x="288000" y="3937000"/>
            <a:ext cx="3606701" cy="381000"/>
          </a:xfrm>
        </p:spPr>
        <p:txBody>
          <a:bodyPr/>
          <a:lstStyle/>
          <a:p>
            <a:r>
              <a:rPr lang="en-US"/>
              <a:t>Title 3</a:t>
            </a:r>
          </a:p>
        </p:txBody>
      </p:sp>
      <p:sp>
        <p:nvSpPr>
          <p:cNvPr id="8" name="Pladsholder til indhold 7">
            <a:extLst>
              <a:ext uri="{FF2B5EF4-FFF2-40B4-BE49-F238E27FC236}">
                <a16:creationId xmlns:a16="http://schemas.microsoft.com/office/drawing/2014/main" id="{3B00AE25-56CB-7E69-49A3-B6B3D5C0C032}"/>
              </a:ext>
            </a:extLst>
          </p:cNvPr>
          <p:cNvSpPr>
            <a:spLocks noGrp="1"/>
          </p:cNvSpPr>
          <p:nvPr>
            <p:ph idx="14"/>
          </p:nvPr>
        </p:nvSpPr>
        <p:spPr>
          <a:xfrm>
            <a:off x="4291062" y="4318000"/>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endParaRPr lang="en-US"/>
          </a:p>
        </p:txBody>
      </p:sp>
      <p:sp>
        <p:nvSpPr>
          <p:cNvPr id="9" name="Pladsholder til tekst 8">
            <a:extLst>
              <a:ext uri="{FF2B5EF4-FFF2-40B4-BE49-F238E27FC236}">
                <a16:creationId xmlns:a16="http://schemas.microsoft.com/office/drawing/2014/main" id="{51493913-EACA-9A0D-F1C8-C8611507B940}"/>
              </a:ext>
            </a:extLst>
          </p:cNvPr>
          <p:cNvSpPr>
            <a:spLocks noGrp="1"/>
          </p:cNvSpPr>
          <p:nvPr>
            <p:ph type="body" sz="quarter" idx="15"/>
          </p:nvPr>
        </p:nvSpPr>
        <p:spPr>
          <a:xfrm>
            <a:off x="4291062" y="3937000"/>
            <a:ext cx="3606701" cy="381000"/>
          </a:xfrm>
        </p:spPr>
        <p:txBody>
          <a:bodyPr/>
          <a:lstStyle/>
          <a:p>
            <a:r>
              <a:rPr lang="en-US"/>
              <a:t>Title 4</a:t>
            </a:r>
          </a:p>
        </p:txBody>
      </p:sp>
      <p:sp>
        <p:nvSpPr>
          <p:cNvPr id="10" name="Pladsholder til indhold 9">
            <a:extLst>
              <a:ext uri="{FF2B5EF4-FFF2-40B4-BE49-F238E27FC236}">
                <a16:creationId xmlns:a16="http://schemas.microsoft.com/office/drawing/2014/main" id="{30ADEE86-1A54-0A30-EF06-44EF47EA6FCC}"/>
              </a:ext>
            </a:extLst>
          </p:cNvPr>
          <p:cNvSpPr>
            <a:spLocks noGrp="1"/>
          </p:cNvSpPr>
          <p:nvPr>
            <p:ph idx="16"/>
          </p:nvPr>
        </p:nvSpPr>
        <p:spPr>
          <a:xfrm>
            <a:off x="8280000" y="4318000"/>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endParaRPr lang="en-US"/>
          </a:p>
        </p:txBody>
      </p:sp>
      <p:sp>
        <p:nvSpPr>
          <p:cNvPr id="11" name="Pladsholder til tekst 10">
            <a:extLst>
              <a:ext uri="{FF2B5EF4-FFF2-40B4-BE49-F238E27FC236}">
                <a16:creationId xmlns:a16="http://schemas.microsoft.com/office/drawing/2014/main" id="{CC9F2D56-0845-43AB-492B-8B5FF21F3CE6}"/>
              </a:ext>
            </a:extLst>
          </p:cNvPr>
          <p:cNvSpPr>
            <a:spLocks noGrp="1"/>
          </p:cNvSpPr>
          <p:nvPr>
            <p:ph type="body" sz="quarter" idx="17"/>
          </p:nvPr>
        </p:nvSpPr>
        <p:spPr>
          <a:xfrm>
            <a:off x="8280000" y="3937000"/>
            <a:ext cx="3606701" cy="381000"/>
          </a:xfrm>
        </p:spPr>
        <p:txBody>
          <a:bodyPr/>
          <a:lstStyle/>
          <a:p>
            <a:r>
              <a:rPr lang="en-US"/>
              <a:t>Title 5</a:t>
            </a:r>
          </a:p>
        </p:txBody>
      </p:sp>
      <p:sp>
        <p:nvSpPr>
          <p:cNvPr id="3" name="Pladsholder til indhold 2">
            <a:extLst>
              <a:ext uri="{FF2B5EF4-FFF2-40B4-BE49-F238E27FC236}">
                <a16:creationId xmlns:a16="http://schemas.microsoft.com/office/drawing/2014/main" id="{18473289-064F-FFE4-7A17-BDEA2E451A2D}"/>
              </a:ext>
            </a:extLst>
          </p:cNvPr>
          <p:cNvSpPr>
            <a:spLocks noGrp="1"/>
          </p:cNvSpPr>
          <p:nvPr>
            <p:ph idx="18"/>
          </p:nvPr>
        </p:nvSpPr>
        <p:spPr>
          <a:xfrm>
            <a:off x="4291062" y="1113071"/>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endParaRPr lang="en-US"/>
          </a:p>
          <a:p>
            <a:endParaRPr lang="en-US"/>
          </a:p>
        </p:txBody>
      </p:sp>
      <p:sp>
        <p:nvSpPr>
          <p:cNvPr id="4" name="Pladsholder til tekst 3">
            <a:extLst>
              <a:ext uri="{FF2B5EF4-FFF2-40B4-BE49-F238E27FC236}">
                <a16:creationId xmlns:a16="http://schemas.microsoft.com/office/drawing/2014/main" id="{E337AB87-72B2-5880-72D3-77A379A1BA49}"/>
              </a:ext>
            </a:extLst>
          </p:cNvPr>
          <p:cNvSpPr>
            <a:spLocks noGrp="1"/>
          </p:cNvSpPr>
          <p:nvPr>
            <p:ph type="body" sz="quarter" idx="19"/>
          </p:nvPr>
        </p:nvSpPr>
        <p:spPr>
          <a:xfrm>
            <a:off x="4291062" y="732071"/>
            <a:ext cx="3606701" cy="381000"/>
          </a:xfrm>
        </p:spPr>
        <p:txBody>
          <a:bodyPr/>
          <a:lstStyle/>
          <a:p>
            <a:r>
              <a:rPr lang="en-US"/>
              <a:t>Title 1</a:t>
            </a:r>
          </a:p>
          <a:p>
            <a:endParaRPr lang="en-US"/>
          </a:p>
        </p:txBody>
      </p:sp>
      <p:sp>
        <p:nvSpPr>
          <p:cNvPr id="5" name="Pladsholder til indhold 4">
            <a:extLst>
              <a:ext uri="{FF2B5EF4-FFF2-40B4-BE49-F238E27FC236}">
                <a16:creationId xmlns:a16="http://schemas.microsoft.com/office/drawing/2014/main" id="{333275AE-D424-169A-509A-72B879E89B33}"/>
              </a:ext>
            </a:extLst>
          </p:cNvPr>
          <p:cNvSpPr>
            <a:spLocks noGrp="1"/>
          </p:cNvSpPr>
          <p:nvPr>
            <p:ph idx="20"/>
          </p:nvPr>
        </p:nvSpPr>
        <p:spPr>
          <a:xfrm>
            <a:off x="8280000" y="1113071"/>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endParaRPr lang="en-US"/>
          </a:p>
          <a:p>
            <a:endParaRPr lang="en-US"/>
          </a:p>
        </p:txBody>
      </p:sp>
      <p:sp>
        <p:nvSpPr>
          <p:cNvPr id="12" name="Pladsholder til tekst 11">
            <a:extLst>
              <a:ext uri="{FF2B5EF4-FFF2-40B4-BE49-F238E27FC236}">
                <a16:creationId xmlns:a16="http://schemas.microsoft.com/office/drawing/2014/main" id="{90AABA33-CD13-9ACA-2E28-B9D1D279D025}"/>
              </a:ext>
            </a:extLst>
          </p:cNvPr>
          <p:cNvSpPr>
            <a:spLocks noGrp="1"/>
          </p:cNvSpPr>
          <p:nvPr>
            <p:ph type="body" sz="quarter" idx="21"/>
          </p:nvPr>
        </p:nvSpPr>
        <p:spPr>
          <a:xfrm>
            <a:off x="8280000" y="732071"/>
            <a:ext cx="3606701" cy="381000"/>
          </a:xfrm>
        </p:spPr>
        <p:txBody>
          <a:bodyPr/>
          <a:lstStyle/>
          <a:p>
            <a:r>
              <a:rPr lang="en-US"/>
              <a:t>Title 2</a:t>
            </a:r>
          </a:p>
          <a:p>
            <a:endParaRPr lang="en-US"/>
          </a:p>
        </p:txBody>
      </p:sp>
    </p:spTree>
    <p:extLst>
      <p:ext uri="{BB962C8B-B14F-4D97-AF65-F5344CB8AC3E}">
        <p14:creationId xmlns:p14="http://schemas.microsoft.com/office/powerpoint/2010/main" val="113084563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DADB-D5A3-9682-26CF-49A435A29058}"/>
            </a:ext>
          </a:extLst>
        </p:cNvPr>
        <p:cNvGrpSpPr/>
        <p:nvPr/>
      </p:nvGrpSpPr>
      <p:grpSpPr>
        <a:xfrm>
          <a:off x="0" y="0"/>
          <a:ext cx="0" cy="0"/>
          <a:chOff x="0" y="0"/>
          <a:chExt cx="0" cy="0"/>
        </a:xfrm>
      </p:grpSpPr>
      <p:sp>
        <p:nvSpPr>
          <p:cNvPr id="101" name="Pladsholder til tekst 100">
            <a:extLst>
              <a:ext uri="{FF2B5EF4-FFF2-40B4-BE49-F238E27FC236}">
                <a16:creationId xmlns:a16="http://schemas.microsoft.com/office/drawing/2014/main" id="{4D180855-F1FD-A33C-4ADD-DC62C3DC9737}"/>
              </a:ext>
            </a:extLst>
          </p:cNvPr>
          <p:cNvSpPr>
            <a:spLocks noGrp="1"/>
          </p:cNvSpPr>
          <p:nvPr>
            <p:ph type="body" sz="quarter" idx="23"/>
          </p:nvPr>
        </p:nvSpPr>
        <p:spPr>
          <a:xfrm>
            <a:off x="288000" y="252000"/>
            <a:ext cx="2772000" cy="468351"/>
          </a:xfrm>
        </p:spPr>
        <p:txBody>
          <a:bodyPr/>
          <a:lstStyle/>
          <a:p>
            <a:r>
              <a:rPr lang="en-US"/>
              <a:t>Title</a:t>
            </a:r>
          </a:p>
          <a:p>
            <a:r>
              <a:rPr lang="en-US"/>
              <a:t>Subtitle</a:t>
            </a:r>
          </a:p>
        </p:txBody>
      </p:sp>
      <p:sp>
        <p:nvSpPr>
          <p:cNvPr id="109" name="Pladsholder til tekst 108">
            <a:extLst>
              <a:ext uri="{FF2B5EF4-FFF2-40B4-BE49-F238E27FC236}">
                <a16:creationId xmlns:a16="http://schemas.microsoft.com/office/drawing/2014/main" id="{08DA1C53-8388-0DA7-5267-7BCC40E5D410}"/>
              </a:ext>
            </a:extLst>
          </p:cNvPr>
          <p:cNvSpPr>
            <a:spLocks noGrp="1"/>
          </p:cNvSpPr>
          <p:nvPr>
            <p:ph type="body" sz="quarter" idx="38"/>
          </p:nvPr>
        </p:nvSpPr>
        <p:spPr>
          <a:xfrm>
            <a:off x="288000" y="3389634"/>
            <a:ext cx="2772000" cy="3058520"/>
          </a:xfrm>
        </p:spPr>
        <p:txBody>
          <a:bodyPr/>
          <a:lstStyle/>
          <a:p>
            <a:r>
              <a:rPr lang="da-DK"/>
              <a:t>Caborepe porum exerume nobitio nsequos dellat ut as duntese cor aspit poris modignit alibus vollore, sint la venditatur, officia et, sequasped qui re que volorep erspero vidundic tenit.</a:t>
            </a:r>
          </a:p>
          <a:p>
            <a:r>
              <a:rPr lang="da-DK"/>
              <a:t>Vollorem re dolum eument facepe premporatem reicatem faccate mpores pa quodist, ereius, simus velignam dolorro ruptat aut as a at. Olutestisto quat aut molorerum hil eos auda ducit vendele stinvera verrum resto tempeliquas am dunturent alibusa nihilit.</a:t>
            </a:r>
            <a:br>
              <a:rPr lang="da-DK"/>
            </a:br>
            <a:endParaRPr lang="da-DK"/>
          </a:p>
          <a:p>
            <a:endParaRPr lang="en-US"/>
          </a:p>
        </p:txBody>
      </p:sp>
      <p:sp>
        <p:nvSpPr>
          <p:cNvPr id="113" name="Pladsholder til tekst 112">
            <a:extLst>
              <a:ext uri="{FF2B5EF4-FFF2-40B4-BE49-F238E27FC236}">
                <a16:creationId xmlns:a16="http://schemas.microsoft.com/office/drawing/2014/main" id="{516FB48B-9887-7FC0-0C63-49A3D7D0C00F}"/>
              </a:ext>
            </a:extLst>
          </p:cNvPr>
          <p:cNvSpPr>
            <a:spLocks noGrp="1"/>
          </p:cNvSpPr>
          <p:nvPr>
            <p:ph type="body" sz="quarter" idx="43"/>
          </p:nvPr>
        </p:nvSpPr>
        <p:spPr>
          <a:xfrm>
            <a:off x="288000" y="756000"/>
            <a:ext cx="2772000" cy="1370216"/>
          </a:xfrm>
        </p:spPr>
        <p:txBody>
          <a:bodyPr/>
          <a:lstStyle/>
          <a:p>
            <a:r>
              <a:rPr lang="da-DK"/>
              <a:t>Vestibulum ante ipsum primis in faucibus orci luctus et ultrices posuere cubilia curae; Integer vel accumsan ipsum.</a:t>
            </a:r>
            <a:endParaRPr lang="en-US"/>
          </a:p>
        </p:txBody>
      </p:sp>
      <p:pic>
        <p:nvPicPr>
          <p:cNvPr id="116" name="Pladsholder til billede 115">
            <a:extLst>
              <a:ext uri="{FF2B5EF4-FFF2-40B4-BE49-F238E27FC236}">
                <a16:creationId xmlns:a16="http://schemas.microsoft.com/office/drawing/2014/main" id="{91A55F57-E298-C5A8-5CE7-CF28383B41CD}"/>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121" r="13121"/>
          <a:stretch/>
        </p:blipFill>
        <p:spPr>
          <a:xfrm>
            <a:off x="3217016" y="243507"/>
            <a:ext cx="2789452" cy="2520000"/>
          </a:xfrm>
        </p:spPr>
      </p:pic>
      <p:sp>
        <p:nvSpPr>
          <p:cNvPr id="102" name="Pladsholder til tekst 101">
            <a:extLst>
              <a:ext uri="{FF2B5EF4-FFF2-40B4-BE49-F238E27FC236}">
                <a16:creationId xmlns:a16="http://schemas.microsoft.com/office/drawing/2014/main" id="{CCEBE337-35F5-42CA-F220-79DCA3B08B0F}"/>
              </a:ext>
            </a:extLst>
          </p:cNvPr>
          <p:cNvSpPr>
            <a:spLocks noGrp="1"/>
          </p:cNvSpPr>
          <p:nvPr>
            <p:ph type="body" sz="quarter" idx="24"/>
          </p:nvPr>
        </p:nvSpPr>
        <p:spPr>
          <a:xfrm>
            <a:off x="3217124" y="2833676"/>
            <a:ext cx="2789452" cy="468351"/>
          </a:xfrm>
        </p:spPr>
        <p:txBody>
          <a:bodyPr/>
          <a:lstStyle/>
          <a:p>
            <a:r>
              <a:rPr lang="en-US"/>
              <a:t>Titel</a:t>
            </a:r>
          </a:p>
          <a:p>
            <a:r>
              <a:rPr lang="en-US"/>
              <a:t>Lorem ipsum sit amet </a:t>
            </a:r>
            <a:r>
              <a:rPr lang="da-DK"/>
              <a:t>um eument facepe premporatem </a:t>
            </a:r>
            <a:endParaRPr lang="en-US"/>
          </a:p>
          <a:p>
            <a:endParaRPr lang="en-US"/>
          </a:p>
        </p:txBody>
      </p:sp>
      <p:pic>
        <p:nvPicPr>
          <p:cNvPr id="120" name="Pladsholder til billede 119">
            <a:extLst>
              <a:ext uri="{FF2B5EF4-FFF2-40B4-BE49-F238E27FC236}">
                <a16:creationId xmlns:a16="http://schemas.microsoft.com/office/drawing/2014/main" id="{CCA99B24-1524-F3B9-2281-2F982FA30BA4}"/>
              </a:ext>
            </a:extLst>
          </p:cNvPr>
          <p:cNvPicPr>
            <a:picLocks noGrp="1" noChangeAspect="1"/>
          </p:cNvPicPr>
          <p:nvPr>
            <p:ph type="pic" sz="quarter" idx="31"/>
          </p:nvPr>
        </p:nvPicPr>
        <p:blipFill>
          <a:blip r:embed="rId3">
            <a:extLst>
              <a:ext uri="{28A0092B-C50C-407E-A947-70E740481C1C}">
                <a14:useLocalDpi xmlns:a14="http://schemas.microsoft.com/office/drawing/2010/main" val="0"/>
              </a:ext>
            </a:extLst>
          </a:blip>
          <a:srcRect l="2504" r="2504"/>
          <a:stretch/>
        </p:blipFill>
        <p:spPr>
          <a:xfrm>
            <a:off x="6182032" y="243507"/>
            <a:ext cx="2789452" cy="2043273"/>
          </a:xfrm>
        </p:spPr>
      </p:pic>
      <p:pic>
        <p:nvPicPr>
          <p:cNvPr id="124" name="Pladsholder til billede 123">
            <a:extLst>
              <a:ext uri="{FF2B5EF4-FFF2-40B4-BE49-F238E27FC236}">
                <a16:creationId xmlns:a16="http://schemas.microsoft.com/office/drawing/2014/main" id="{A9F16AB4-9DA6-E54D-21A0-E223926D128F}"/>
              </a:ext>
            </a:extLst>
          </p:cNvPr>
          <p:cNvPicPr>
            <a:picLocks noGrp="1" noChangeAspect="1"/>
          </p:cNvPicPr>
          <p:nvPr>
            <p:ph type="pic" sz="quarter" idx="32"/>
          </p:nvPr>
        </p:nvPicPr>
        <p:blipFill>
          <a:blip r:embed="rId4">
            <a:extLst>
              <a:ext uri="{28A0092B-C50C-407E-A947-70E740481C1C}">
                <a14:useLocalDpi xmlns:a14="http://schemas.microsoft.com/office/drawing/2010/main" val="0"/>
              </a:ext>
            </a:extLst>
          </a:blip>
          <a:srcRect t="4396" b="4396"/>
          <a:stretch/>
        </p:blipFill>
        <p:spPr>
          <a:xfrm>
            <a:off x="9147048" y="243507"/>
            <a:ext cx="2753777" cy="2520000"/>
          </a:xfrm>
        </p:spPr>
      </p:pic>
      <p:sp>
        <p:nvSpPr>
          <p:cNvPr id="105" name="Pladsholder til tekst 104">
            <a:extLst>
              <a:ext uri="{FF2B5EF4-FFF2-40B4-BE49-F238E27FC236}">
                <a16:creationId xmlns:a16="http://schemas.microsoft.com/office/drawing/2014/main" id="{6F63D4CA-76C3-5E7B-9E09-8EC3EB18728C}"/>
              </a:ext>
            </a:extLst>
          </p:cNvPr>
          <p:cNvSpPr>
            <a:spLocks noGrp="1"/>
          </p:cNvSpPr>
          <p:nvPr>
            <p:ph type="body" sz="quarter" idx="33"/>
          </p:nvPr>
        </p:nvSpPr>
        <p:spPr>
          <a:xfrm>
            <a:off x="6182248" y="2355515"/>
            <a:ext cx="2789452" cy="468351"/>
          </a:xfrm>
        </p:spPr>
        <p:txBody>
          <a:bodyPr/>
          <a:lstStyle/>
          <a:p>
            <a:r>
              <a:rPr lang="en-US"/>
              <a:t>Titel</a:t>
            </a:r>
          </a:p>
          <a:p>
            <a:r>
              <a:rPr lang="en-US"/>
              <a:t>Lorem ipsum sit amet </a:t>
            </a:r>
            <a:r>
              <a:rPr lang="da-DK"/>
              <a:t>um eument facepe premporatem </a:t>
            </a:r>
            <a:endParaRPr lang="en-US"/>
          </a:p>
          <a:p>
            <a:endParaRPr lang="en-US"/>
          </a:p>
        </p:txBody>
      </p:sp>
      <p:sp>
        <p:nvSpPr>
          <p:cNvPr id="106" name="Pladsholder til tekst 105">
            <a:extLst>
              <a:ext uri="{FF2B5EF4-FFF2-40B4-BE49-F238E27FC236}">
                <a16:creationId xmlns:a16="http://schemas.microsoft.com/office/drawing/2014/main" id="{71AC13A5-B2A1-5555-FFA4-1BC56A980A68}"/>
              </a:ext>
            </a:extLst>
          </p:cNvPr>
          <p:cNvSpPr>
            <a:spLocks noGrp="1"/>
          </p:cNvSpPr>
          <p:nvPr>
            <p:ph type="body" sz="quarter" idx="34"/>
          </p:nvPr>
        </p:nvSpPr>
        <p:spPr>
          <a:xfrm>
            <a:off x="9147373" y="2833676"/>
            <a:ext cx="2753452" cy="468351"/>
          </a:xfrm>
        </p:spPr>
        <p:txBody>
          <a:bodyPr/>
          <a:lstStyle/>
          <a:p>
            <a:r>
              <a:rPr lang="en-US"/>
              <a:t>Titel</a:t>
            </a:r>
          </a:p>
          <a:p>
            <a:r>
              <a:rPr lang="en-US"/>
              <a:t>Lorem ipsum sit amet </a:t>
            </a:r>
            <a:r>
              <a:rPr lang="da-DK"/>
              <a:t>um eument facepe premporatem </a:t>
            </a:r>
            <a:endParaRPr lang="en-US"/>
          </a:p>
          <a:p>
            <a:endParaRPr lang="en-US"/>
          </a:p>
        </p:txBody>
      </p:sp>
      <p:pic>
        <p:nvPicPr>
          <p:cNvPr id="118" name="Pladsholder til billede 117">
            <a:extLst>
              <a:ext uri="{FF2B5EF4-FFF2-40B4-BE49-F238E27FC236}">
                <a16:creationId xmlns:a16="http://schemas.microsoft.com/office/drawing/2014/main" id="{EE5435E7-5E5B-8AF9-C7CE-2EBDA9B72D03}"/>
              </a:ext>
            </a:extLst>
          </p:cNvPr>
          <p:cNvPicPr>
            <a:picLocks noGrp="1" noChangeAspect="1"/>
          </p:cNvPicPr>
          <p:nvPr>
            <p:ph type="pic" sz="quarter" idx="35"/>
          </p:nvPr>
        </p:nvPicPr>
        <p:blipFill>
          <a:blip r:embed="rId5">
            <a:extLst>
              <a:ext uri="{28A0092B-C50C-407E-A947-70E740481C1C}">
                <a14:useLocalDpi xmlns:a14="http://schemas.microsoft.com/office/drawing/2010/main" val="0"/>
              </a:ext>
            </a:extLst>
          </a:blip>
          <a:srcRect l="2624" r="2624"/>
          <a:stretch/>
        </p:blipFill>
        <p:spPr>
          <a:xfrm>
            <a:off x="3217124" y="3394431"/>
            <a:ext cx="2789452" cy="2043273"/>
          </a:xfrm>
        </p:spPr>
      </p:pic>
      <p:sp>
        <p:nvSpPr>
          <p:cNvPr id="108" name="Pladsholder til tekst 107">
            <a:extLst>
              <a:ext uri="{FF2B5EF4-FFF2-40B4-BE49-F238E27FC236}">
                <a16:creationId xmlns:a16="http://schemas.microsoft.com/office/drawing/2014/main" id="{9767E400-DC49-034B-8C4C-321DB9EF0543}"/>
              </a:ext>
            </a:extLst>
          </p:cNvPr>
          <p:cNvSpPr>
            <a:spLocks noGrp="1"/>
          </p:cNvSpPr>
          <p:nvPr>
            <p:ph type="body" sz="quarter" idx="37"/>
          </p:nvPr>
        </p:nvSpPr>
        <p:spPr>
          <a:xfrm>
            <a:off x="3217124" y="5506439"/>
            <a:ext cx="2789452" cy="468351"/>
          </a:xfrm>
        </p:spPr>
        <p:txBody>
          <a:bodyPr/>
          <a:lstStyle/>
          <a:p>
            <a:r>
              <a:rPr lang="en-US"/>
              <a:t>Titel</a:t>
            </a:r>
          </a:p>
          <a:p>
            <a:r>
              <a:rPr lang="en-US"/>
              <a:t>Lorem ipsum sit amet </a:t>
            </a:r>
            <a:r>
              <a:rPr lang="da-DK"/>
              <a:t>um eument facepe premporatem </a:t>
            </a:r>
            <a:endParaRPr lang="en-US"/>
          </a:p>
          <a:p>
            <a:endParaRPr lang="en-US"/>
          </a:p>
        </p:txBody>
      </p:sp>
      <p:pic>
        <p:nvPicPr>
          <p:cNvPr id="122" name="Pladsholder til billede 121">
            <a:extLst>
              <a:ext uri="{FF2B5EF4-FFF2-40B4-BE49-F238E27FC236}">
                <a16:creationId xmlns:a16="http://schemas.microsoft.com/office/drawing/2014/main" id="{A2456C13-6556-4C11-4843-FAF5C2F3DA5E}"/>
              </a:ext>
            </a:extLst>
          </p:cNvPr>
          <p:cNvPicPr>
            <a:picLocks noGrp="1" noChangeAspect="1"/>
          </p:cNvPicPr>
          <p:nvPr>
            <p:ph type="pic" sz="quarter" idx="39"/>
          </p:nvPr>
        </p:nvPicPr>
        <p:blipFill>
          <a:blip r:embed="rId6">
            <a:extLst>
              <a:ext uri="{28A0092B-C50C-407E-A947-70E740481C1C}">
                <a14:useLocalDpi xmlns:a14="http://schemas.microsoft.com/office/drawing/2010/main" val="0"/>
              </a:ext>
            </a:extLst>
          </a:blip>
          <a:srcRect l="3711" r="3711"/>
          <a:stretch/>
        </p:blipFill>
        <p:spPr>
          <a:xfrm>
            <a:off x="9147373" y="3394431"/>
            <a:ext cx="2753452" cy="2043273"/>
          </a:xfrm>
        </p:spPr>
      </p:pic>
      <p:pic>
        <p:nvPicPr>
          <p:cNvPr id="126" name="Pladsholder til billede 125">
            <a:extLst>
              <a:ext uri="{FF2B5EF4-FFF2-40B4-BE49-F238E27FC236}">
                <a16:creationId xmlns:a16="http://schemas.microsoft.com/office/drawing/2014/main" id="{A38F4323-0EB2-33AF-8DFD-06284AD48B31}"/>
              </a:ext>
            </a:extLst>
          </p:cNvPr>
          <p:cNvPicPr>
            <a:picLocks noGrp="1" noChangeAspect="1"/>
          </p:cNvPicPr>
          <p:nvPr>
            <p:ph type="pic" sz="quarter" idx="40"/>
          </p:nvPr>
        </p:nvPicPr>
        <p:blipFill>
          <a:blip r:embed="rId7">
            <a:extLst>
              <a:ext uri="{28A0092B-C50C-407E-A947-70E740481C1C}">
                <a14:useLocalDpi xmlns:a14="http://schemas.microsoft.com/office/drawing/2010/main" val="0"/>
              </a:ext>
            </a:extLst>
          </a:blip>
          <a:srcRect t="5044" b="5044"/>
          <a:stretch/>
        </p:blipFill>
        <p:spPr>
          <a:xfrm>
            <a:off x="6182248" y="3394431"/>
            <a:ext cx="2789452" cy="2520000"/>
          </a:xfrm>
        </p:spPr>
      </p:pic>
      <p:sp>
        <p:nvSpPr>
          <p:cNvPr id="112" name="Pladsholder til tekst 111">
            <a:extLst>
              <a:ext uri="{FF2B5EF4-FFF2-40B4-BE49-F238E27FC236}">
                <a16:creationId xmlns:a16="http://schemas.microsoft.com/office/drawing/2014/main" id="{4D80D9F1-B0C0-4947-9354-0821CA4D1E47}"/>
              </a:ext>
            </a:extLst>
          </p:cNvPr>
          <p:cNvSpPr>
            <a:spLocks noGrp="1"/>
          </p:cNvSpPr>
          <p:nvPr>
            <p:ph type="body" sz="quarter" idx="41"/>
          </p:nvPr>
        </p:nvSpPr>
        <p:spPr>
          <a:xfrm>
            <a:off x="9147373" y="5506439"/>
            <a:ext cx="2753452" cy="468351"/>
          </a:xfrm>
        </p:spPr>
        <p:txBody>
          <a:bodyPr/>
          <a:lstStyle/>
          <a:p>
            <a:r>
              <a:rPr lang="en-US"/>
              <a:t>Titel</a:t>
            </a:r>
          </a:p>
          <a:p>
            <a:r>
              <a:rPr lang="en-US"/>
              <a:t>Lorem ipsum sit amet </a:t>
            </a:r>
            <a:r>
              <a:rPr lang="da-DK"/>
              <a:t>um eument facepe premporatem </a:t>
            </a:r>
            <a:endParaRPr lang="en-US"/>
          </a:p>
          <a:p>
            <a:endParaRPr lang="en-US"/>
          </a:p>
        </p:txBody>
      </p:sp>
      <p:sp>
        <p:nvSpPr>
          <p:cNvPr id="114" name="Pladsholder til tekst 113">
            <a:extLst>
              <a:ext uri="{FF2B5EF4-FFF2-40B4-BE49-F238E27FC236}">
                <a16:creationId xmlns:a16="http://schemas.microsoft.com/office/drawing/2014/main" id="{C0838A59-9C76-004F-2220-F658278FBB81}"/>
              </a:ext>
            </a:extLst>
          </p:cNvPr>
          <p:cNvSpPr>
            <a:spLocks noGrp="1"/>
          </p:cNvSpPr>
          <p:nvPr>
            <p:ph type="body" sz="quarter" idx="42"/>
          </p:nvPr>
        </p:nvSpPr>
        <p:spPr>
          <a:xfrm>
            <a:off x="6182248" y="5984600"/>
            <a:ext cx="2789452" cy="468351"/>
          </a:xfrm>
        </p:spPr>
        <p:txBody>
          <a:bodyPr/>
          <a:lstStyle/>
          <a:p>
            <a:r>
              <a:rPr lang="en-US"/>
              <a:t>Titel</a:t>
            </a:r>
          </a:p>
          <a:p>
            <a:r>
              <a:rPr lang="en-US"/>
              <a:t>Lorem ipsum sit amet </a:t>
            </a:r>
            <a:r>
              <a:rPr lang="da-DK"/>
              <a:t>um eument facepe premporatem </a:t>
            </a:r>
            <a:endParaRPr lang="en-US"/>
          </a:p>
          <a:p>
            <a:endParaRPr lang="en-US"/>
          </a:p>
        </p:txBody>
      </p:sp>
      <p:sp>
        <p:nvSpPr>
          <p:cNvPr id="127" name="Afrundet rektangel 126">
            <a:extLst>
              <a:ext uri="{FF2B5EF4-FFF2-40B4-BE49-F238E27FC236}">
                <a16:creationId xmlns:a16="http://schemas.microsoft.com/office/drawing/2014/main" id="{CCE7DA88-F6BF-5CEC-F268-94972C2131E5}"/>
              </a:ext>
            </a:extLst>
          </p:cNvPr>
          <p:cNvSpPr/>
          <p:nvPr/>
        </p:nvSpPr>
        <p:spPr>
          <a:xfrm>
            <a:off x="287337" y="1595645"/>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900" baseline="0" dirty="0" err="1">
                <a:solidFill>
                  <a:schemeClr val="tx2"/>
                </a:solidFill>
                <a:cs typeface="Arial"/>
              </a:rPr>
              <a:t>Category Tag</a:t>
            </a:r>
          </a:p>
        </p:txBody>
      </p:sp>
      <p:sp>
        <p:nvSpPr>
          <p:cNvPr id="130" name="Afrundet rektangel 129">
            <a:extLst>
              <a:ext uri="{FF2B5EF4-FFF2-40B4-BE49-F238E27FC236}">
                <a16:creationId xmlns:a16="http://schemas.microsoft.com/office/drawing/2014/main" id="{6123619D-1035-6C5F-D436-9EC74E3D64C5}"/>
              </a:ext>
            </a:extLst>
          </p:cNvPr>
          <p:cNvSpPr/>
          <p:nvPr/>
        </p:nvSpPr>
        <p:spPr>
          <a:xfrm>
            <a:off x="287337" y="1931311"/>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900" baseline="0" dirty="0" err="1">
                <a:solidFill>
                  <a:schemeClr val="tx2"/>
                </a:solidFill>
                <a:cs typeface="Arial"/>
              </a:rPr>
              <a:t>Category Tag</a:t>
            </a:r>
          </a:p>
        </p:txBody>
      </p:sp>
    </p:spTree>
    <p:extLst>
      <p:ext uri="{BB962C8B-B14F-4D97-AF65-F5344CB8AC3E}">
        <p14:creationId xmlns:p14="http://schemas.microsoft.com/office/powerpoint/2010/main" val="1544065648"/>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ladsholder til billede 20">
            <a:extLst>
              <a:ext uri="{FF2B5EF4-FFF2-40B4-BE49-F238E27FC236}">
                <a16:creationId xmlns:a16="http://schemas.microsoft.com/office/drawing/2014/main" id="{FFED73C6-18DF-423A-BF8E-1686885791B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472" r="2472"/>
          <a:stretch/>
        </p:blipFill>
        <p:spPr>
          <a:xfrm>
            <a:off x="288000" y="243507"/>
            <a:ext cx="2789452" cy="2043273"/>
          </a:xfrm>
        </p:spPr>
      </p:pic>
      <p:pic>
        <p:nvPicPr>
          <p:cNvPr id="23" name="Pladsholder til billede 22">
            <a:extLst>
              <a:ext uri="{FF2B5EF4-FFF2-40B4-BE49-F238E27FC236}">
                <a16:creationId xmlns:a16="http://schemas.microsoft.com/office/drawing/2014/main" id="{F812F59F-DE55-6AD9-8458-A8E918CB2952}"/>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13121" r="13121"/>
          <a:stretch/>
        </p:blipFill>
        <p:spPr>
          <a:xfrm>
            <a:off x="3228000" y="243507"/>
            <a:ext cx="2789452" cy="2520000"/>
          </a:xfrm>
        </p:spPr>
      </p:pic>
      <p:sp>
        <p:nvSpPr>
          <p:cNvPr id="6" name="Pladsholder til tekst 5">
            <a:extLst>
              <a:ext uri="{FF2B5EF4-FFF2-40B4-BE49-F238E27FC236}">
                <a16:creationId xmlns:a16="http://schemas.microsoft.com/office/drawing/2014/main" id="{35FEAA48-A8AB-DF96-16AD-FD33F546AE27}"/>
              </a:ext>
            </a:extLst>
          </p:cNvPr>
          <p:cNvSpPr>
            <a:spLocks noGrp="1"/>
          </p:cNvSpPr>
          <p:nvPr>
            <p:ph type="body" sz="quarter" idx="23"/>
          </p:nvPr>
        </p:nvSpPr>
        <p:spPr>
          <a:xfrm>
            <a:off x="288000" y="2355515"/>
            <a:ext cx="2789452" cy="468351"/>
          </a:xfrm>
        </p:spPr>
        <p:txBody>
          <a:bodyPr/>
          <a:lstStyle/>
          <a:p>
            <a:r>
              <a:rPr lang="en-US"/>
              <a:t>Titel</a:t>
            </a:r>
          </a:p>
          <a:p>
            <a:r>
              <a:rPr lang="en-US"/>
              <a:t>Lorem ipsum sit amet </a:t>
            </a:r>
            <a:r>
              <a:rPr lang="da-DK"/>
              <a:t>um eument facepe premporatem </a:t>
            </a:r>
            <a:endParaRPr lang="en-US"/>
          </a:p>
        </p:txBody>
      </p:sp>
      <p:sp>
        <p:nvSpPr>
          <p:cNvPr id="7" name="Pladsholder til tekst 6">
            <a:extLst>
              <a:ext uri="{FF2B5EF4-FFF2-40B4-BE49-F238E27FC236}">
                <a16:creationId xmlns:a16="http://schemas.microsoft.com/office/drawing/2014/main" id="{0B90A4AF-4F0F-E4D2-0E41-D8C1AF375FD7}"/>
              </a:ext>
            </a:extLst>
          </p:cNvPr>
          <p:cNvSpPr>
            <a:spLocks noGrp="1"/>
          </p:cNvSpPr>
          <p:nvPr>
            <p:ph type="body" sz="quarter" idx="24"/>
          </p:nvPr>
        </p:nvSpPr>
        <p:spPr>
          <a:xfrm>
            <a:off x="3228000" y="2833676"/>
            <a:ext cx="2789452" cy="468351"/>
          </a:xfrm>
        </p:spPr>
        <p:txBody>
          <a:bodyPr/>
          <a:lstStyle/>
          <a:p>
            <a:r>
              <a:rPr lang="en-US"/>
              <a:t>Titel</a:t>
            </a:r>
          </a:p>
          <a:p>
            <a:r>
              <a:rPr lang="en-US"/>
              <a:t>Lorem ipsum sit amet </a:t>
            </a:r>
            <a:r>
              <a:rPr lang="da-DK"/>
              <a:t>um eument facepe premporatem </a:t>
            </a:r>
            <a:endParaRPr lang="en-US"/>
          </a:p>
        </p:txBody>
      </p:sp>
      <p:pic>
        <p:nvPicPr>
          <p:cNvPr id="33" name="Pladsholder til billede 32">
            <a:extLst>
              <a:ext uri="{FF2B5EF4-FFF2-40B4-BE49-F238E27FC236}">
                <a16:creationId xmlns:a16="http://schemas.microsoft.com/office/drawing/2014/main" id="{BA2A9CB2-31FE-F777-1D5F-B461B599FE96}"/>
              </a:ext>
            </a:extLst>
          </p:cNvPr>
          <p:cNvPicPr>
            <a:picLocks noGrp="1" noChangeAspect="1"/>
          </p:cNvPicPr>
          <p:nvPr>
            <p:ph type="pic" sz="quarter" idx="31"/>
          </p:nvPr>
        </p:nvPicPr>
        <p:blipFill>
          <a:blip r:embed="rId4">
            <a:extLst>
              <a:ext uri="{28A0092B-C50C-407E-A947-70E740481C1C}">
                <a14:useLocalDpi xmlns:a14="http://schemas.microsoft.com/office/drawing/2010/main" val="0"/>
              </a:ext>
            </a:extLst>
          </a:blip>
          <a:srcRect l="2504" r="2504"/>
          <a:stretch/>
        </p:blipFill>
        <p:spPr>
          <a:xfrm>
            <a:off x="6168000" y="243507"/>
            <a:ext cx="2789452" cy="2043273"/>
          </a:xfrm>
        </p:spPr>
      </p:pic>
      <p:pic>
        <p:nvPicPr>
          <p:cNvPr id="31" name="Pladsholder til billede 30">
            <a:extLst>
              <a:ext uri="{FF2B5EF4-FFF2-40B4-BE49-F238E27FC236}">
                <a16:creationId xmlns:a16="http://schemas.microsoft.com/office/drawing/2014/main" id="{00657CA4-D3D9-3F78-16CD-D9C79B19F39C}"/>
              </a:ext>
            </a:extLst>
          </p:cNvPr>
          <p:cNvPicPr>
            <a:picLocks noGrp="1" noChangeAspect="1"/>
          </p:cNvPicPr>
          <p:nvPr>
            <p:ph type="pic" sz="quarter" idx="32"/>
          </p:nvPr>
        </p:nvPicPr>
        <p:blipFill>
          <a:blip r:embed="rId5">
            <a:extLst>
              <a:ext uri="{28A0092B-C50C-407E-A947-70E740481C1C}">
                <a14:useLocalDpi xmlns:a14="http://schemas.microsoft.com/office/drawing/2010/main" val="0"/>
              </a:ext>
            </a:extLst>
          </a:blip>
          <a:srcRect t="4967" b="4967"/>
          <a:stretch/>
        </p:blipFill>
        <p:spPr>
          <a:xfrm>
            <a:off x="9108000" y="243507"/>
            <a:ext cx="2789452" cy="2520000"/>
          </a:xfrm>
        </p:spPr>
      </p:pic>
      <p:sp>
        <p:nvSpPr>
          <p:cNvPr id="10" name="Pladsholder til tekst 9">
            <a:extLst>
              <a:ext uri="{FF2B5EF4-FFF2-40B4-BE49-F238E27FC236}">
                <a16:creationId xmlns:a16="http://schemas.microsoft.com/office/drawing/2014/main" id="{C5192B1A-EF29-A3CC-C3A7-CF7778F24B59}"/>
              </a:ext>
            </a:extLst>
          </p:cNvPr>
          <p:cNvSpPr>
            <a:spLocks noGrp="1"/>
          </p:cNvSpPr>
          <p:nvPr>
            <p:ph type="body" sz="quarter" idx="33"/>
          </p:nvPr>
        </p:nvSpPr>
        <p:spPr>
          <a:xfrm>
            <a:off x="6168000" y="2355515"/>
            <a:ext cx="2789452" cy="468351"/>
          </a:xfrm>
        </p:spPr>
        <p:txBody>
          <a:bodyPr/>
          <a:lstStyle/>
          <a:p>
            <a:r>
              <a:rPr lang="en-US"/>
              <a:t>Titel</a:t>
            </a:r>
          </a:p>
          <a:p>
            <a:r>
              <a:rPr lang="en-US"/>
              <a:t>Lorem ipsum sit amet </a:t>
            </a:r>
            <a:r>
              <a:rPr lang="da-DK"/>
              <a:t>um eument facepe premporatem </a:t>
            </a:r>
            <a:endParaRPr lang="en-US"/>
          </a:p>
          <a:p>
            <a:endParaRPr lang="en-US"/>
          </a:p>
        </p:txBody>
      </p:sp>
      <p:sp>
        <p:nvSpPr>
          <p:cNvPr id="11" name="Pladsholder til tekst 10">
            <a:extLst>
              <a:ext uri="{FF2B5EF4-FFF2-40B4-BE49-F238E27FC236}">
                <a16:creationId xmlns:a16="http://schemas.microsoft.com/office/drawing/2014/main" id="{FDC20E27-883F-91EB-67CC-133D08D32EEC}"/>
              </a:ext>
            </a:extLst>
          </p:cNvPr>
          <p:cNvSpPr>
            <a:spLocks noGrp="1"/>
          </p:cNvSpPr>
          <p:nvPr>
            <p:ph type="body" sz="quarter" idx="34"/>
          </p:nvPr>
        </p:nvSpPr>
        <p:spPr>
          <a:xfrm>
            <a:off x="9108000" y="2833676"/>
            <a:ext cx="2789452" cy="468351"/>
          </a:xfrm>
        </p:spPr>
        <p:txBody>
          <a:bodyPr/>
          <a:lstStyle/>
          <a:p>
            <a:r>
              <a:rPr lang="en-US"/>
              <a:t>Titel</a:t>
            </a:r>
          </a:p>
          <a:p>
            <a:r>
              <a:rPr lang="en-US"/>
              <a:t>Lorem ipsum sit amet </a:t>
            </a:r>
            <a:r>
              <a:rPr lang="da-DK"/>
              <a:t>um eument facepe premporatem </a:t>
            </a:r>
            <a:endParaRPr lang="en-US"/>
          </a:p>
          <a:p>
            <a:endParaRPr lang="en-US"/>
          </a:p>
        </p:txBody>
      </p:sp>
      <p:pic>
        <p:nvPicPr>
          <p:cNvPr id="27" name="Pladsholder til billede 26">
            <a:extLst>
              <a:ext uri="{FF2B5EF4-FFF2-40B4-BE49-F238E27FC236}">
                <a16:creationId xmlns:a16="http://schemas.microsoft.com/office/drawing/2014/main" id="{974934C2-4A32-9843-C376-BFDA08DD8F5A}"/>
              </a:ext>
            </a:extLst>
          </p:cNvPr>
          <p:cNvPicPr>
            <a:picLocks noGrp="1" noChangeAspect="1"/>
          </p:cNvPicPr>
          <p:nvPr>
            <p:ph type="pic" sz="quarter" idx="35"/>
          </p:nvPr>
        </p:nvPicPr>
        <p:blipFill>
          <a:blip r:embed="rId6">
            <a:extLst>
              <a:ext uri="{28A0092B-C50C-407E-A947-70E740481C1C}">
                <a14:useLocalDpi xmlns:a14="http://schemas.microsoft.com/office/drawing/2010/main" val="0"/>
              </a:ext>
            </a:extLst>
          </a:blip>
          <a:srcRect l="2597" r="2597"/>
          <a:stretch/>
        </p:blipFill>
        <p:spPr>
          <a:xfrm>
            <a:off x="3228000" y="3394431"/>
            <a:ext cx="2789452" cy="2043273"/>
          </a:xfrm>
        </p:spPr>
      </p:pic>
      <p:pic>
        <p:nvPicPr>
          <p:cNvPr id="25" name="Pladsholder til billede 24">
            <a:extLst>
              <a:ext uri="{FF2B5EF4-FFF2-40B4-BE49-F238E27FC236}">
                <a16:creationId xmlns:a16="http://schemas.microsoft.com/office/drawing/2014/main" id="{E910B7E8-9466-D89D-636A-972F2BAFFC45}"/>
              </a:ext>
            </a:extLst>
          </p:cNvPr>
          <p:cNvPicPr>
            <a:picLocks noGrp="1" noChangeAspect="1"/>
          </p:cNvPicPr>
          <p:nvPr>
            <p:ph type="pic" sz="quarter" idx="36"/>
          </p:nvPr>
        </p:nvPicPr>
        <p:blipFill>
          <a:blip r:embed="rId7">
            <a:extLst>
              <a:ext uri="{28A0092B-C50C-407E-A947-70E740481C1C}">
                <a14:useLocalDpi xmlns:a14="http://schemas.microsoft.com/office/drawing/2010/main" val="0"/>
              </a:ext>
            </a:extLst>
          </a:blip>
          <a:srcRect l="18910" r="18910"/>
          <a:stretch/>
        </p:blipFill>
        <p:spPr>
          <a:xfrm>
            <a:off x="288000" y="3394431"/>
            <a:ext cx="2789452" cy="2520000"/>
          </a:xfrm>
        </p:spPr>
      </p:pic>
      <p:sp>
        <p:nvSpPr>
          <p:cNvPr id="14" name="Pladsholder til tekst 13">
            <a:extLst>
              <a:ext uri="{FF2B5EF4-FFF2-40B4-BE49-F238E27FC236}">
                <a16:creationId xmlns:a16="http://schemas.microsoft.com/office/drawing/2014/main" id="{20167C1E-5798-FB4B-C420-345A1BB953A0}"/>
              </a:ext>
            </a:extLst>
          </p:cNvPr>
          <p:cNvSpPr>
            <a:spLocks noGrp="1"/>
          </p:cNvSpPr>
          <p:nvPr>
            <p:ph type="body" sz="quarter" idx="37"/>
          </p:nvPr>
        </p:nvSpPr>
        <p:spPr>
          <a:xfrm>
            <a:off x="3228000" y="5506439"/>
            <a:ext cx="2789452" cy="468351"/>
          </a:xfrm>
        </p:spPr>
        <p:txBody>
          <a:bodyPr/>
          <a:lstStyle/>
          <a:p>
            <a:r>
              <a:rPr lang="en-US"/>
              <a:t>Titel</a:t>
            </a:r>
          </a:p>
          <a:p>
            <a:r>
              <a:rPr lang="en-US"/>
              <a:t>Lorem ipsum sit amet </a:t>
            </a:r>
            <a:r>
              <a:rPr lang="da-DK"/>
              <a:t>um eument facepe premporatem </a:t>
            </a:r>
            <a:endParaRPr lang="en-US"/>
          </a:p>
          <a:p>
            <a:endParaRPr lang="en-US"/>
          </a:p>
        </p:txBody>
      </p:sp>
      <p:sp>
        <p:nvSpPr>
          <p:cNvPr id="15" name="Pladsholder til tekst 14">
            <a:extLst>
              <a:ext uri="{FF2B5EF4-FFF2-40B4-BE49-F238E27FC236}">
                <a16:creationId xmlns:a16="http://schemas.microsoft.com/office/drawing/2014/main" id="{CD659323-8DD1-3D0F-5281-97BDFAEE783F}"/>
              </a:ext>
            </a:extLst>
          </p:cNvPr>
          <p:cNvSpPr>
            <a:spLocks noGrp="1"/>
          </p:cNvSpPr>
          <p:nvPr>
            <p:ph type="body" sz="quarter" idx="38"/>
          </p:nvPr>
        </p:nvSpPr>
        <p:spPr>
          <a:xfrm>
            <a:off x="288000" y="5984600"/>
            <a:ext cx="2789452" cy="468351"/>
          </a:xfrm>
        </p:spPr>
        <p:txBody>
          <a:bodyPr/>
          <a:lstStyle/>
          <a:p>
            <a:r>
              <a:rPr lang="en-US"/>
              <a:t>Titel</a:t>
            </a:r>
          </a:p>
          <a:p>
            <a:r>
              <a:rPr lang="en-US"/>
              <a:t>Lorem ipsum sit amet </a:t>
            </a:r>
            <a:r>
              <a:rPr lang="da-DK"/>
              <a:t>um eument facepe premporatem </a:t>
            </a:r>
            <a:endParaRPr lang="en-US"/>
          </a:p>
          <a:p>
            <a:endParaRPr lang="en-US"/>
          </a:p>
        </p:txBody>
      </p:sp>
      <p:pic>
        <p:nvPicPr>
          <p:cNvPr id="35" name="Pladsholder til billede 34">
            <a:extLst>
              <a:ext uri="{FF2B5EF4-FFF2-40B4-BE49-F238E27FC236}">
                <a16:creationId xmlns:a16="http://schemas.microsoft.com/office/drawing/2014/main" id="{CE1A0D86-BA5A-8CEF-5F6C-E076BC49140B}"/>
              </a:ext>
            </a:extLst>
          </p:cNvPr>
          <p:cNvPicPr>
            <a:picLocks noGrp="1" noChangeAspect="1"/>
          </p:cNvPicPr>
          <p:nvPr>
            <p:ph type="pic" sz="quarter" idx="39"/>
          </p:nvPr>
        </p:nvPicPr>
        <p:blipFill>
          <a:blip r:embed="rId8">
            <a:extLst>
              <a:ext uri="{28A0092B-C50C-407E-A947-70E740481C1C}">
                <a14:useLocalDpi xmlns:a14="http://schemas.microsoft.com/office/drawing/2010/main" val="0"/>
              </a:ext>
            </a:extLst>
          </a:blip>
          <a:srcRect l="3124" r="3124"/>
          <a:stretch/>
        </p:blipFill>
        <p:spPr>
          <a:xfrm>
            <a:off x="9108000" y="3394431"/>
            <a:ext cx="2789452" cy="2043273"/>
          </a:xfrm>
        </p:spPr>
      </p:pic>
      <p:pic>
        <p:nvPicPr>
          <p:cNvPr id="29" name="Pladsholder til billede 28">
            <a:extLst>
              <a:ext uri="{FF2B5EF4-FFF2-40B4-BE49-F238E27FC236}">
                <a16:creationId xmlns:a16="http://schemas.microsoft.com/office/drawing/2014/main" id="{96C1BEB9-55F3-2797-2F4C-761D7492A65D}"/>
              </a:ext>
            </a:extLst>
          </p:cNvPr>
          <p:cNvPicPr>
            <a:picLocks noGrp="1" noChangeAspect="1"/>
          </p:cNvPicPr>
          <p:nvPr>
            <p:ph type="pic" sz="quarter" idx="40"/>
          </p:nvPr>
        </p:nvPicPr>
        <p:blipFill>
          <a:blip r:embed="rId9">
            <a:extLst>
              <a:ext uri="{28A0092B-C50C-407E-A947-70E740481C1C}">
                <a14:useLocalDpi xmlns:a14="http://schemas.microsoft.com/office/drawing/2010/main" val="0"/>
              </a:ext>
            </a:extLst>
          </a:blip>
          <a:srcRect t="5044" b="5044"/>
          <a:stretch/>
        </p:blipFill>
        <p:spPr>
          <a:xfrm>
            <a:off x="6168000" y="3394431"/>
            <a:ext cx="2789452" cy="2520000"/>
          </a:xfrm>
        </p:spPr>
      </p:pic>
      <p:sp>
        <p:nvSpPr>
          <p:cNvPr id="18" name="Pladsholder til tekst 17">
            <a:extLst>
              <a:ext uri="{FF2B5EF4-FFF2-40B4-BE49-F238E27FC236}">
                <a16:creationId xmlns:a16="http://schemas.microsoft.com/office/drawing/2014/main" id="{4B03DF40-D6F3-DA7D-02C6-CC57BC33D396}"/>
              </a:ext>
            </a:extLst>
          </p:cNvPr>
          <p:cNvSpPr>
            <a:spLocks noGrp="1"/>
          </p:cNvSpPr>
          <p:nvPr>
            <p:ph type="body" sz="quarter" idx="41"/>
          </p:nvPr>
        </p:nvSpPr>
        <p:spPr>
          <a:xfrm>
            <a:off x="9108000" y="5506439"/>
            <a:ext cx="2789452" cy="468351"/>
          </a:xfrm>
        </p:spPr>
        <p:txBody>
          <a:bodyPr/>
          <a:lstStyle/>
          <a:p>
            <a:r>
              <a:rPr lang="en-US"/>
              <a:t>Titel</a:t>
            </a:r>
          </a:p>
          <a:p>
            <a:r>
              <a:rPr lang="en-US"/>
              <a:t>Lorem ipsum sit amet </a:t>
            </a:r>
            <a:r>
              <a:rPr lang="da-DK"/>
              <a:t>um eument facepe premporatem </a:t>
            </a:r>
            <a:endParaRPr lang="en-US"/>
          </a:p>
          <a:p>
            <a:endParaRPr lang="en-US"/>
          </a:p>
        </p:txBody>
      </p:sp>
      <p:sp>
        <p:nvSpPr>
          <p:cNvPr id="19" name="Pladsholder til tekst 18">
            <a:extLst>
              <a:ext uri="{FF2B5EF4-FFF2-40B4-BE49-F238E27FC236}">
                <a16:creationId xmlns:a16="http://schemas.microsoft.com/office/drawing/2014/main" id="{F3A59458-C8B1-A8F7-A9E1-BF8B9DA41268}"/>
              </a:ext>
            </a:extLst>
          </p:cNvPr>
          <p:cNvSpPr>
            <a:spLocks noGrp="1"/>
          </p:cNvSpPr>
          <p:nvPr>
            <p:ph type="body" sz="quarter" idx="42"/>
          </p:nvPr>
        </p:nvSpPr>
        <p:spPr>
          <a:xfrm>
            <a:off x="6168000" y="5984600"/>
            <a:ext cx="2789452" cy="468351"/>
          </a:xfrm>
        </p:spPr>
        <p:txBody>
          <a:bodyPr/>
          <a:lstStyle/>
          <a:p>
            <a:r>
              <a:rPr lang="en-US"/>
              <a:t>Titel</a:t>
            </a:r>
          </a:p>
          <a:p>
            <a:r>
              <a:rPr lang="en-US"/>
              <a:t>Lorem ipsum sit amet </a:t>
            </a:r>
            <a:r>
              <a:rPr lang="da-DK"/>
              <a:t>um eument facepe premporatem </a:t>
            </a:r>
            <a:endParaRPr lang="en-US"/>
          </a:p>
          <a:p>
            <a:endParaRPr lang="en-US"/>
          </a:p>
        </p:txBody>
      </p:sp>
    </p:spTree>
    <p:extLst>
      <p:ext uri="{BB962C8B-B14F-4D97-AF65-F5344CB8AC3E}">
        <p14:creationId xmlns:p14="http://schemas.microsoft.com/office/powerpoint/2010/main" val="1307044364"/>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9DBD092E-31DC-BDC9-AC27-4D019426FD87}"/>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2875" r="12875"/>
          <a:stretch/>
        </p:blipFill>
        <p:spPr>
          <a:xfrm>
            <a:off x="288000" y="252000"/>
            <a:ext cx="2808000" cy="5039367"/>
          </a:xfrm>
        </p:spPr>
      </p:pic>
      <p:sp>
        <p:nvSpPr>
          <p:cNvPr id="8" name="Pladsholder til tekst 7">
            <a:extLst>
              <a:ext uri="{FF2B5EF4-FFF2-40B4-BE49-F238E27FC236}">
                <a16:creationId xmlns:a16="http://schemas.microsoft.com/office/drawing/2014/main" id="{BEDFCEBB-9915-033C-EF22-A8282901D6AD}"/>
              </a:ext>
            </a:extLst>
          </p:cNvPr>
          <p:cNvSpPr>
            <a:spLocks noGrp="1"/>
          </p:cNvSpPr>
          <p:nvPr>
            <p:ph type="body" sz="quarter" idx="23"/>
          </p:nvPr>
        </p:nvSpPr>
        <p:spPr>
          <a:xfrm>
            <a:off x="288000" y="5399579"/>
            <a:ext cx="2808000" cy="432000"/>
          </a:xfrm>
        </p:spPr>
        <p:txBody>
          <a:bodyPr/>
          <a:lstStyle/>
          <a:p>
            <a:r>
              <a:rPr lang="en-US"/>
              <a:t>Name Namesen</a:t>
            </a:r>
          </a:p>
          <a:p>
            <a:r>
              <a:rPr lang="en-US"/>
              <a:t>Title</a:t>
            </a:r>
          </a:p>
        </p:txBody>
      </p:sp>
      <p:sp>
        <p:nvSpPr>
          <p:cNvPr id="30" name="Pladsholder til tekst 29">
            <a:extLst>
              <a:ext uri="{FF2B5EF4-FFF2-40B4-BE49-F238E27FC236}">
                <a16:creationId xmlns:a16="http://schemas.microsoft.com/office/drawing/2014/main" id="{CA0BC447-AA9A-6EC0-F47C-0D66F810FC8B}"/>
              </a:ext>
            </a:extLst>
          </p:cNvPr>
          <p:cNvSpPr>
            <a:spLocks noGrp="1"/>
          </p:cNvSpPr>
          <p:nvPr>
            <p:ph type="body" sz="quarter" idx="27"/>
          </p:nvPr>
        </p:nvSpPr>
        <p:spPr>
          <a:xfrm>
            <a:off x="288000" y="5867931"/>
            <a:ext cx="2808000" cy="468352"/>
          </a:xfrm>
        </p:spPr>
        <p:txBody>
          <a:bodyPr/>
          <a:lstStyle/>
          <a:p>
            <a:r>
              <a:rPr lang="en-US"/>
              <a:t>Lorem ipsum</a:t>
            </a:r>
            <a:r>
              <a:rPr lang="da-DK"/>
              <a:t> alibusa nihilit, saest unt porem volore ipsae vero. </a:t>
            </a:r>
            <a:endParaRPr lang="en-US"/>
          </a:p>
          <a:p>
            <a:endParaRPr lang="en-US"/>
          </a:p>
        </p:txBody>
      </p:sp>
      <p:pic>
        <p:nvPicPr>
          <p:cNvPr id="15" name="Pladsholder til billede 14">
            <a:extLst>
              <a:ext uri="{FF2B5EF4-FFF2-40B4-BE49-F238E27FC236}">
                <a16:creationId xmlns:a16="http://schemas.microsoft.com/office/drawing/2014/main" id="{3D42889F-B406-316F-51E1-D1D053595B9F}"/>
              </a:ext>
            </a:extLst>
          </p:cNvPr>
          <p:cNvPicPr>
            <a:picLocks noGrp="1" noChangeAspect="1"/>
          </p:cNvPicPr>
          <p:nvPr>
            <p:ph type="pic" sz="quarter" idx="28"/>
          </p:nvPr>
        </p:nvPicPr>
        <p:blipFill>
          <a:blip r:embed="rId3">
            <a:extLst>
              <a:ext uri="{28A0092B-C50C-407E-A947-70E740481C1C}">
                <a14:useLocalDpi xmlns:a14="http://schemas.microsoft.com/office/drawing/2010/main" val="0"/>
              </a:ext>
            </a:extLst>
          </a:blip>
          <a:srcRect l="12382" r="12382"/>
          <a:stretch/>
        </p:blipFill>
        <p:spPr>
          <a:xfrm>
            <a:off x="3200400" y="252000"/>
            <a:ext cx="2844000" cy="5039367"/>
          </a:xfrm>
        </p:spPr>
      </p:pic>
      <p:sp>
        <p:nvSpPr>
          <p:cNvPr id="9" name="Pladsholder til tekst 8">
            <a:extLst>
              <a:ext uri="{FF2B5EF4-FFF2-40B4-BE49-F238E27FC236}">
                <a16:creationId xmlns:a16="http://schemas.microsoft.com/office/drawing/2014/main" id="{B22AEB2E-98F1-0581-607C-35889A177BC9}"/>
              </a:ext>
            </a:extLst>
          </p:cNvPr>
          <p:cNvSpPr>
            <a:spLocks noGrp="1"/>
          </p:cNvSpPr>
          <p:nvPr>
            <p:ph type="body" sz="quarter" idx="29"/>
          </p:nvPr>
        </p:nvSpPr>
        <p:spPr>
          <a:xfrm>
            <a:off x="3200400" y="5399579"/>
            <a:ext cx="2808000" cy="432000"/>
          </a:xfrm>
        </p:spPr>
        <p:txBody>
          <a:bodyPr/>
          <a:lstStyle/>
          <a:p>
            <a:r>
              <a:rPr lang="en-US"/>
              <a:t>Name Namesen</a:t>
            </a:r>
          </a:p>
          <a:p>
            <a:r>
              <a:rPr lang="en-US"/>
              <a:t>Title</a:t>
            </a:r>
          </a:p>
        </p:txBody>
      </p:sp>
      <p:sp>
        <p:nvSpPr>
          <p:cNvPr id="10" name="Pladsholder til tekst 9">
            <a:extLst>
              <a:ext uri="{FF2B5EF4-FFF2-40B4-BE49-F238E27FC236}">
                <a16:creationId xmlns:a16="http://schemas.microsoft.com/office/drawing/2014/main" id="{29CBBB7F-3D06-05ED-65AA-F7B28AE1E5AB}"/>
              </a:ext>
            </a:extLst>
          </p:cNvPr>
          <p:cNvSpPr>
            <a:spLocks noGrp="1"/>
          </p:cNvSpPr>
          <p:nvPr>
            <p:ph type="body" sz="quarter" idx="30"/>
          </p:nvPr>
        </p:nvSpPr>
        <p:spPr>
          <a:xfrm>
            <a:off x="3200400" y="5867931"/>
            <a:ext cx="2808000" cy="468352"/>
          </a:xfrm>
        </p:spPr>
        <p:txBody>
          <a:bodyPr/>
          <a:lstStyle/>
          <a:p>
            <a:r>
              <a:rPr lang="en-US"/>
              <a:t>Name Namesen</a:t>
            </a:r>
          </a:p>
          <a:p>
            <a:r>
              <a:rPr lang="en-US"/>
              <a:t>Title</a:t>
            </a:r>
          </a:p>
        </p:txBody>
      </p:sp>
      <p:pic>
        <p:nvPicPr>
          <p:cNvPr id="17" name="Pladsholder til billede 16">
            <a:extLst>
              <a:ext uri="{FF2B5EF4-FFF2-40B4-BE49-F238E27FC236}">
                <a16:creationId xmlns:a16="http://schemas.microsoft.com/office/drawing/2014/main" id="{B9D4A187-EBD2-282E-C36F-D88C398316F7}"/>
              </a:ext>
            </a:extLst>
          </p:cNvPr>
          <p:cNvPicPr>
            <a:picLocks noGrp="1" noChangeAspect="1"/>
          </p:cNvPicPr>
          <p:nvPr>
            <p:ph type="pic" sz="quarter" idx="31"/>
          </p:nvPr>
        </p:nvPicPr>
        <p:blipFill>
          <a:blip r:embed="rId4">
            <a:extLst>
              <a:ext uri="{28A0092B-C50C-407E-A947-70E740481C1C}">
                <a14:useLocalDpi xmlns:a14="http://schemas.microsoft.com/office/drawing/2010/main" val="0"/>
              </a:ext>
            </a:extLst>
          </a:blip>
          <a:srcRect l="12413" r="12413"/>
          <a:stretch/>
        </p:blipFill>
        <p:spPr>
          <a:xfrm>
            <a:off x="6145200" y="252000"/>
            <a:ext cx="2844000" cy="5039367"/>
          </a:xfrm>
        </p:spPr>
      </p:pic>
      <p:sp>
        <p:nvSpPr>
          <p:cNvPr id="11" name="Pladsholder til tekst 10">
            <a:extLst>
              <a:ext uri="{FF2B5EF4-FFF2-40B4-BE49-F238E27FC236}">
                <a16:creationId xmlns:a16="http://schemas.microsoft.com/office/drawing/2014/main" id="{9FDAF856-55CD-EC7A-42F2-A66D9EF20B12}"/>
              </a:ext>
            </a:extLst>
          </p:cNvPr>
          <p:cNvSpPr>
            <a:spLocks noGrp="1"/>
          </p:cNvSpPr>
          <p:nvPr>
            <p:ph type="body" sz="quarter" idx="32"/>
          </p:nvPr>
        </p:nvSpPr>
        <p:spPr>
          <a:xfrm>
            <a:off x="6145200" y="5399579"/>
            <a:ext cx="2808000" cy="432000"/>
          </a:xfrm>
        </p:spPr>
        <p:txBody>
          <a:bodyPr/>
          <a:lstStyle/>
          <a:p>
            <a:r>
              <a:rPr lang="en-US"/>
              <a:t>Name Namesen</a:t>
            </a:r>
          </a:p>
          <a:p>
            <a:r>
              <a:rPr lang="en-US"/>
              <a:t>Title</a:t>
            </a:r>
          </a:p>
        </p:txBody>
      </p:sp>
      <p:sp>
        <p:nvSpPr>
          <p:cNvPr id="31" name="Pladsholder til tekst 30">
            <a:extLst>
              <a:ext uri="{FF2B5EF4-FFF2-40B4-BE49-F238E27FC236}">
                <a16:creationId xmlns:a16="http://schemas.microsoft.com/office/drawing/2014/main" id="{026A4711-0DD5-FE7D-3942-486F1FE37AC3}"/>
              </a:ext>
            </a:extLst>
          </p:cNvPr>
          <p:cNvSpPr>
            <a:spLocks noGrp="1"/>
          </p:cNvSpPr>
          <p:nvPr>
            <p:ph type="body" sz="quarter" idx="33"/>
          </p:nvPr>
        </p:nvSpPr>
        <p:spPr>
          <a:xfrm>
            <a:off x="6145200" y="5867931"/>
            <a:ext cx="2808000" cy="468352"/>
          </a:xfrm>
        </p:spPr>
        <p:txBody>
          <a:bodyPr/>
          <a:lstStyle/>
          <a:p>
            <a:r>
              <a:rPr lang="en-US"/>
              <a:t>Lorem ipsum</a:t>
            </a:r>
            <a:r>
              <a:rPr lang="da-DK"/>
              <a:t> alibusa nihilit, saest unt porem volore ipsae vero. </a:t>
            </a:r>
            <a:endParaRPr lang="en-US"/>
          </a:p>
          <a:p>
            <a:endParaRPr lang="en-US"/>
          </a:p>
        </p:txBody>
      </p:sp>
      <p:pic>
        <p:nvPicPr>
          <p:cNvPr id="19" name="Pladsholder til billede 18">
            <a:extLst>
              <a:ext uri="{FF2B5EF4-FFF2-40B4-BE49-F238E27FC236}">
                <a16:creationId xmlns:a16="http://schemas.microsoft.com/office/drawing/2014/main" id="{C6D9C991-545E-4B21-EAB5-416301311EF9}"/>
              </a:ext>
            </a:extLst>
          </p:cNvPr>
          <p:cNvPicPr>
            <a:picLocks noGrp="1" noChangeAspect="1"/>
          </p:cNvPicPr>
          <p:nvPr>
            <p:ph type="pic" sz="quarter" idx="34"/>
          </p:nvPr>
        </p:nvPicPr>
        <p:blipFill>
          <a:blip r:embed="rId5">
            <a:extLst>
              <a:ext uri="{28A0092B-C50C-407E-A947-70E740481C1C}">
                <a14:useLocalDpi xmlns:a14="http://schemas.microsoft.com/office/drawing/2010/main" val="0"/>
              </a:ext>
            </a:extLst>
          </a:blip>
          <a:srcRect l="12844" r="12844"/>
          <a:stretch/>
        </p:blipFill>
        <p:spPr>
          <a:xfrm>
            <a:off x="9093600" y="252000"/>
            <a:ext cx="2807225" cy="5039367"/>
          </a:xfrm>
        </p:spPr>
      </p:pic>
      <p:sp>
        <p:nvSpPr>
          <p:cNvPr id="32" name="Pladsholder til tekst 31">
            <a:extLst>
              <a:ext uri="{FF2B5EF4-FFF2-40B4-BE49-F238E27FC236}">
                <a16:creationId xmlns:a16="http://schemas.microsoft.com/office/drawing/2014/main" id="{5221AD27-6B09-8083-341D-FB86024E74DE}"/>
              </a:ext>
            </a:extLst>
          </p:cNvPr>
          <p:cNvSpPr>
            <a:spLocks noGrp="1"/>
          </p:cNvSpPr>
          <p:nvPr>
            <p:ph type="body" sz="quarter" idx="35"/>
          </p:nvPr>
        </p:nvSpPr>
        <p:spPr>
          <a:xfrm>
            <a:off x="9093600" y="5399579"/>
            <a:ext cx="2807225" cy="432000"/>
          </a:xfrm>
        </p:spPr>
        <p:txBody>
          <a:bodyPr/>
          <a:lstStyle/>
          <a:p>
            <a:r>
              <a:rPr lang="en-US"/>
              <a:t>Name Namesen</a:t>
            </a:r>
          </a:p>
          <a:p>
            <a:r>
              <a:rPr lang="en-US"/>
              <a:t>Title</a:t>
            </a:r>
          </a:p>
        </p:txBody>
      </p:sp>
      <p:sp>
        <p:nvSpPr>
          <p:cNvPr id="33" name="Pladsholder til tekst 32">
            <a:extLst>
              <a:ext uri="{FF2B5EF4-FFF2-40B4-BE49-F238E27FC236}">
                <a16:creationId xmlns:a16="http://schemas.microsoft.com/office/drawing/2014/main" id="{F8611EF0-8556-C3C2-E256-E0A4CD038BCB}"/>
              </a:ext>
            </a:extLst>
          </p:cNvPr>
          <p:cNvSpPr>
            <a:spLocks noGrp="1"/>
          </p:cNvSpPr>
          <p:nvPr>
            <p:ph type="body" sz="quarter" idx="36"/>
          </p:nvPr>
        </p:nvSpPr>
        <p:spPr>
          <a:xfrm>
            <a:off x="9093600" y="5867931"/>
            <a:ext cx="2807225" cy="468352"/>
          </a:xfrm>
        </p:spPr>
        <p:txBody>
          <a:bodyPr/>
          <a:lstStyle/>
          <a:p>
            <a:r>
              <a:rPr lang="en-US"/>
              <a:t>Lorem ipsum</a:t>
            </a:r>
            <a:r>
              <a:rPr lang="da-DK"/>
              <a:t> alibusa nihilit, saest unt porem volore ipsae vero. </a:t>
            </a:r>
            <a:endParaRPr lang="en-US"/>
          </a:p>
          <a:p>
            <a:endParaRPr lang="en-US"/>
          </a:p>
        </p:txBody>
      </p:sp>
    </p:spTree>
    <p:extLst>
      <p:ext uri="{BB962C8B-B14F-4D97-AF65-F5344CB8AC3E}">
        <p14:creationId xmlns:p14="http://schemas.microsoft.com/office/powerpoint/2010/main" val="32891151"/>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B24B4-19FB-FEB5-71BD-55F9AD7A6486}"/>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7372B6B1-79FA-5348-C971-56C1CDAE0658}"/>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630" r="2630"/>
          <a:stretch/>
        </p:blipFill>
        <p:spPr>
          <a:xfrm>
            <a:off x="2459952" y="1194437"/>
            <a:ext cx="1037026" cy="1458464"/>
          </a:xfrm>
        </p:spPr>
      </p:pic>
      <p:sp>
        <p:nvSpPr>
          <p:cNvPr id="8" name="Pladsholder til tekst 7">
            <a:extLst>
              <a:ext uri="{FF2B5EF4-FFF2-40B4-BE49-F238E27FC236}">
                <a16:creationId xmlns:a16="http://schemas.microsoft.com/office/drawing/2014/main" id="{CBF49CE6-0C60-BED6-3C5C-16C0D9060A8A}"/>
              </a:ext>
            </a:extLst>
          </p:cNvPr>
          <p:cNvSpPr>
            <a:spLocks noGrp="1"/>
          </p:cNvSpPr>
          <p:nvPr>
            <p:ph type="body" sz="quarter" idx="23"/>
          </p:nvPr>
        </p:nvSpPr>
        <p:spPr>
          <a:xfrm>
            <a:off x="3595002" y="1194437"/>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15" name="Pladsholder til billede 14">
            <a:extLst>
              <a:ext uri="{FF2B5EF4-FFF2-40B4-BE49-F238E27FC236}">
                <a16:creationId xmlns:a16="http://schemas.microsoft.com/office/drawing/2014/main" id="{06E78F0B-943A-2DEB-7929-436D0C194F1B}"/>
              </a:ext>
            </a:extLst>
          </p:cNvPr>
          <p:cNvPicPr>
            <a:picLocks noGrp="1" noChangeAspect="1"/>
          </p:cNvPicPr>
          <p:nvPr>
            <p:ph type="pic" sz="quarter" idx="29"/>
          </p:nvPr>
        </p:nvPicPr>
        <p:blipFill>
          <a:blip r:embed="rId3">
            <a:extLst>
              <a:ext uri="{28A0092B-C50C-407E-A947-70E740481C1C}">
                <a14:useLocalDpi xmlns:a14="http://schemas.microsoft.com/office/drawing/2010/main" val="0"/>
              </a:ext>
            </a:extLst>
          </a:blip>
          <a:srcRect l="2630" r="2630"/>
          <a:stretch/>
        </p:blipFill>
        <p:spPr>
          <a:xfrm>
            <a:off x="2459952" y="2968373"/>
            <a:ext cx="1037026" cy="1458464"/>
          </a:xfrm>
        </p:spPr>
      </p:pic>
      <p:sp>
        <p:nvSpPr>
          <p:cNvPr id="9" name="Pladsholder til tekst 8">
            <a:extLst>
              <a:ext uri="{FF2B5EF4-FFF2-40B4-BE49-F238E27FC236}">
                <a16:creationId xmlns:a16="http://schemas.microsoft.com/office/drawing/2014/main" id="{9A9F59C4-6F85-4A42-F089-C400B80DDE0F}"/>
              </a:ext>
            </a:extLst>
          </p:cNvPr>
          <p:cNvSpPr>
            <a:spLocks noGrp="1"/>
          </p:cNvSpPr>
          <p:nvPr>
            <p:ph type="body" sz="quarter" idx="30"/>
          </p:nvPr>
        </p:nvSpPr>
        <p:spPr>
          <a:xfrm>
            <a:off x="3595002" y="2968373"/>
            <a:ext cx="910680" cy="1458464"/>
          </a:xfrm>
        </p:spPr>
        <p:txBody>
          <a:bodyPr/>
          <a:lstStyle/>
          <a:p>
            <a:r>
              <a:rPr lang="en-US"/>
              <a:t>Name Namesen</a:t>
            </a:r>
          </a:p>
          <a:p>
            <a:r>
              <a:rPr lang="en-US"/>
              <a:t>Title</a:t>
            </a:r>
          </a:p>
          <a:p>
            <a:endParaRPr lang="en-US"/>
          </a:p>
          <a:p>
            <a:pPr lvl="1"/>
            <a:r>
              <a:rPr lang="en-US"/>
              <a:t>Lorem ipsum sit amet con incidunct dolore amet</a:t>
            </a:r>
          </a:p>
        </p:txBody>
      </p:sp>
      <p:sp>
        <p:nvSpPr>
          <p:cNvPr id="10" name="Pladsholder til tekst 9">
            <a:extLst>
              <a:ext uri="{FF2B5EF4-FFF2-40B4-BE49-F238E27FC236}">
                <a16:creationId xmlns:a16="http://schemas.microsoft.com/office/drawing/2014/main" id="{43D3789A-B2CB-FF70-06BF-D17789784EB0}"/>
              </a:ext>
            </a:extLst>
          </p:cNvPr>
          <p:cNvSpPr>
            <a:spLocks noGrp="1"/>
          </p:cNvSpPr>
          <p:nvPr>
            <p:ph type="body" sz="quarter" idx="41"/>
          </p:nvPr>
        </p:nvSpPr>
        <p:spPr>
          <a:xfrm>
            <a:off x="324000" y="1194437"/>
            <a:ext cx="1946927" cy="306336"/>
          </a:xfrm>
        </p:spPr>
        <p:txBody>
          <a:bodyPr/>
          <a:lstStyle/>
          <a:p>
            <a:r>
              <a:rPr lang="en-US"/>
              <a:t>Lorem ipsum</a:t>
            </a:r>
          </a:p>
        </p:txBody>
      </p:sp>
      <p:sp>
        <p:nvSpPr>
          <p:cNvPr id="11" name="Pladsholder til tekst 10">
            <a:extLst>
              <a:ext uri="{FF2B5EF4-FFF2-40B4-BE49-F238E27FC236}">
                <a16:creationId xmlns:a16="http://schemas.microsoft.com/office/drawing/2014/main" id="{14B95626-C9F5-137A-C5B6-82DE323D9F8E}"/>
              </a:ext>
            </a:extLst>
          </p:cNvPr>
          <p:cNvSpPr>
            <a:spLocks noGrp="1"/>
          </p:cNvSpPr>
          <p:nvPr>
            <p:ph type="body" sz="quarter" idx="42"/>
          </p:nvPr>
        </p:nvSpPr>
        <p:spPr>
          <a:xfrm>
            <a:off x="324000" y="2968373"/>
            <a:ext cx="1946927" cy="332600"/>
          </a:xfrm>
        </p:spPr>
        <p:txBody>
          <a:bodyPr/>
          <a:lstStyle/>
          <a:p>
            <a:r>
              <a:rPr lang="en-US"/>
              <a:t>Sitamet</a:t>
            </a:r>
          </a:p>
        </p:txBody>
      </p:sp>
      <p:sp>
        <p:nvSpPr>
          <p:cNvPr id="30" name="Pladsholder til tekst 29">
            <a:extLst>
              <a:ext uri="{FF2B5EF4-FFF2-40B4-BE49-F238E27FC236}">
                <a16:creationId xmlns:a16="http://schemas.microsoft.com/office/drawing/2014/main" id="{760CBE74-3323-53B1-28EA-3D97F7C1A6EF}"/>
              </a:ext>
            </a:extLst>
          </p:cNvPr>
          <p:cNvSpPr>
            <a:spLocks noGrp="1"/>
          </p:cNvSpPr>
          <p:nvPr>
            <p:ph type="body" sz="quarter" idx="43"/>
          </p:nvPr>
        </p:nvSpPr>
        <p:spPr>
          <a:xfrm>
            <a:off x="324000" y="4760597"/>
            <a:ext cx="1946927" cy="332600"/>
          </a:xfrm>
        </p:spPr>
        <p:txBody>
          <a:bodyPr/>
          <a:lstStyle/>
          <a:p>
            <a:r>
              <a:rPr lang="da-DK"/>
              <a:t>Conincidunct</a:t>
            </a:r>
            <a:endParaRPr lang="en-US"/>
          </a:p>
        </p:txBody>
      </p:sp>
      <p:pic>
        <p:nvPicPr>
          <p:cNvPr id="17" name="Pladsholder til billede 16">
            <a:extLst>
              <a:ext uri="{FF2B5EF4-FFF2-40B4-BE49-F238E27FC236}">
                <a16:creationId xmlns:a16="http://schemas.microsoft.com/office/drawing/2014/main" id="{1773D133-9634-F087-B777-9D2EAAE50B66}"/>
              </a:ext>
            </a:extLst>
          </p:cNvPr>
          <p:cNvPicPr>
            <a:picLocks noGrp="1" noChangeAspect="1"/>
          </p:cNvPicPr>
          <p:nvPr>
            <p:ph type="pic" sz="quarter" idx="44"/>
          </p:nvPr>
        </p:nvPicPr>
        <p:blipFill>
          <a:blip r:embed="rId4">
            <a:extLst>
              <a:ext uri="{28A0092B-C50C-407E-A947-70E740481C1C}">
                <a14:useLocalDpi xmlns:a14="http://schemas.microsoft.com/office/drawing/2010/main" val="0"/>
              </a:ext>
            </a:extLst>
          </a:blip>
          <a:srcRect l="2630" r="2630"/>
          <a:stretch/>
        </p:blipFill>
        <p:spPr>
          <a:xfrm>
            <a:off x="2459952" y="4760597"/>
            <a:ext cx="1037026" cy="1458464"/>
          </a:xfrm>
        </p:spPr>
      </p:pic>
      <p:sp>
        <p:nvSpPr>
          <p:cNvPr id="31" name="Pladsholder til tekst 30">
            <a:extLst>
              <a:ext uri="{FF2B5EF4-FFF2-40B4-BE49-F238E27FC236}">
                <a16:creationId xmlns:a16="http://schemas.microsoft.com/office/drawing/2014/main" id="{8179D274-DFEE-423F-0ED8-574F72EE64E5}"/>
              </a:ext>
            </a:extLst>
          </p:cNvPr>
          <p:cNvSpPr>
            <a:spLocks noGrp="1"/>
          </p:cNvSpPr>
          <p:nvPr>
            <p:ph type="body" sz="quarter" idx="47"/>
          </p:nvPr>
        </p:nvSpPr>
        <p:spPr>
          <a:xfrm>
            <a:off x="3595002" y="4760597"/>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19" name="Pladsholder til billede 18">
            <a:extLst>
              <a:ext uri="{FF2B5EF4-FFF2-40B4-BE49-F238E27FC236}">
                <a16:creationId xmlns:a16="http://schemas.microsoft.com/office/drawing/2014/main" id="{E7D48F41-6FE5-6C0A-1CF3-D6FC572D5B32}"/>
              </a:ext>
            </a:extLst>
          </p:cNvPr>
          <p:cNvPicPr>
            <a:picLocks noGrp="1" noChangeAspect="1"/>
          </p:cNvPicPr>
          <p:nvPr>
            <p:ph type="pic" sz="quarter" idx="48"/>
          </p:nvPr>
        </p:nvPicPr>
        <p:blipFill>
          <a:blip r:embed="rId5">
            <a:extLst>
              <a:ext uri="{28A0092B-C50C-407E-A947-70E740481C1C}">
                <a14:useLocalDpi xmlns:a14="http://schemas.microsoft.com/office/drawing/2010/main" val="0"/>
              </a:ext>
            </a:extLst>
          </a:blip>
          <a:srcRect l="2596" r="2596"/>
          <a:stretch/>
        </p:blipFill>
        <p:spPr>
          <a:xfrm>
            <a:off x="4934669" y="1194437"/>
            <a:ext cx="1037026" cy="1458464"/>
          </a:xfrm>
        </p:spPr>
      </p:pic>
      <p:sp>
        <p:nvSpPr>
          <p:cNvPr id="32" name="Pladsholder til tekst 31">
            <a:extLst>
              <a:ext uri="{FF2B5EF4-FFF2-40B4-BE49-F238E27FC236}">
                <a16:creationId xmlns:a16="http://schemas.microsoft.com/office/drawing/2014/main" id="{6EABBE17-2C65-E5F8-5470-437EA5BA5416}"/>
              </a:ext>
            </a:extLst>
          </p:cNvPr>
          <p:cNvSpPr>
            <a:spLocks noGrp="1"/>
          </p:cNvSpPr>
          <p:nvPr>
            <p:ph type="body" sz="quarter" idx="49"/>
          </p:nvPr>
        </p:nvSpPr>
        <p:spPr>
          <a:xfrm>
            <a:off x="6069719" y="1194437"/>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4" name="Pladsholder til billede 12">
            <a:extLst>
              <a:ext uri="{FF2B5EF4-FFF2-40B4-BE49-F238E27FC236}">
                <a16:creationId xmlns:a16="http://schemas.microsoft.com/office/drawing/2014/main" id="{6E6D3053-412D-CFB5-6954-562DDE2D1EED}"/>
              </a:ext>
            </a:extLst>
          </p:cNvPr>
          <p:cNvPicPr>
            <a:picLocks noGrp="1" noChangeAspect="1"/>
          </p:cNvPicPr>
          <p:nvPr>
            <p:ph type="pic" sz="quarter" idx="50"/>
          </p:nvPr>
        </p:nvPicPr>
        <p:blipFill>
          <a:blip r:embed="rId6">
            <a:extLst>
              <a:ext uri="{28A0092B-C50C-407E-A947-70E740481C1C}">
                <a14:useLocalDpi xmlns:a14="http://schemas.microsoft.com/office/drawing/2010/main" val="0"/>
              </a:ext>
            </a:extLst>
          </a:blip>
          <a:srcRect l="2557" r="2557"/>
          <a:stretch/>
        </p:blipFill>
        <p:spPr>
          <a:xfrm>
            <a:off x="4934669" y="2968373"/>
            <a:ext cx="1037026" cy="1458464"/>
          </a:xfrm>
        </p:spPr>
      </p:pic>
      <p:sp>
        <p:nvSpPr>
          <p:cNvPr id="33" name="Pladsholder til tekst 32">
            <a:extLst>
              <a:ext uri="{FF2B5EF4-FFF2-40B4-BE49-F238E27FC236}">
                <a16:creationId xmlns:a16="http://schemas.microsoft.com/office/drawing/2014/main" id="{FFC76434-E9A3-FBA8-63AA-4B66A8E283D3}"/>
              </a:ext>
            </a:extLst>
          </p:cNvPr>
          <p:cNvSpPr>
            <a:spLocks noGrp="1"/>
          </p:cNvSpPr>
          <p:nvPr>
            <p:ph type="body" sz="quarter" idx="51"/>
          </p:nvPr>
        </p:nvSpPr>
        <p:spPr>
          <a:xfrm>
            <a:off x="6069719" y="2968373"/>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6" name="Pladsholder til billede 14">
            <a:extLst>
              <a:ext uri="{FF2B5EF4-FFF2-40B4-BE49-F238E27FC236}">
                <a16:creationId xmlns:a16="http://schemas.microsoft.com/office/drawing/2014/main" id="{A51A8BE8-4BCF-A2F2-2F9F-D02979ABC3B3}"/>
              </a:ext>
            </a:extLst>
          </p:cNvPr>
          <p:cNvPicPr>
            <a:picLocks noGrp="1" noChangeAspect="1"/>
          </p:cNvPicPr>
          <p:nvPr>
            <p:ph type="pic" sz="quarter" idx="52"/>
          </p:nvPr>
        </p:nvPicPr>
        <p:blipFill>
          <a:blip r:embed="rId7">
            <a:extLst>
              <a:ext uri="{28A0092B-C50C-407E-A947-70E740481C1C}">
                <a14:useLocalDpi xmlns:a14="http://schemas.microsoft.com/office/drawing/2010/main" val="0"/>
              </a:ext>
            </a:extLst>
          </a:blip>
          <a:srcRect l="2557" r="2557"/>
          <a:stretch/>
        </p:blipFill>
        <p:spPr>
          <a:xfrm>
            <a:off x="4934669" y="4760597"/>
            <a:ext cx="1037026" cy="1458464"/>
          </a:xfrm>
        </p:spPr>
      </p:pic>
      <p:sp>
        <p:nvSpPr>
          <p:cNvPr id="134" name="Pladsholder til tekst 133">
            <a:extLst>
              <a:ext uri="{FF2B5EF4-FFF2-40B4-BE49-F238E27FC236}">
                <a16:creationId xmlns:a16="http://schemas.microsoft.com/office/drawing/2014/main" id="{AAC71F03-C4A3-1952-08C0-C844E56DABA6}"/>
              </a:ext>
            </a:extLst>
          </p:cNvPr>
          <p:cNvSpPr>
            <a:spLocks noGrp="1"/>
          </p:cNvSpPr>
          <p:nvPr>
            <p:ph type="body" sz="quarter" idx="53"/>
          </p:nvPr>
        </p:nvSpPr>
        <p:spPr>
          <a:xfrm>
            <a:off x="6069719" y="4760597"/>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12" name="Pladsholder til billede 16">
            <a:extLst>
              <a:ext uri="{FF2B5EF4-FFF2-40B4-BE49-F238E27FC236}">
                <a16:creationId xmlns:a16="http://schemas.microsoft.com/office/drawing/2014/main" id="{267147B2-9840-D454-E05E-2E85984ABDB8}"/>
              </a:ext>
            </a:extLst>
          </p:cNvPr>
          <p:cNvPicPr>
            <a:picLocks noGrp="1" noChangeAspect="1"/>
          </p:cNvPicPr>
          <p:nvPr>
            <p:ph type="pic" sz="quarter" idx="54"/>
          </p:nvPr>
        </p:nvPicPr>
        <p:blipFill>
          <a:blip r:embed="rId8">
            <a:extLst>
              <a:ext uri="{28A0092B-C50C-407E-A947-70E740481C1C}">
                <a14:useLocalDpi xmlns:a14="http://schemas.microsoft.com/office/drawing/2010/main" val="0"/>
              </a:ext>
            </a:extLst>
          </a:blip>
          <a:srcRect l="2630" r="2630"/>
          <a:stretch/>
        </p:blipFill>
        <p:spPr>
          <a:xfrm>
            <a:off x="7392832" y="1194437"/>
            <a:ext cx="1037026" cy="1458464"/>
          </a:xfrm>
        </p:spPr>
      </p:pic>
      <p:sp>
        <p:nvSpPr>
          <p:cNvPr id="136" name="Pladsholder til tekst 135">
            <a:extLst>
              <a:ext uri="{FF2B5EF4-FFF2-40B4-BE49-F238E27FC236}">
                <a16:creationId xmlns:a16="http://schemas.microsoft.com/office/drawing/2014/main" id="{7037CD4C-2FB3-20C1-7BE3-D0B3C7007D1A}"/>
              </a:ext>
            </a:extLst>
          </p:cNvPr>
          <p:cNvSpPr>
            <a:spLocks noGrp="1"/>
          </p:cNvSpPr>
          <p:nvPr>
            <p:ph type="body" sz="quarter" idx="55"/>
          </p:nvPr>
        </p:nvSpPr>
        <p:spPr>
          <a:xfrm>
            <a:off x="8527882" y="1194437"/>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16" name="Pladsholder til billede 18">
            <a:extLst>
              <a:ext uri="{FF2B5EF4-FFF2-40B4-BE49-F238E27FC236}">
                <a16:creationId xmlns:a16="http://schemas.microsoft.com/office/drawing/2014/main" id="{8B96B221-BB8B-8151-AE02-390A19F21ACA}"/>
              </a:ext>
            </a:extLst>
          </p:cNvPr>
          <p:cNvPicPr>
            <a:picLocks noGrp="1" noChangeAspect="1"/>
          </p:cNvPicPr>
          <p:nvPr>
            <p:ph type="pic" sz="quarter" idx="56"/>
          </p:nvPr>
        </p:nvPicPr>
        <p:blipFill>
          <a:blip r:embed="rId9">
            <a:extLst>
              <a:ext uri="{28A0092B-C50C-407E-A947-70E740481C1C}">
                <a14:useLocalDpi xmlns:a14="http://schemas.microsoft.com/office/drawing/2010/main" val="0"/>
              </a:ext>
            </a:extLst>
          </a:blip>
          <a:srcRect l="2630" r="2630"/>
          <a:stretch/>
        </p:blipFill>
        <p:spPr>
          <a:xfrm>
            <a:off x="7392832" y="2968373"/>
            <a:ext cx="1037026" cy="1458464"/>
          </a:xfrm>
        </p:spPr>
      </p:pic>
      <p:sp>
        <p:nvSpPr>
          <p:cNvPr id="138" name="Pladsholder til tekst 137">
            <a:extLst>
              <a:ext uri="{FF2B5EF4-FFF2-40B4-BE49-F238E27FC236}">
                <a16:creationId xmlns:a16="http://schemas.microsoft.com/office/drawing/2014/main" id="{94BBC672-D198-436C-D6E6-80ECE3276B44}"/>
              </a:ext>
            </a:extLst>
          </p:cNvPr>
          <p:cNvSpPr>
            <a:spLocks noGrp="1"/>
          </p:cNvSpPr>
          <p:nvPr>
            <p:ph type="body" sz="quarter" idx="57"/>
          </p:nvPr>
        </p:nvSpPr>
        <p:spPr>
          <a:xfrm>
            <a:off x="8527882" y="2968373"/>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5" name="Pladsholder til billede 12">
            <a:extLst>
              <a:ext uri="{FF2B5EF4-FFF2-40B4-BE49-F238E27FC236}">
                <a16:creationId xmlns:a16="http://schemas.microsoft.com/office/drawing/2014/main" id="{1C9B243A-DC61-649A-9B69-E486D9E8D76C}"/>
              </a:ext>
            </a:extLst>
          </p:cNvPr>
          <p:cNvPicPr>
            <a:picLocks noGrp="1" noChangeAspect="1"/>
          </p:cNvPicPr>
          <p:nvPr>
            <p:ph type="pic" sz="quarter" idx="58"/>
          </p:nvPr>
        </p:nvPicPr>
        <p:blipFill>
          <a:blip r:embed="rId10">
            <a:extLst>
              <a:ext uri="{28A0092B-C50C-407E-A947-70E740481C1C}">
                <a14:useLocalDpi xmlns:a14="http://schemas.microsoft.com/office/drawing/2010/main" val="0"/>
              </a:ext>
            </a:extLst>
          </a:blip>
          <a:srcRect l="2630" r="2630"/>
          <a:stretch/>
        </p:blipFill>
        <p:spPr>
          <a:xfrm>
            <a:off x="7392832" y="4760597"/>
            <a:ext cx="1037026" cy="1458464"/>
          </a:xfrm>
        </p:spPr>
      </p:pic>
      <p:sp>
        <p:nvSpPr>
          <p:cNvPr id="140" name="Pladsholder til tekst 139">
            <a:extLst>
              <a:ext uri="{FF2B5EF4-FFF2-40B4-BE49-F238E27FC236}">
                <a16:creationId xmlns:a16="http://schemas.microsoft.com/office/drawing/2014/main" id="{B7399195-2C7F-6949-ED84-C46CA207BDAC}"/>
              </a:ext>
            </a:extLst>
          </p:cNvPr>
          <p:cNvSpPr>
            <a:spLocks noGrp="1"/>
          </p:cNvSpPr>
          <p:nvPr>
            <p:ph type="body" sz="quarter" idx="59"/>
          </p:nvPr>
        </p:nvSpPr>
        <p:spPr>
          <a:xfrm>
            <a:off x="8527882" y="4760597"/>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7" name="Pladsholder til billede 14">
            <a:extLst>
              <a:ext uri="{FF2B5EF4-FFF2-40B4-BE49-F238E27FC236}">
                <a16:creationId xmlns:a16="http://schemas.microsoft.com/office/drawing/2014/main" id="{044DEDE3-313A-8B7D-E2FB-9B6F488C2C41}"/>
              </a:ext>
            </a:extLst>
          </p:cNvPr>
          <p:cNvPicPr>
            <a:picLocks noGrp="1" noChangeAspect="1"/>
          </p:cNvPicPr>
          <p:nvPr>
            <p:ph type="pic" sz="quarter" idx="60"/>
          </p:nvPr>
        </p:nvPicPr>
        <p:blipFill>
          <a:blip r:embed="rId11">
            <a:extLst>
              <a:ext uri="{28A0092B-C50C-407E-A947-70E740481C1C}">
                <a14:useLocalDpi xmlns:a14="http://schemas.microsoft.com/office/drawing/2010/main" val="0"/>
              </a:ext>
            </a:extLst>
          </a:blip>
          <a:srcRect l="2596" r="2596"/>
          <a:stretch/>
        </p:blipFill>
        <p:spPr>
          <a:xfrm>
            <a:off x="9817800" y="1194437"/>
            <a:ext cx="1037026" cy="1458464"/>
          </a:xfrm>
        </p:spPr>
      </p:pic>
      <p:sp>
        <p:nvSpPr>
          <p:cNvPr id="142" name="Pladsholder til tekst 141">
            <a:extLst>
              <a:ext uri="{FF2B5EF4-FFF2-40B4-BE49-F238E27FC236}">
                <a16:creationId xmlns:a16="http://schemas.microsoft.com/office/drawing/2014/main" id="{A80C52A7-E6FC-EE80-AD82-12359B5168FB}"/>
              </a:ext>
            </a:extLst>
          </p:cNvPr>
          <p:cNvSpPr>
            <a:spLocks noGrp="1"/>
          </p:cNvSpPr>
          <p:nvPr>
            <p:ph type="body" sz="quarter" idx="61"/>
          </p:nvPr>
        </p:nvSpPr>
        <p:spPr>
          <a:xfrm>
            <a:off x="10952850" y="1194437"/>
            <a:ext cx="910680" cy="1458464"/>
          </a:xfrm>
        </p:spPr>
        <p:txBody>
          <a:bodyPr/>
          <a:lstStyle/>
          <a:p>
            <a:r>
              <a:rPr lang="en-US"/>
              <a:t>Name Namesen</a:t>
            </a:r>
          </a:p>
          <a:p>
            <a:r>
              <a:rPr lang="en-US"/>
              <a:t>Title</a:t>
            </a:r>
          </a:p>
          <a:p>
            <a:endParaRPr lang="en-US"/>
          </a:p>
          <a:p>
            <a:pPr lvl="1"/>
            <a:r>
              <a:rPr lang="en-US"/>
              <a:t>Lorem ipsum sit amet con incidunct dolore amet</a:t>
            </a:r>
          </a:p>
        </p:txBody>
      </p:sp>
      <p:pic>
        <p:nvPicPr>
          <p:cNvPr id="14" name="Pladsholder til billede 16">
            <a:extLst>
              <a:ext uri="{FF2B5EF4-FFF2-40B4-BE49-F238E27FC236}">
                <a16:creationId xmlns:a16="http://schemas.microsoft.com/office/drawing/2014/main" id="{F6068736-53A9-83DF-4728-6238D03263FF}"/>
              </a:ext>
            </a:extLst>
          </p:cNvPr>
          <p:cNvPicPr>
            <a:picLocks noGrp="1" noChangeAspect="1"/>
          </p:cNvPicPr>
          <p:nvPr>
            <p:ph type="pic" sz="quarter" idx="62"/>
          </p:nvPr>
        </p:nvPicPr>
        <p:blipFill>
          <a:blip r:embed="rId12">
            <a:extLst>
              <a:ext uri="{28A0092B-C50C-407E-A947-70E740481C1C}">
                <a14:useLocalDpi xmlns:a14="http://schemas.microsoft.com/office/drawing/2010/main" val="0"/>
              </a:ext>
            </a:extLst>
          </a:blip>
          <a:srcRect l="2557" r="2557"/>
          <a:stretch/>
        </p:blipFill>
        <p:spPr>
          <a:xfrm>
            <a:off x="9817800" y="2968373"/>
            <a:ext cx="1037026" cy="1458464"/>
          </a:xfrm>
        </p:spPr>
      </p:pic>
      <p:sp>
        <p:nvSpPr>
          <p:cNvPr id="144" name="Pladsholder til tekst 143">
            <a:extLst>
              <a:ext uri="{FF2B5EF4-FFF2-40B4-BE49-F238E27FC236}">
                <a16:creationId xmlns:a16="http://schemas.microsoft.com/office/drawing/2014/main" id="{41DEE1EE-C9E1-85B2-C1E9-BDAF3AE495EE}"/>
              </a:ext>
            </a:extLst>
          </p:cNvPr>
          <p:cNvSpPr>
            <a:spLocks noGrp="1"/>
          </p:cNvSpPr>
          <p:nvPr>
            <p:ph type="body" sz="quarter" idx="63"/>
          </p:nvPr>
        </p:nvSpPr>
        <p:spPr>
          <a:xfrm>
            <a:off x="10952850" y="2968373"/>
            <a:ext cx="910680" cy="1458464"/>
          </a:xfrm>
        </p:spPr>
        <p:txBody>
          <a:bodyPr/>
          <a:lstStyle/>
          <a:p>
            <a:r>
              <a:rPr lang="en-US"/>
              <a:t>Name Namesen</a:t>
            </a:r>
          </a:p>
          <a:p>
            <a:r>
              <a:rPr lang="en-US"/>
              <a:t>Title</a:t>
            </a:r>
          </a:p>
          <a:p>
            <a:endParaRPr lang="en-US"/>
          </a:p>
          <a:p>
            <a:pPr lvl="1"/>
            <a:r>
              <a:rPr lang="en-US"/>
              <a:t>Lorem ipsum sit amet con incidunct dolore amet</a:t>
            </a:r>
          </a:p>
          <a:p>
            <a:endParaRPr lang="en-US"/>
          </a:p>
        </p:txBody>
      </p:sp>
      <p:pic>
        <p:nvPicPr>
          <p:cNvPr id="18" name="Pladsholder til billede 18">
            <a:extLst>
              <a:ext uri="{FF2B5EF4-FFF2-40B4-BE49-F238E27FC236}">
                <a16:creationId xmlns:a16="http://schemas.microsoft.com/office/drawing/2014/main" id="{FAEC49EA-5AD2-3377-D91C-59926C6137ED}"/>
              </a:ext>
            </a:extLst>
          </p:cNvPr>
          <p:cNvPicPr>
            <a:picLocks noGrp="1" noChangeAspect="1"/>
          </p:cNvPicPr>
          <p:nvPr>
            <p:ph type="pic" sz="quarter" idx="64"/>
          </p:nvPr>
        </p:nvPicPr>
        <p:blipFill>
          <a:blip r:embed="rId13">
            <a:extLst>
              <a:ext uri="{28A0092B-C50C-407E-A947-70E740481C1C}">
                <a14:useLocalDpi xmlns:a14="http://schemas.microsoft.com/office/drawing/2010/main" val="0"/>
              </a:ext>
            </a:extLst>
          </a:blip>
          <a:srcRect l="2557" r="2557"/>
          <a:stretch/>
        </p:blipFill>
        <p:spPr>
          <a:xfrm>
            <a:off x="9817800" y="4760597"/>
            <a:ext cx="1037026" cy="1458464"/>
          </a:xfrm>
        </p:spPr>
      </p:pic>
      <p:sp>
        <p:nvSpPr>
          <p:cNvPr id="146" name="Pladsholder til tekst 145">
            <a:extLst>
              <a:ext uri="{FF2B5EF4-FFF2-40B4-BE49-F238E27FC236}">
                <a16:creationId xmlns:a16="http://schemas.microsoft.com/office/drawing/2014/main" id="{ED6D227F-9133-5B1F-95A8-49484DC9F1F3}"/>
              </a:ext>
            </a:extLst>
          </p:cNvPr>
          <p:cNvSpPr>
            <a:spLocks noGrp="1"/>
          </p:cNvSpPr>
          <p:nvPr>
            <p:ph type="body" sz="quarter" idx="65"/>
          </p:nvPr>
        </p:nvSpPr>
        <p:spPr>
          <a:xfrm>
            <a:off x="10952850" y="4760597"/>
            <a:ext cx="910680" cy="1458464"/>
          </a:xfrm>
        </p:spPr>
        <p:txBody>
          <a:bodyPr/>
          <a:lstStyle/>
          <a:p>
            <a:r>
              <a:rPr lang="en-US"/>
              <a:t>Name Namesen</a:t>
            </a:r>
          </a:p>
          <a:p>
            <a:r>
              <a:rPr lang="en-US"/>
              <a:t>Title</a:t>
            </a:r>
          </a:p>
          <a:p>
            <a:endParaRPr lang="en-US"/>
          </a:p>
          <a:p>
            <a:pPr lvl="1"/>
            <a:r>
              <a:rPr lang="en-US"/>
              <a:t>Lorem ipsum sit amet con incidunct dolore amet</a:t>
            </a:r>
          </a:p>
          <a:p>
            <a:endParaRPr lang="en-US"/>
          </a:p>
        </p:txBody>
      </p:sp>
      <p:sp>
        <p:nvSpPr>
          <p:cNvPr id="54" name="Titel 53">
            <a:extLst>
              <a:ext uri="{FF2B5EF4-FFF2-40B4-BE49-F238E27FC236}">
                <a16:creationId xmlns:a16="http://schemas.microsoft.com/office/drawing/2014/main" id="{3A1EC05A-9864-F71D-AE72-127B5A65D6B0}"/>
              </a:ext>
            </a:extLst>
          </p:cNvPr>
          <p:cNvSpPr>
            <a:spLocks noGrp="1"/>
          </p:cNvSpPr>
          <p:nvPr>
            <p:ph type="title"/>
          </p:nvPr>
        </p:nvSpPr>
        <p:spPr>
          <a:xfrm>
            <a:off x="288000" y="252000"/>
            <a:ext cx="11614049" cy="532651"/>
          </a:xfrm>
        </p:spPr>
        <p:txBody>
          <a:bodyPr/>
          <a:lstStyle/>
          <a:p>
            <a:r>
              <a:rPr lang="en-US"/>
              <a:t>Lorem ipsum</a:t>
            </a:r>
          </a:p>
        </p:txBody>
      </p:sp>
    </p:spTree>
    <p:extLst>
      <p:ext uri="{BB962C8B-B14F-4D97-AF65-F5344CB8AC3E}">
        <p14:creationId xmlns:p14="http://schemas.microsoft.com/office/powerpoint/2010/main" val="3526934756"/>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ladsholder til billede 10">
            <a:extLst>
              <a:ext uri="{FF2B5EF4-FFF2-40B4-BE49-F238E27FC236}">
                <a16:creationId xmlns:a16="http://schemas.microsoft.com/office/drawing/2014/main" id="{655EAA4A-2921-41C0-65C0-78D4685C176E}"/>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0759" b="10759"/>
          <a:stretch/>
        </p:blipFill>
        <p:spPr>
          <a:xfrm>
            <a:off x="6156326" y="252000"/>
            <a:ext cx="5780499" cy="6049409"/>
          </a:xfrm>
        </p:spPr>
      </p:pic>
      <p:sp>
        <p:nvSpPr>
          <p:cNvPr id="5" name="Titel 4">
            <a:extLst>
              <a:ext uri="{FF2B5EF4-FFF2-40B4-BE49-F238E27FC236}">
                <a16:creationId xmlns:a16="http://schemas.microsoft.com/office/drawing/2014/main" id="{C9FA1D9C-2100-D41C-36CD-1F6CC91D281D}"/>
              </a:ext>
            </a:extLst>
          </p:cNvPr>
          <p:cNvSpPr>
            <a:spLocks noGrp="1"/>
          </p:cNvSpPr>
          <p:nvPr>
            <p:ph type="title"/>
          </p:nvPr>
        </p:nvSpPr>
        <p:spPr>
          <a:xfrm>
            <a:off x="324000" y="252000"/>
            <a:ext cx="2686050" cy="546908"/>
          </a:xfrm>
        </p:spPr>
        <p:txBody>
          <a:bodyPr/>
          <a:lstStyle/>
          <a:p>
            <a:r>
              <a:rPr lang="en-US"/>
              <a:t>Name Namesen</a:t>
            </a:r>
            <a:br>
              <a:rPr lang="en-US"/>
            </a:br>
            <a:r>
              <a:rPr lang="en-US"/>
              <a:t>Title</a:t>
            </a:r>
          </a:p>
        </p:txBody>
      </p:sp>
      <p:sp>
        <p:nvSpPr>
          <p:cNvPr id="6" name="Pladsholder til tekst 5">
            <a:extLst>
              <a:ext uri="{FF2B5EF4-FFF2-40B4-BE49-F238E27FC236}">
                <a16:creationId xmlns:a16="http://schemas.microsoft.com/office/drawing/2014/main" id="{31CF6B6F-0D12-9118-9AF7-21C7C85BDF46}"/>
              </a:ext>
            </a:extLst>
          </p:cNvPr>
          <p:cNvSpPr>
            <a:spLocks noGrp="1"/>
          </p:cNvSpPr>
          <p:nvPr>
            <p:ph type="body" sz="quarter" idx="21"/>
          </p:nvPr>
        </p:nvSpPr>
        <p:spPr>
          <a:xfrm>
            <a:off x="324000" y="858005"/>
            <a:ext cx="2686050" cy="729049"/>
          </a:xfrm>
        </p:spPr>
        <p:txBody>
          <a:bodyPr/>
          <a:lstStyle/>
          <a:p>
            <a:r>
              <a:rPr lang="da-DK"/>
              <a:t>Caborepe porum exerume nobitio nsequos dellat ut as duntese.</a:t>
            </a:r>
            <a:endParaRPr lang="en-US"/>
          </a:p>
        </p:txBody>
      </p:sp>
      <p:sp>
        <p:nvSpPr>
          <p:cNvPr id="7" name="Pladsholder til tekst 6">
            <a:extLst>
              <a:ext uri="{FF2B5EF4-FFF2-40B4-BE49-F238E27FC236}">
                <a16:creationId xmlns:a16="http://schemas.microsoft.com/office/drawing/2014/main" id="{93069E42-E279-59AD-6185-38F7CEC0BD65}"/>
              </a:ext>
            </a:extLst>
          </p:cNvPr>
          <p:cNvSpPr>
            <a:spLocks noGrp="1"/>
          </p:cNvSpPr>
          <p:nvPr>
            <p:ph type="body" sz="quarter" idx="22"/>
          </p:nvPr>
        </p:nvSpPr>
        <p:spPr>
          <a:xfrm>
            <a:off x="3240000" y="2415085"/>
            <a:ext cx="2686050" cy="3701510"/>
          </a:xfrm>
        </p:spPr>
        <p:txBody>
          <a:bodyPr/>
          <a:lstStyle/>
          <a:p>
            <a:r>
              <a:rPr lang="da-DK"/>
              <a:t>Caborepe porum exerume nobitio nsequos dellat ut as duntese cor aspit poris modignit alibus vollore, sint la venditatur, officia et, sequasped qui re que volorep erspero vidundic tenit quodignim reicatem faccate mpores pa quodista at. Olutestisto quat aut molorerum hil eos auda ducit vendele stinvera verrum resto tempeliquas am dunturent alibusa nihilit, saest unt porem volore ipsae vero quuntia tibusda sit pro quam, vendellit omnim autatis volupta.</a:t>
            </a:r>
          </a:p>
          <a:p>
            <a:endParaRPr lang="en-US"/>
          </a:p>
        </p:txBody>
      </p:sp>
      <p:sp>
        <p:nvSpPr>
          <p:cNvPr id="8" name="Pladsholder til tekst 7">
            <a:extLst>
              <a:ext uri="{FF2B5EF4-FFF2-40B4-BE49-F238E27FC236}">
                <a16:creationId xmlns:a16="http://schemas.microsoft.com/office/drawing/2014/main" id="{88BBF052-255A-ACC6-0A67-A630DEFCB9A5}"/>
              </a:ext>
            </a:extLst>
          </p:cNvPr>
          <p:cNvSpPr>
            <a:spLocks noGrp="1"/>
          </p:cNvSpPr>
          <p:nvPr>
            <p:ph type="body" sz="quarter" idx="23"/>
          </p:nvPr>
        </p:nvSpPr>
        <p:spPr>
          <a:xfrm>
            <a:off x="324000" y="2415085"/>
            <a:ext cx="2686050" cy="370151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as a at. Olutestisto quat aut molorerum hil eos auda ducit vendele stinvera verrum resto tempeliquas am dunturent alibusa nihilit, saest unt porem volore ipsae vero quuntia tibusda sit pro quam, vendellit omnim autatis volupta.</a:t>
            </a:r>
          </a:p>
        </p:txBody>
      </p:sp>
      <p:sp>
        <p:nvSpPr>
          <p:cNvPr id="12" name="Afrundet rektangel 11">
            <a:extLst>
              <a:ext uri="{FF2B5EF4-FFF2-40B4-BE49-F238E27FC236}">
                <a16:creationId xmlns:a16="http://schemas.microsoft.com/office/drawing/2014/main" id="{5FFA36DB-8AA6-1F73-104F-4FD63DAE5B2F}"/>
              </a:ext>
            </a:extLst>
          </p:cNvPr>
          <p:cNvSpPr/>
          <p:nvPr/>
        </p:nvSpPr>
        <p:spPr>
          <a:xfrm>
            <a:off x="323850" y="1436300"/>
            <a:ext cx="1418121"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en-US" sz="800" baseline="0" dirty="0" err="1">
                <a:solidFill>
                  <a:schemeClr val="tx2"/>
                </a:solidFill>
                <a:cs typeface="Arial"/>
              </a:rPr>
              <a:t>name.namesen@adviceas.dk</a:t>
            </a:r>
          </a:p>
        </p:txBody>
      </p:sp>
    </p:spTree>
    <p:extLst>
      <p:ext uri="{BB962C8B-B14F-4D97-AF65-F5344CB8AC3E}">
        <p14:creationId xmlns:p14="http://schemas.microsoft.com/office/powerpoint/2010/main" val="848496720"/>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1">
            <a:extLst>
              <a:ext uri="{FF2B5EF4-FFF2-40B4-BE49-F238E27FC236}">
                <a16:creationId xmlns:a16="http://schemas.microsoft.com/office/drawing/2014/main" id="{51EAAB5D-E59D-B06B-C1E3-B6AC74B11A82}"/>
              </a:ext>
            </a:extLst>
          </p:cNvPr>
          <p:cNvSpPr txBox="1">
            <a:spLocks/>
          </p:cNvSpPr>
          <p:nvPr/>
        </p:nvSpPr>
        <p:spPr>
          <a:xfrm>
            <a:off x="324000" y="252000"/>
            <a:ext cx="5692311" cy="1090032"/>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2800">
                <a:solidFill>
                  <a:schemeClr val="bg2"/>
                </a:solidFill>
              </a:rPr>
              <a:t>Lorem ipsum sit amet </a:t>
            </a:r>
            <a:br>
              <a:rPr lang="en-US" sz="2800">
                <a:solidFill>
                  <a:schemeClr val="bg2"/>
                </a:solidFill>
              </a:rPr>
            </a:br>
            <a:r>
              <a:rPr lang="en-US" sz="2800">
                <a:solidFill>
                  <a:schemeClr val="bg2"/>
                </a:solidFill>
              </a:rPr>
              <a:t>con incidunct</a:t>
            </a:r>
          </a:p>
        </p:txBody>
      </p:sp>
      <p:grpSp>
        <p:nvGrpSpPr>
          <p:cNvPr id="8" name="Gruppe 7">
            <a:extLst>
              <a:ext uri="{FF2B5EF4-FFF2-40B4-BE49-F238E27FC236}">
                <a16:creationId xmlns:a16="http://schemas.microsoft.com/office/drawing/2014/main" id="{5287A164-12E9-CEA3-F1B6-C5AD03511E39}"/>
              </a:ext>
            </a:extLst>
          </p:cNvPr>
          <p:cNvGrpSpPr/>
          <p:nvPr/>
        </p:nvGrpSpPr>
        <p:grpSpPr>
          <a:xfrm>
            <a:off x="6078097" y="367411"/>
            <a:ext cx="5813951" cy="3824876"/>
            <a:chOff x="6122873" y="281570"/>
            <a:chExt cx="5939951" cy="3824876"/>
          </a:xfrm>
        </p:grpSpPr>
        <p:cxnSp>
          <p:nvCxnSpPr>
            <p:cNvPr id="9" name="Lige forbindelse 8">
              <a:extLst>
                <a:ext uri="{FF2B5EF4-FFF2-40B4-BE49-F238E27FC236}">
                  <a16:creationId xmlns:a16="http://schemas.microsoft.com/office/drawing/2014/main" id="{EEB1A144-353D-FD34-80C1-13122DDB8BFC}"/>
                </a:ext>
              </a:extLst>
            </p:cNvPr>
            <p:cNvCxnSpPr/>
            <p:nvPr/>
          </p:nvCxnSpPr>
          <p:spPr>
            <a:xfrm>
              <a:off x="6122873" y="281570"/>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 name="Lige forbindelse 9">
              <a:extLst>
                <a:ext uri="{FF2B5EF4-FFF2-40B4-BE49-F238E27FC236}">
                  <a16:creationId xmlns:a16="http://schemas.microsoft.com/office/drawing/2014/main" id="{3D8584B5-7C21-D845-C4FF-C9E824D4821F}"/>
                </a:ext>
              </a:extLst>
            </p:cNvPr>
            <p:cNvCxnSpPr/>
            <p:nvPr/>
          </p:nvCxnSpPr>
          <p:spPr>
            <a:xfrm>
              <a:off x="6122873" y="1556528"/>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 name="Lige forbindelse 10">
              <a:extLst>
                <a:ext uri="{FF2B5EF4-FFF2-40B4-BE49-F238E27FC236}">
                  <a16:creationId xmlns:a16="http://schemas.microsoft.com/office/drawing/2014/main" id="{F6CEA8AE-6994-C1A6-72BE-8A022C823477}"/>
                </a:ext>
              </a:extLst>
            </p:cNvPr>
            <p:cNvCxnSpPr/>
            <p:nvPr/>
          </p:nvCxnSpPr>
          <p:spPr>
            <a:xfrm>
              <a:off x="6122873" y="2831486"/>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 name="Lige forbindelse 11">
              <a:extLst>
                <a:ext uri="{FF2B5EF4-FFF2-40B4-BE49-F238E27FC236}">
                  <a16:creationId xmlns:a16="http://schemas.microsoft.com/office/drawing/2014/main" id="{9E26C14F-8802-1D21-926F-4B3EDE382FE1}"/>
                </a:ext>
              </a:extLst>
            </p:cNvPr>
            <p:cNvCxnSpPr/>
            <p:nvPr/>
          </p:nvCxnSpPr>
          <p:spPr>
            <a:xfrm>
              <a:off x="6122873" y="4106446"/>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7" name="Titel 1">
            <a:extLst>
              <a:ext uri="{FF2B5EF4-FFF2-40B4-BE49-F238E27FC236}">
                <a16:creationId xmlns:a16="http://schemas.microsoft.com/office/drawing/2014/main" id="{06165DCD-556D-8111-5557-4D823E0FD431}"/>
              </a:ext>
            </a:extLst>
          </p:cNvPr>
          <p:cNvSpPr txBox="1">
            <a:spLocks/>
          </p:cNvSpPr>
          <p:nvPr/>
        </p:nvSpPr>
        <p:spPr>
          <a:xfrm>
            <a:off x="6078096" y="406021"/>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0500">
                <a:solidFill>
                  <a:schemeClr val="bg2"/>
                </a:solidFill>
              </a:rPr>
              <a:t>45%</a:t>
            </a:r>
          </a:p>
        </p:txBody>
      </p:sp>
      <p:sp>
        <p:nvSpPr>
          <p:cNvPr id="13" name="Titel 1">
            <a:extLst>
              <a:ext uri="{FF2B5EF4-FFF2-40B4-BE49-F238E27FC236}">
                <a16:creationId xmlns:a16="http://schemas.microsoft.com/office/drawing/2014/main" id="{43B5D947-DF38-6F62-3C4C-7EBA3A30B15D}"/>
              </a:ext>
            </a:extLst>
          </p:cNvPr>
          <p:cNvSpPr txBox="1">
            <a:spLocks/>
          </p:cNvSpPr>
          <p:nvPr/>
        </p:nvSpPr>
        <p:spPr>
          <a:xfrm>
            <a:off x="10156613" y="562137"/>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200">
                <a:solidFill>
                  <a:schemeClr val="bg2"/>
                </a:solidFill>
              </a:rPr>
              <a:t>Caborepe porum exerume nobitio nsequos dellat</a:t>
            </a:r>
          </a:p>
        </p:txBody>
      </p:sp>
      <p:sp>
        <p:nvSpPr>
          <p:cNvPr id="14" name="Titel 1">
            <a:extLst>
              <a:ext uri="{FF2B5EF4-FFF2-40B4-BE49-F238E27FC236}">
                <a16:creationId xmlns:a16="http://schemas.microsoft.com/office/drawing/2014/main" id="{2925F1D6-6F4A-95CE-B822-BB8DE6908E23}"/>
              </a:ext>
            </a:extLst>
          </p:cNvPr>
          <p:cNvSpPr txBox="1">
            <a:spLocks/>
          </p:cNvSpPr>
          <p:nvPr/>
        </p:nvSpPr>
        <p:spPr>
          <a:xfrm>
            <a:off x="6078096" y="1680979"/>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0500">
                <a:solidFill>
                  <a:schemeClr val="bg2"/>
                </a:solidFill>
              </a:rPr>
              <a:t>2 mio.</a:t>
            </a:r>
          </a:p>
        </p:txBody>
      </p:sp>
      <p:sp>
        <p:nvSpPr>
          <p:cNvPr id="15" name="Titel 1">
            <a:extLst>
              <a:ext uri="{FF2B5EF4-FFF2-40B4-BE49-F238E27FC236}">
                <a16:creationId xmlns:a16="http://schemas.microsoft.com/office/drawing/2014/main" id="{7D96F99D-1EC8-5780-E981-F9C687BC6EE3}"/>
              </a:ext>
            </a:extLst>
          </p:cNvPr>
          <p:cNvSpPr txBox="1">
            <a:spLocks/>
          </p:cNvSpPr>
          <p:nvPr/>
        </p:nvSpPr>
        <p:spPr>
          <a:xfrm>
            <a:off x="10156613" y="1837095"/>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200">
                <a:solidFill>
                  <a:schemeClr val="bg2"/>
                </a:solidFill>
              </a:rPr>
              <a:t>Caborepe porum exerume nobitio nsequos dellat</a:t>
            </a:r>
          </a:p>
        </p:txBody>
      </p:sp>
      <p:sp>
        <p:nvSpPr>
          <p:cNvPr id="16" name="Titel 1">
            <a:extLst>
              <a:ext uri="{FF2B5EF4-FFF2-40B4-BE49-F238E27FC236}">
                <a16:creationId xmlns:a16="http://schemas.microsoft.com/office/drawing/2014/main" id="{B5EC11DC-E972-BA87-4C36-337C8335AF1A}"/>
              </a:ext>
            </a:extLst>
          </p:cNvPr>
          <p:cNvSpPr txBox="1">
            <a:spLocks/>
          </p:cNvSpPr>
          <p:nvPr/>
        </p:nvSpPr>
        <p:spPr>
          <a:xfrm>
            <a:off x="6078096" y="2955937"/>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0500">
                <a:solidFill>
                  <a:schemeClr val="bg2"/>
                </a:solidFill>
              </a:rPr>
              <a:t>15000</a:t>
            </a:r>
          </a:p>
        </p:txBody>
      </p:sp>
      <p:sp>
        <p:nvSpPr>
          <p:cNvPr id="17" name="Titel 1">
            <a:extLst>
              <a:ext uri="{FF2B5EF4-FFF2-40B4-BE49-F238E27FC236}">
                <a16:creationId xmlns:a16="http://schemas.microsoft.com/office/drawing/2014/main" id="{43FED8EF-153F-0497-E118-F0291A281EA7}"/>
              </a:ext>
            </a:extLst>
          </p:cNvPr>
          <p:cNvSpPr txBox="1">
            <a:spLocks/>
          </p:cNvSpPr>
          <p:nvPr/>
        </p:nvSpPr>
        <p:spPr>
          <a:xfrm>
            <a:off x="10156613" y="3112053"/>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en-US" sz="1200">
                <a:solidFill>
                  <a:schemeClr val="bg2"/>
                </a:solidFill>
              </a:rPr>
              <a:t>Dolorsitamet</a:t>
            </a:r>
          </a:p>
        </p:txBody>
      </p:sp>
    </p:spTree>
    <p:extLst>
      <p:ext uri="{BB962C8B-B14F-4D97-AF65-F5344CB8AC3E}">
        <p14:creationId xmlns:p14="http://schemas.microsoft.com/office/powerpoint/2010/main" val="448630639"/>
      </p:ext>
    </p:extLst>
  </p:cSld>
  <p:clrMapOvr>
    <a:masterClrMapping/>
  </p:clrMapOvr>
  <p:transition>
    <p:fade thruBlk="1"/>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0D3B43-049E-FBC6-59C7-74BC5BE57145}"/>
              </a:ext>
            </a:extLst>
          </p:cNvPr>
          <p:cNvSpPr>
            <a:spLocks noGrp="1"/>
          </p:cNvSpPr>
          <p:nvPr>
            <p:ph type="title"/>
          </p:nvPr>
        </p:nvSpPr>
        <p:spPr>
          <a:xfrm>
            <a:off x="6156326" y="288000"/>
            <a:ext cx="5744499" cy="5876606"/>
          </a:xfrm>
        </p:spPr>
        <p:txBody>
          <a:bodyPr/>
          <a:lstStyle/>
          <a:p>
            <a:r>
              <a:rPr lang="en-US"/>
              <a:t>Tak for </a:t>
            </a:r>
            <a:br>
              <a:rPr lang="en-US"/>
            </a:br>
            <a:r>
              <a:rPr lang="en-US"/>
              <a:t>i dag!</a:t>
            </a:r>
          </a:p>
        </p:txBody>
      </p:sp>
    </p:spTree>
    <p:extLst>
      <p:ext uri="{BB962C8B-B14F-4D97-AF65-F5344CB8AC3E}">
        <p14:creationId xmlns:p14="http://schemas.microsoft.com/office/powerpoint/2010/main" val="4265926456"/>
      </p:ext>
    </p:extLst>
  </p:cSld>
  <p:clrMapOvr>
    <a:masterClrMapping/>
  </p:clrMapOvr>
  <p:transition/>
</p:sld>
</file>

<file path=ppt/theme/theme1.xml><?xml version="1.0" encoding="utf-8"?>
<a:theme xmlns:a="http://schemas.openxmlformats.org/drawingml/2006/main" name="advice PowerPoint skabelon 16:9">
  <a:themeElements>
    <a:clrScheme name="Brugerdefineret 12">
      <a:dk1>
        <a:srgbClr val="000000"/>
      </a:dk1>
      <a:lt1>
        <a:srgbClr val="FFFFFF"/>
      </a:lt1>
      <a:dk2>
        <a:srgbClr val="39344B"/>
      </a:dk2>
      <a:lt2>
        <a:srgbClr val="D6DDDC"/>
      </a:lt2>
      <a:accent1>
        <a:srgbClr val="FF6A3D"/>
      </a:accent1>
      <a:accent2>
        <a:srgbClr val="EDE6C3"/>
      </a:accent2>
      <a:accent3>
        <a:srgbClr val="511E29"/>
      </a:accent3>
      <a:accent4>
        <a:srgbClr val="F2F0E7"/>
      </a:accent4>
      <a:accent5>
        <a:srgbClr val="751B2F"/>
      </a:accent5>
      <a:accent6>
        <a:srgbClr val="BBC6C5"/>
      </a:accent6>
      <a:hlink>
        <a:srgbClr val="000000"/>
      </a:hlink>
      <a:folHlink>
        <a:srgbClr val="0000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solidFill>
        <a:ln w="12700">
          <a:solidFill>
            <a:schemeClr val="tx1"/>
          </a:solidFill>
          <a:miter lim="800000"/>
        </a:ln>
      </a:spPr>
      <a:bodyPr lIns="180000" tIns="180000" rIns="180000" bIns="180000" rtlCol="0" anchor="ctr">
        <a:noAutofit/>
      </a:bodyPr>
      <a:lstStyle>
        <a:defPPr algn="ctr">
          <a:lnSpc>
            <a:spcPct val="100000"/>
          </a:lnSpc>
          <a:defRPr sz="1100" spc="-60" baseline="0" dirty="0" err="1" smtClean="0">
            <a:solidFill>
              <a:schemeClr val="bg2"/>
            </a:solidFill>
            <a:cs typeface="Aria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cap="flat" cmpd="sng" algn="ctr">
          <a:solidFill>
            <a:schemeClr val="tx1"/>
          </a:solidFill>
          <a:prstDash val="solid"/>
          <a:round/>
          <a:headEnd type="none" w="med" len="med"/>
          <a:tailEnd type="none" w="lg" len="lg"/>
        </a:ln>
        <a:effectLst/>
      </a:spPr>
      <a:bodyPr/>
      <a:lstStyle/>
      <a:style>
        <a:lnRef idx="2">
          <a:schemeClr val="accent1"/>
        </a:lnRef>
        <a:fillRef idx="0">
          <a:schemeClr val="accent1"/>
        </a:fillRef>
        <a:effectRef idx="1">
          <a:schemeClr val="accent1"/>
        </a:effectRef>
        <a:fontRef idx="minor">
          <a:schemeClr val="tx1"/>
        </a:fontRef>
      </a:style>
    </a:lnDef>
    <a:txDef>
      <a:spPr bwMode="auto">
        <a:noFill/>
        <a:ln w="9525">
          <a:noFill/>
          <a:miter lim="800000"/>
          <a:headEnd/>
          <a:tailEnd/>
        </a:ln>
      </a:spPr>
      <a:bodyPr wrap="square" lIns="0" tIns="0" rIns="0" bIns="0" rtlCol="0">
        <a:prstTxWarp prst="textNoShape">
          <a:avLst/>
        </a:prstTxWarp>
        <a:spAutoFit/>
      </a:bodyPr>
      <a:lstStyle>
        <a:defPPr>
          <a:defRPr sz="1100" kern="0" dirty="0" err="1" smtClean="0">
            <a:latin typeface="+mn-lt"/>
            <a:cs typeface="Arial"/>
          </a:defRPr>
        </a:defPPr>
      </a:lstStyle>
    </a:txDef>
  </a:objectDefaults>
  <a:extraClrSchemeLst/>
  <a:extLst>
    <a:ext uri="{05A4C25C-085E-4340-85A3-A5531E510DB2}">
      <thm15:themeFamily xmlns:thm15="http://schemas.microsoft.com/office/thememl/2012/main" name="31851_PPT_skabelon_ver27 (Forte-Advice)" id="{B5C2FE41-16F7-3342-987E-FDCE2C2DE74E}" vid="{7DD43DAC-C78D-534B-A90F-E498669A8EEF}"/>
    </a:ext>
  </a:extLst>
</a:theme>
</file>

<file path=ppt/theme/theme2.xml><?xml version="1.0" encoding="utf-8"?>
<a:theme xmlns:a="http://schemas.openxmlformats.org/drawingml/2006/main" name="Kontortema">
  <a:themeElements>
    <a:clrScheme name="Kont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ontor">
      <a:maj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ajorFont>
      <a:min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Kontortema">
  <a:themeElements>
    <a:clrScheme name="Kont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ontor">
      <a:maj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ajorFont>
      <a:min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970aa56-1ba5-40cb-819c-b2378e436e27">
      <Terms xmlns="http://schemas.microsoft.com/office/infopath/2007/PartnerControls"/>
    </lcf76f155ced4ddcb4097134ff3c332f>
    <TaxCatchAll xmlns="9a9eecdc-43c3-47ad-b568-0ba08adb0bb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94A431481788F4B8C6F6608A7F2C32C" ma:contentTypeVersion="12" ma:contentTypeDescription="Create a new document." ma:contentTypeScope="" ma:versionID="5b1e9335d2723e484c253e1014a2ca4a">
  <xsd:schema xmlns:xsd="http://www.w3.org/2001/XMLSchema" xmlns:xs="http://www.w3.org/2001/XMLSchema" xmlns:p="http://schemas.microsoft.com/office/2006/metadata/properties" xmlns:ns2="3970aa56-1ba5-40cb-819c-b2378e436e27" xmlns:ns3="9a9eecdc-43c3-47ad-b568-0ba08adb0bba" targetNamespace="http://schemas.microsoft.com/office/2006/metadata/properties" ma:root="true" ma:fieldsID="fca6540dc1aaaea8c7a740cef9d3e1ce" ns2:_="" ns3:_="">
    <xsd:import namespace="3970aa56-1ba5-40cb-819c-b2378e436e27"/>
    <xsd:import namespace="9a9eecdc-43c3-47ad-b568-0ba08adb0b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970aa56-1ba5-40cb-819c-b2378e436e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c8aabdc8-e83e-4bd2-90bf-39fcdb6681af" ma:termSetId="09814cd3-568e-fe90-9814-8d621ff8fb84" ma:anchorId="fba54fb3-c3e1-fe81-a776-ca4b69148c4d" ma:open="true" ma:isKeyword="false">
      <xsd:complexType>
        <xsd:sequence>
          <xsd:element ref="pc:Terms" minOccurs="0" maxOccurs="1"/>
        </xsd:sequence>
      </xsd:complexType>
    </xsd:element>
    <xsd:element name="MediaServiceLocation" ma:index="18" nillable="true" ma:displayName="Location" ma:indexed="true" ma:internalName="MediaServiceLocatio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a9eecdc-43c3-47ad-b568-0ba08adb0bba"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84b3d4d5-7d8f-484e-b1d7-a52227495e50}" ma:internalName="TaxCatchAll" ma:showField="CatchAllData" ma:web="9a9eecdc-43c3-47ad-b568-0ba08adb0bb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E555AF8-9249-4150-9775-A3DDF3CECCF4}">
  <ds:schemaRefs>
    <ds:schemaRef ds:uri="http://schemas.openxmlformats.org/package/2006/metadata/core-properties"/>
    <ds:schemaRef ds:uri="http://purl.org/dc/terms/"/>
    <ds:schemaRef ds:uri="http://schemas.microsoft.com/office/2006/metadata/properties"/>
    <ds:schemaRef ds:uri="http://schemas.microsoft.com/office/2006/documentManagement/types"/>
    <ds:schemaRef ds:uri="974e995a-91a3-46dd-97f4-559c380ab441"/>
    <ds:schemaRef ds:uri="http://purl.org/dc/elements/1.1/"/>
    <ds:schemaRef ds:uri="http://schemas.microsoft.com/office/infopath/2007/PartnerControls"/>
    <ds:schemaRef ds:uri="http://purl.org/dc/dcmitype/"/>
    <ds:schemaRef ds:uri="b6decd88-5c47-409f-bdb4-d21fe804235f"/>
    <ds:schemaRef ds:uri="http://www.w3.org/XML/1998/namespace"/>
    <ds:schemaRef ds:uri="3970aa56-1ba5-40cb-819c-b2378e436e27"/>
    <ds:schemaRef ds:uri="9a9eecdc-43c3-47ad-b568-0ba08adb0bba"/>
  </ds:schemaRefs>
</ds:datastoreItem>
</file>

<file path=customXml/itemProps2.xml><?xml version="1.0" encoding="utf-8"?>
<ds:datastoreItem xmlns:ds="http://schemas.openxmlformats.org/officeDocument/2006/customXml" ds:itemID="{D91EC039-67F8-4188-899D-E340573FC8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970aa56-1ba5-40cb-819c-b2378e436e27"/>
    <ds:schemaRef ds:uri="9a9eecdc-43c3-47ad-b568-0ba08adb0b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B9036D8-DB9E-4626-912C-4225AD7EF65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advice PowerPoint skabelon 16:9</Template>
  <TotalTime>0</TotalTime>
  <Words>4118</Words>
  <Application>Microsoft Macintosh PowerPoint</Application>
  <PresentationFormat>Brugerdefineret</PresentationFormat>
  <Paragraphs>507</Paragraphs>
  <Slides>74</Slides>
  <Notes>1</Notes>
  <HiddenSlides>0</HiddenSlides>
  <MMClips>0</MMClips>
  <ScaleCrop>false</ScaleCrop>
  <HeadingPairs>
    <vt:vector size="6" baseType="variant">
      <vt:variant>
        <vt:lpstr>Benyttede skrifttyper</vt:lpstr>
      </vt:variant>
      <vt:variant>
        <vt:i4>2</vt:i4>
      </vt:variant>
      <vt:variant>
        <vt:lpstr>Tema</vt:lpstr>
      </vt:variant>
      <vt:variant>
        <vt:i4>1</vt:i4>
      </vt:variant>
      <vt:variant>
        <vt:lpstr>Slidetitler</vt:lpstr>
      </vt:variant>
      <vt:variant>
        <vt:i4>74</vt:i4>
      </vt:variant>
    </vt:vector>
  </HeadingPairs>
  <TitlesOfParts>
    <vt:vector size="77" baseType="lpstr">
      <vt:lpstr>Aptos</vt:lpstr>
      <vt:lpstr>Arial</vt:lpstr>
      <vt:lpstr>advice PowerPoint skabelon 16:9</vt:lpstr>
      <vt:lpstr>Lorem amet ipsum sit</vt:lpstr>
      <vt:lpstr>Lorem amet ipsum sit</vt:lpstr>
      <vt:lpstr>Lorem amet ipsum sit</vt:lpstr>
      <vt:lpstr>Lorem amet ipsum sit</vt:lpstr>
      <vt:lpstr>Lorem amet ipsum sit</vt:lpstr>
      <vt:lpstr>Lorem ipsum sit</vt:lpstr>
      <vt:lpstr>Lorem ipsum sit</vt:lpstr>
      <vt:lpstr>Lorem ipsum sit</vt:lpstr>
      <vt:lpstr>Lorem ipsum sit  amet con incidunct</vt:lpstr>
      <vt:lpstr>Lorem ipsum sit  amet con incidunct</vt:lpstr>
      <vt:lpstr>Lorem ipsum sit  amet con incidunct</vt:lpstr>
      <vt:lpstr>Lorem ipsum sit  amet con incidunct</vt:lpstr>
      <vt:lpstr>Lorem ipsum sit  amet con incidunct</vt:lpstr>
      <vt:lpstr>Lorem ipsum sit amet Con incidunct</vt:lpstr>
      <vt:lpstr>Lorem ipsum sit amet</vt:lpstr>
      <vt:lpstr>Lorem ipsum sit  amet con incidunct</vt:lpstr>
      <vt:lpstr>Lorem incidunct</vt:lpstr>
      <vt:lpstr>Lorem incidunct</vt:lpstr>
      <vt:lpstr>Lorem incidunct</vt:lpstr>
      <vt:lpstr>Agenda:</vt:lpstr>
      <vt:lpstr>Lorem ipsum  sit amet</vt:lpstr>
      <vt:lpstr>Lorem ipsum  sit amet</vt:lpstr>
      <vt:lpstr>Caborepe porum exerume nobitio nsequos dellat ut as duntese cor aspit poris modignit    Alibus vollore con</vt:lpstr>
      <vt:lpstr>Caborepe porum exerume nobitio nsequos dellat ut as duntese cor aspit poris modignit    Alibus vollore con</vt:lpstr>
      <vt:lpstr>Caborepe porum exerume nobitio nsequos dellat ut as duntese cor aspit poris modignit    Alibus vollore con</vt:lpstr>
      <vt:lpstr>Caborepe porum exerume nobitio nsequos dellat ut as duntese cor aspit poris modignit    Alibus vollore con</vt:lpstr>
      <vt:lpstr>Lorem ipsum sit amet con incidunct</vt:lpstr>
      <vt:lpstr>Lorem ipsum sit amet con incidunct</vt:lpstr>
      <vt:lpstr>Lorem ipsum sit amet con incidunct</vt:lpstr>
      <vt:lpstr>Lorem ipsum sit amet con incidunct</vt:lpstr>
      <vt:lpstr>Lorem ipsum sit amet con incidunct</vt:lpstr>
      <vt:lpstr>Lorem ipsum sit amet con incidunct</vt:lpstr>
      <vt:lpstr>Budget I DKK</vt:lpstr>
      <vt:lpstr>Budget I DKK</vt:lpstr>
      <vt:lpstr>Lorem ipsum sit amet con incidunct</vt:lpstr>
      <vt:lpstr>Lorem ipsum sit amet con incidunct</vt:lpstr>
      <vt:lpstr>Lorem ipsum sit amet con incidunct</vt:lpstr>
      <vt:lpstr>Lorem ipsum  sit amet</vt:lpstr>
      <vt:lpstr>Lorem ipsum  sit amet</vt:lpstr>
      <vt:lpstr>Lorem ipsum sit</vt:lpstr>
      <vt:lpstr>Lorem ipsum sit</vt:lpstr>
      <vt:lpstr>Lorem ipsum sit</vt:lpstr>
      <vt:lpstr>PowerPoint-præsentation</vt:lpstr>
      <vt:lpstr>Lorem Ipsum  Lorem ipsum sit amet con incidunct dolore.</vt:lpstr>
      <vt:lpstr>Lorem ipsum sit amet con incidunct</vt:lpstr>
      <vt:lpstr>Lorem ipsum sit amet con incidunct</vt:lpstr>
      <vt:lpstr>“Direct quotation or data value from an expert source. With or without quotation marks”</vt:lpstr>
      <vt:lpstr>Insert short one liner or  an interesting quote here</vt:lpstr>
      <vt:lpstr>“Direct quotation or data value from an expert source. With or without quotation marks”</vt:lpstr>
      <vt:lpstr>Insert short one liner or  an interesting quote here</vt:lpstr>
      <vt:lpstr>Insert short one liner or  an interesting quote here</vt:lpstr>
      <vt:lpstr>PowerPoint-præsentation</vt:lpstr>
      <vt:lpstr>PowerPoint-præsentation</vt:lpstr>
      <vt:lpstr>PowerPoint-præsentation</vt:lpstr>
      <vt:lpstr>PowerPoint-præsentation</vt:lpstr>
      <vt:lpstr>PowerPoint-præsentation</vt:lpstr>
      <vt:lpstr>Lorem ipsum sit amet con incidunct</vt:lpstr>
      <vt:lpstr>Lorem ipsum sit amet con incidunct</vt:lpstr>
      <vt:lpstr>Lorem ipsum sit amet con incidunct</vt:lpstr>
      <vt:lpstr>PowerPoint-præsentation</vt:lpstr>
      <vt:lpstr>Lorem ipsum sit amet con incidunct</vt:lpstr>
      <vt:lpstr>Lorem ipsum sit amet con incidunct</vt:lpstr>
      <vt:lpstr>PowerPoint-præsentation</vt:lpstr>
      <vt:lpstr>Lorem ipsum sit amet</vt:lpstr>
      <vt:lpstr>PowerPoint-præsentation</vt:lpstr>
      <vt:lpstr>PowerPoint-præsentation</vt:lpstr>
      <vt:lpstr>Lorem ipsum sit amet</vt:lpstr>
      <vt:lpstr>PowerPoint-præsentation</vt:lpstr>
      <vt:lpstr>PowerPoint-præsentation</vt:lpstr>
      <vt:lpstr>PowerPoint-præsentation</vt:lpstr>
      <vt:lpstr>Lorem ipsum</vt:lpstr>
      <vt:lpstr>Name Namesen Title</vt:lpstr>
      <vt:lpstr>PowerPoint-præsentation</vt:lpstr>
      <vt:lpstr>Tak for  i dag!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Jarl Lyng</dc:creator>
  <cp:keywords/>
  <dc:description/>
  <cp:lastModifiedBy>Jarl Lyng</cp:lastModifiedBy>
  <cp:revision>1</cp:revision>
  <dcterms:created xsi:type="dcterms:W3CDTF">2026-05-05T12:13:33Z</dcterms:created>
  <dcterms:modified xsi:type="dcterms:W3CDTF">2026-05-05T12:13:58Z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0x010100E94A431481788F4B8C6F6608A7F2C32C</vt:lpwstr>
  </property>
  <property fmtid="{D5CDD505-2E9C-101B-9397-08002B2CF9AE}" pid="3" name="MediaServiceImageTags">
    <vt:lpwstr/>
  </property>
</Properties>
</file>